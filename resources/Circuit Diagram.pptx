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4040"/>
    <a:srgbClr val="CFE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361E2B-CD76-4C44-86BE-EAEA52A23C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1ED17FF-E715-4101-B160-2A7CCF4C7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8737C1-6A6A-4628-A935-5F3B3E40E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37CE7-327E-4B0C-B349-F55AD3A2A115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8DFC13-1FE5-4D2C-BAA3-75DEC893E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ABAACB-3A55-4A38-A8BA-84814CC16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481DD-9382-4A10-9B51-664E4DA2EA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2751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A730C7-C253-4BEC-AAC3-D36D182B6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F3176B-E055-42B8-A7AA-7F6A985DD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0F317E-47A9-4F81-BCAE-88D6309C3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37CE7-327E-4B0C-B349-F55AD3A2A115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A6C94B-6C28-4229-AB4A-94FBCD191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2E3637-2803-48A7-B586-0BD67AF01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481DD-9382-4A10-9B51-664E4DA2EA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8896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C3805B-12D7-4356-9EB3-49D64F8A7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3014BB-401A-4B4A-B220-BD88FCB21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7AAE33-AE0D-4CF2-859C-00AB6C9E0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37CE7-327E-4B0C-B349-F55AD3A2A115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D50946-5C0A-4EAB-A724-49693F3BE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868FC2-397C-4ED4-A37F-EB0BC2364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481DD-9382-4A10-9B51-664E4DA2EA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684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CAEFDF-72C1-4DC4-86EB-99E3E2CF7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00C276-5FD9-4432-BF7B-6F8AEC8A4D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930C2C9-5291-451C-9A36-7288D12D8E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2517D7-10A4-435E-897A-F9B570AC2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37CE7-327E-4B0C-B349-F55AD3A2A115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D69FF0A-6149-42F8-BD04-3DD970F4C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93FC52E-0B8C-424B-8CAB-C07E75AC9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481DD-9382-4A10-9B51-664E4DA2EA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8563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EAE73B-3B6F-479B-A7D2-AC21D28CE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0688746-54F9-4F45-BA89-F12A68114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B2F5C17-8928-4369-98CB-2F20AE975C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45173A-A1A6-441F-AA60-843BE790E8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CEC6DF6-7BAA-4F48-8D79-D18D3B064C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E714F04-3831-4121-BAAA-DA393BD24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37CE7-327E-4B0C-B349-F55AD3A2A115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8D3D45D-BD0F-41AA-BC91-5199D2F2F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268EA83-CCF6-46A6-A403-890B991D9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481DD-9382-4A10-9B51-664E4DA2EA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7634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D3BA92-D812-4390-ADD8-47B73E4D9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08D7A51-8D06-4F9D-BA75-287871CF2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37CE7-327E-4B0C-B349-F55AD3A2A115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C47C04F-EBBA-4125-A7D4-A8E37037F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AE550C6-2375-4ABC-96D6-EFB780660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481DD-9382-4A10-9B51-664E4DA2EA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0878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1D85B79-04DA-428D-8547-4754C98CD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37CE7-327E-4B0C-B349-F55AD3A2A115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139CFF5-AB5D-4815-8699-90B18E4C0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E6EAE6-45E1-4FFC-A1F8-50AAA74B2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481DD-9382-4A10-9B51-664E4DA2EA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421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9E90C8-51B4-435B-98E0-1C6548B69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DC7422-7588-4854-97C6-6022257D9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073AC41-2525-4624-91A8-907AC98AEA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1DC171E-3F46-44FD-B576-2E15862C6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37CE7-327E-4B0C-B349-F55AD3A2A115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3142DD-0E85-4248-964A-956AB17A9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C59A41-0D03-47F3-B834-985360633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481DD-9382-4A10-9B51-664E4DA2EA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3968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5ACA90-A1AF-42FD-BC81-3DB99EDF9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22A50C3-1C61-482A-BC51-3CFFC9A1F2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171DD58-0EC4-490D-9782-715EF67951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2DCC27-1CC6-40A2-97A7-D378B0FD1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37CE7-327E-4B0C-B349-F55AD3A2A115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B920FB-F42B-4C49-908E-8344A056E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56EFC4C-3259-4A44-927B-7948D9555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481DD-9382-4A10-9B51-664E4DA2EA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3390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AA1874-746F-42E4-9FB9-590962F45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CA3C49A-23A9-4665-AC15-0E5D5E7035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AA3243-E6AD-477F-B0CF-3A1224486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37CE7-327E-4B0C-B349-F55AD3A2A115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38DA92-33A5-48A6-82A4-2C7D3E21D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1B18F4-BC29-418F-97F1-0EAEF8197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481DD-9382-4A10-9B51-664E4DA2EA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1441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3C20E57-82BB-4DFD-BAF8-69AAA9907E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A7B8A0C-3634-4E90-B37C-81F132A5D9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5373A3-4EDB-4EF5-B4E1-C1D32C3DC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37CE7-327E-4B0C-B349-F55AD3A2A115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782AE9-4937-4A82-AC67-6D6115FA9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63883E-F42C-496C-A4BF-3726F79EE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481DD-9382-4A10-9B51-664E4DA2EA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5466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4EB50DB-EC7C-44D9-B92C-4C491EFDB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441FA1-35A7-41F0-8FD2-05F74543E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267C3F-6C5A-4206-B40C-68B6A842C6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C37CE7-327E-4B0C-B349-F55AD3A2A115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38C6EC-5E8D-4776-A86E-FA630746B7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2DEA95-F565-4373-8BDD-343F76C891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5481DD-9382-4A10-9B51-664E4DA2EA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252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378874D0-4039-4D06-BE05-F666FA3AA435}"/>
              </a:ext>
            </a:extLst>
          </p:cNvPr>
          <p:cNvGrpSpPr/>
          <p:nvPr/>
        </p:nvGrpSpPr>
        <p:grpSpPr>
          <a:xfrm>
            <a:off x="1197945" y="176212"/>
            <a:ext cx="9720000" cy="6480000"/>
            <a:chOff x="1197945" y="176212"/>
            <a:chExt cx="9720000" cy="6480000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8C4C9F6B-9C2E-4205-874F-92A188EF1E3E}"/>
                </a:ext>
              </a:extLst>
            </p:cNvPr>
            <p:cNvSpPr/>
            <p:nvPr/>
          </p:nvSpPr>
          <p:spPr>
            <a:xfrm>
              <a:off x="1197945" y="176212"/>
              <a:ext cx="9720000" cy="64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240" name="그룹 239">
              <a:extLst>
                <a:ext uri="{FF2B5EF4-FFF2-40B4-BE49-F238E27FC236}">
                  <a16:creationId xmlns:a16="http://schemas.microsoft.com/office/drawing/2014/main" id="{B2E8C974-4913-473D-8EC5-74ACF9298D34}"/>
                </a:ext>
              </a:extLst>
            </p:cNvPr>
            <p:cNvGrpSpPr/>
            <p:nvPr/>
          </p:nvGrpSpPr>
          <p:grpSpPr>
            <a:xfrm>
              <a:off x="1361779" y="317929"/>
              <a:ext cx="9392333" cy="6196566"/>
              <a:chOff x="1389908" y="330717"/>
              <a:chExt cx="9392333" cy="6196566"/>
            </a:xfrm>
          </p:grpSpPr>
          <p:cxnSp>
            <p:nvCxnSpPr>
              <p:cNvPr id="3562" name="연결선: 꺾임 3561">
                <a:extLst>
                  <a:ext uri="{FF2B5EF4-FFF2-40B4-BE49-F238E27FC236}">
                    <a16:creationId xmlns:a16="http://schemas.microsoft.com/office/drawing/2014/main" id="{54B1B758-0503-480D-81C4-68C89E4DFE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39942" y="963468"/>
                <a:ext cx="718588" cy="12700"/>
              </a:xfrm>
              <a:prstGeom prst="bentConnector5">
                <a:avLst>
                  <a:gd name="adj1" fmla="val 28"/>
                  <a:gd name="adj2" fmla="val 2625000"/>
                  <a:gd name="adj3" fmla="val 100441"/>
                </a:avLst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68" name="타원 3567">
                <a:extLst>
                  <a:ext uri="{FF2B5EF4-FFF2-40B4-BE49-F238E27FC236}">
                    <a16:creationId xmlns:a16="http://schemas.microsoft.com/office/drawing/2014/main" id="{D643BB24-475E-4034-BF86-C9FFEB2A8B90}"/>
                  </a:ext>
                </a:extLst>
              </p:cNvPr>
              <p:cNvSpPr/>
              <p:nvPr/>
            </p:nvSpPr>
            <p:spPr>
              <a:xfrm rot="5400000">
                <a:off x="6393059" y="1239690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3576" name="연결선: 꺾임 3575">
                <a:extLst>
                  <a:ext uri="{FF2B5EF4-FFF2-40B4-BE49-F238E27FC236}">
                    <a16:creationId xmlns:a16="http://schemas.microsoft.com/office/drawing/2014/main" id="{9CC31EEB-5523-4067-BC64-3AB916B04290}"/>
                  </a:ext>
                </a:extLst>
              </p:cNvPr>
              <p:cNvCxnSpPr>
                <a:cxnSpLocks/>
                <a:stCxn id="3568" idx="6"/>
                <a:endCxn id="3075" idx="0"/>
              </p:cNvCxnSpPr>
              <p:nvPr/>
            </p:nvCxnSpPr>
            <p:spPr>
              <a:xfrm rot="5400000">
                <a:off x="6135807" y="1229530"/>
                <a:ext cx="193093" cy="429412"/>
              </a:xfrm>
              <a:prstGeom prst="bentConnector3">
                <a:avLst>
                  <a:gd name="adj1" fmla="val -26876"/>
                </a:avLst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61" name="연결선: 꺾임 3560">
                <a:extLst>
                  <a:ext uri="{FF2B5EF4-FFF2-40B4-BE49-F238E27FC236}">
                    <a16:creationId xmlns:a16="http://schemas.microsoft.com/office/drawing/2014/main" id="{1F304E01-2923-4A45-818B-5822A32682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85878" y="963468"/>
                <a:ext cx="718588" cy="12700"/>
              </a:xfrm>
              <a:prstGeom prst="bentConnector5">
                <a:avLst>
                  <a:gd name="adj1" fmla="val 28"/>
                  <a:gd name="adj2" fmla="val 2625000"/>
                  <a:gd name="adj3" fmla="val 100441"/>
                </a:avLst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67" name="타원 3566">
                <a:extLst>
                  <a:ext uri="{FF2B5EF4-FFF2-40B4-BE49-F238E27FC236}">
                    <a16:creationId xmlns:a16="http://schemas.microsoft.com/office/drawing/2014/main" id="{5C597A82-3081-4670-82E3-DEFD64605AF5}"/>
                  </a:ext>
                </a:extLst>
              </p:cNvPr>
              <p:cNvSpPr/>
              <p:nvPr/>
            </p:nvSpPr>
            <p:spPr>
              <a:xfrm rot="5400000">
                <a:off x="5650466" y="1239690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3573" name="연결선: 꺾임 3572">
                <a:extLst>
                  <a:ext uri="{FF2B5EF4-FFF2-40B4-BE49-F238E27FC236}">
                    <a16:creationId xmlns:a16="http://schemas.microsoft.com/office/drawing/2014/main" id="{5299F57F-C43A-43EE-9A96-1F7513CFB1EB}"/>
                  </a:ext>
                </a:extLst>
              </p:cNvPr>
              <p:cNvCxnSpPr>
                <a:cxnSpLocks/>
                <a:stCxn id="3567" idx="6"/>
                <a:endCxn id="3078" idx="2"/>
              </p:cNvCxnSpPr>
              <p:nvPr/>
            </p:nvCxnSpPr>
            <p:spPr>
              <a:xfrm rot="16200000" flipH="1">
                <a:off x="5686433" y="1365722"/>
                <a:ext cx="228898" cy="192833"/>
              </a:xfrm>
              <a:prstGeom prst="bentConnector3">
                <a:avLst>
                  <a:gd name="adj1" fmla="val -25309"/>
                </a:avLst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59" name="연결선: 꺾임 3558">
                <a:extLst>
                  <a:ext uri="{FF2B5EF4-FFF2-40B4-BE49-F238E27FC236}">
                    <a16:creationId xmlns:a16="http://schemas.microsoft.com/office/drawing/2014/main" id="{59442B9C-DA6D-4D27-8884-41628E3767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41639" y="963468"/>
                <a:ext cx="718588" cy="12700"/>
              </a:xfrm>
              <a:prstGeom prst="bentConnector5">
                <a:avLst>
                  <a:gd name="adj1" fmla="val 28"/>
                  <a:gd name="adj2" fmla="val 2625000"/>
                  <a:gd name="adj3" fmla="val 100441"/>
                </a:avLst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66" name="타원 3565">
                <a:extLst>
                  <a:ext uri="{FF2B5EF4-FFF2-40B4-BE49-F238E27FC236}">
                    <a16:creationId xmlns:a16="http://schemas.microsoft.com/office/drawing/2014/main" id="{0893EE2E-3006-4D89-8359-5F2B3290AC80}"/>
                  </a:ext>
                </a:extLst>
              </p:cNvPr>
              <p:cNvSpPr/>
              <p:nvPr/>
            </p:nvSpPr>
            <p:spPr>
              <a:xfrm rot="5400000">
                <a:off x="4206227" y="1239690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3570" name="연결선: 꺾임 3569">
                <a:extLst>
                  <a:ext uri="{FF2B5EF4-FFF2-40B4-BE49-F238E27FC236}">
                    <a16:creationId xmlns:a16="http://schemas.microsoft.com/office/drawing/2014/main" id="{19F9FB69-4022-4AC7-AFFA-3E57E319B883}"/>
                  </a:ext>
                </a:extLst>
              </p:cNvPr>
              <p:cNvCxnSpPr>
                <a:cxnSpLocks/>
                <a:stCxn id="3566" idx="6"/>
                <a:endCxn id="3079" idx="2"/>
              </p:cNvCxnSpPr>
              <p:nvPr/>
            </p:nvCxnSpPr>
            <p:spPr>
              <a:xfrm rot="16200000" flipH="1">
                <a:off x="4904240" y="703676"/>
                <a:ext cx="230348" cy="1518375"/>
              </a:xfrm>
              <a:prstGeom prst="bentConnector3">
                <a:avLst>
                  <a:gd name="adj1" fmla="val 50000"/>
                </a:avLst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93" name="자유형: 도형 2092">
                <a:extLst>
                  <a:ext uri="{FF2B5EF4-FFF2-40B4-BE49-F238E27FC236}">
                    <a16:creationId xmlns:a16="http://schemas.microsoft.com/office/drawing/2014/main" id="{40512E70-7BCF-42E5-8B0D-8E44DB1EB21E}"/>
                  </a:ext>
                </a:extLst>
              </p:cNvPr>
              <p:cNvSpPr/>
              <p:nvPr/>
            </p:nvSpPr>
            <p:spPr>
              <a:xfrm>
                <a:off x="6631952" y="5327010"/>
                <a:ext cx="2343150" cy="1069225"/>
              </a:xfrm>
              <a:custGeom>
                <a:avLst/>
                <a:gdLst>
                  <a:gd name="connsiteX0" fmla="*/ 2235360 w 2343150"/>
                  <a:gd name="connsiteY0" fmla="*/ 0 h 1069224"/>
                  <a:gd name="connsiteX1" fmla="*/ 2343761 w 2343150"/>
                  <a:gd name="connsiteY1" fmla="*/ 108470 h 1069224"/>
                  <a:gd name="connsiteX2" fmla="*/ 2343761 w 2343150"/>
                  <a:gd name="connsiteY2" fmla="*/ 970661 h 1069224"/>
                  <a:gd name="connsiteX3" fmla="*/ 2235360 w 2343150"/>
                  <a:gd name="connsiteY3" fmla="*/ 1079130 h 1069224"/>
                  <a:gd name="connsiteX4" fmla="*/ 108401 w 2343150"/>
                  <a:gd name="connsiteY4" fmla="*/ 1079130 h 1069224"/>
                  <a:gd name="connsiteX5" fmla="*/ 0 w 2343150"/>
                  <a:gd name="connsiteY5" fmla="*/ 970661 h 1069224"/>
                  <a:gd name="connsiteX6" fmla="*/ 0 w 2343150"/>
                  <a:gd name="connsiteY6" fmla="*/ 108470 h 1069224"/>
                  <a:gd name="connsiteX7" fmla="*/ 108401 w 2343150"/>
                  <a:gd name="connsiteY7" fmla="*/ 0 h 1069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343150" h="1069224">
                    <a:moveTo>
                      <a:pt x="2235360" y="0"/>
                    </a:moveTo>
                    <a:cubicBezTo>
                      <a:pt x="2295229" y="0"/>
                      <a:pt x="2343761" y="48564"/>
                      <a:pt x="2343761" y="108470"/>
                    </a:cubicBezTo>
                    <a:lnTo>
                      <a:pt x="2343761" y="970661"/>
                    </a:lnTo>
                    <a:cubicBezTo>
                      <a:pt x="2343761" y="1030567"/>
                      <a:pt x="2295229" y="1079130"/>
                      <a:pt x="2235360" y="1079130"/>
                    </a:cubicBezTo>
                    <a:lnTo>
                      <a:pt x="108401" y="1079130"/>
                    </a:lnTo>
                    <a:cubicBezTo>
                      <a:pt x="48533" y="1079130"/>
                      <a:pt x="0" y="1030567"/>
                      <a:pt x="0" y="970661"/>
                    </a:cubicBezTo>
                    <a:lnTo>
                      <a:pt x="0" y="108470"/>
                    </a:lnTo>
                    <a:cubicBezTo>
                      <a:pt x="0" y="48564"/>
                      <a:pt x="48533" y="0"/>
                      <a:pt x="108401" y="0"/>
                    </a:cubicBezTo>
                    <a:close/>
                  </a:path>
                </a:pathLst>
              </a:custGeom>
              <a:solidFill>
                <a:srgbClr val="007300"/>
              </a:solidFill>
              <a:ln w="458" cap="rnd">
                <a:solidFill>
                  <a:srgbClr val="0073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094" name="자유형: 도형 2093">
                <a:extLst>
                  <a:ext uri="{FF2B5EF4-FFF2-40B4-BE49-F238E27FC236}">
                    <a16:creationId xmlns:a16="http://schemas.microsoft.com/office/drawing/2014/main" id="{EF7A0B28-B967-4326-81C7-D2C41B233472}"/>
                  </a:ext>
                </a:extLst>
              </p:cNvPr>
              <p:cNvSpPr/>
              <p:nvPr/>
            </p:nvSpPr>
            <p:spPr>
              <a:xfrm>
                <a:off x="6639276" y="5340067"/>
                <a:ext cx="203752" cy="203662"/>
              </a:xfrm>
              <a:custGeom>
                <a:avLst/>
                <a:gdLst>
                  <a:gd name="connsiteX0" fmla="*/ 214255 w 203752"/>
                  <a:gd name="connsiteY0" fmla="*/ 107195 h 203661"/>
                  <a:gd name="connsiteX1" fmla="*/ 107127 w 203752"/>
                  <a:gd name="connsiteY1" fmla="*/ 214390 h 203661"/>
                  <a:gd name="connsiteX2" fmla="*/ 0 w 203752"/>
                  <a:gd name="connsiteY2" fmla="*/ 107195 h 203661"/>
                  <a:gd name="connsiteX3" fmla="*/ 107127 w 203752"/>
                  <a:gd name="connsiteY3" fmla="*/ 0 h 203661"/>
                  <a:gd name="connsiteX4" fmla="*/ 214255 w 203752"/>
                  <a:gd name="connsiteY4" fmla="*/ 107195 h 2036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3752" h="203661">
                    <a:moveTo>
                      <a:pt x="214255" y="107195"/>
                    </a:moveTo>
                    <a:cubicBezTo>
                      <a:pt x="214255" y="166398"/>
                      <a:pt x="166292" y="214390"/>
                      <a:pt x="107127" y="214390"/>
                    </a:cubicBezTo>
                    <a:cubicBezTo>
                      <a:pt x="47963" y="214390"/>
                      <a:pt x="0" y="166398"/>
                      <a:pt x="0" y="107195"/>
                    </a:cubicBezTo>
                    <a:cubicBezTo>
                      <a:pt x="0" y="47993"/>
                      <a:pt x="47963" y="0"/>
                      <a:pt x="107127" y="0"/>
                    </a:cubicBezTo>
                    <a:cubicBezTo>
                      <a:pt x="166292" y="0"/>
                      <a:pt x="214255" y="47993"/>
                      <a:pt x="214255" y="107195"/>
                    </a:cubicBezTo>
                    <a:close/>
                  </a:path>
                </a:pathLst>
              </a:custGeom>
              <a:solidFill>
                <a:srgbClr val="9A916C"/>
              </a:solidFill>
              <a:ln w="229" cap="rnd">
                <a:solidFill>
                  <a:srgbClr val="9A916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095" name="자유형: 도형 2094">
                <a:extLst>
                  <a:ext uri="{FF2B5EF4-FFF2-40B4-BE49-F238E27FC236}">
                    <a16:creationId xmlns:a16="http://schemas.microsoft.com/office/drawing/2014/main" id="{36B43E62-9E30-4753-936E-3AB40E20AB5A}"/>
                  </a:ext>
                </a:extLst>
              </p:cNvPr>
              <p:cNvSpPr/>
              <p:nvPr/>
            </p:nvSpPr>
            <p:spPr>
              <a:xfrm>
                <a:off x="6698732" y="5399833"/>
                <a:ext cx="89142" cy="89102"/>
              </a:xfrm>
              <a:custGeom>
                <a:avLst/>
                <a:gdLst>
                  <a:gd name="connsiteX0" fmla="*/ 95927 w 89141"/>
                  <a:gd name="connsiteY0" fmla="*/ 47994 h 89102"/>
                  <a:gd name="connsiteX1" fmla="*/ 47964 w 89141"/>
                  <a:gd name="connsiteY1" fmla="*/ 95988 h 89102"/>
                  <a:gd name="connsiteX2" fmla="*/ 0 w 89141"/>
                  <a:gd name="connsiteY2" fmla="*/ 47994 h 89102"/>
                  <a:gd name="connsiteX3" fmla="*/ 47964 w 89141"/>
                  <a:gd name="connsiteY3" fmla="*/ 0 h 89102"/>
                  <a:gd name="connsiteX4" fmla="*/ 95927 w 89141"/>
                  <a:gd name="connsiteY4" fmla="*/ 47994 h 89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141" h="89102">
                    <a:moveTo>
                      <a:pt x="95927" y="47994"/>
                    </a:moveTo>
                    <a:cubicBezTo>
                      <a:pt x="95927" y="74500"/>
                      <a:pt x="74453" y="95988"/>
                      <a:pt x="47964" y="95988"/>
                    </a:cubicBezTo>
                    <a:cubicBezTo>
                      <a:pt x="21474" y="95988"/>
                      <a:pt x="0" y="74500"/>
                      <a:pt x="0" y="47994"/>
                    </a:cubicBezTo>
                    <a:cubicBezTo>
                      <a:pt x="0" y="21488"/>
                      <a:pt x="21474" y="0"/>
                      <a:pt x="47964" y="0"/>
                    </a:cubicBezTo>
                    <a:cubicBezTo>
                      <a:pt x="74453" y="0"/>
                      <a:pt x="95927" y="21488"/>
                      <a:pt x="95927" y="47994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9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096" name="자유형: 도형 2095">
                <a:extLst>
                  <a:ext uri="{FF2B5EF4-FFF2-40B4-BE49-F238E27FC236}">
                    <a16:creationId xmlns:a16="http://schemas.microsoft.com/office/drawing/2014/main" id="{F8C4FC44-7655-41A1-98E6-EBB894351DC9}"/>
                  </a:ext>
                </a:extLst>
              </p:cNvPr>
              <p:cNvSpPr/>
              <p:nvPr/>
            </p:nvSpPr>
            <p:spPr>
              <a:xfrm>
                <a:off x="6639276" y="6176811"/>
                <a:ext cx="203752" cy="203662"/>
              </a:xfrm>
              <a:custGeom>
                <a:avLst/>
                <a:gdLst>
                  <a:gd name="connsiteX0" fmla="*/ 214255 w 203752"/>
                  <a:gd name="connsiteY0" fmla="*/ 107195 h 203661"/>
                  <a:gd name="connsiteX1" fmla="*/ 107127 w 203752"/>
                  <a:gd name="connsiteY1" fmla="*/ 214391 h 203661"/>
                  <a:gd name="connsiteX2" fmla="*/ 0 w 203752"/>
                  <a:gd name="connsiteY2" fmla="*/ 107195 h 203661"/>
                  <a:gd name="connsiteX3" fmla="*/ 107127 w 203752"/>
                  <a:gd name="connsiteY3" fmla="*/ 0 h 203661"/>
                  <a:gd name="connsiteX4" fmla="*/ 214255 w 203752"/>
                  <a:gd name="connsiteY4" fmla="*/ 107195 h 2036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3752" h="203661">
                    <a:moveTo>
                      <a:pt x="214255" y="107195"/>
                    </a:moveTo>
                    <a:cubicBezTo>
                      <a:pt x="214255" y="166397"/>
                      <a:pt x="166292" y="214391"/>
                      <a:pt x="107127" y="214391"/>
                    </a:cubicBezTo>
                    <a:cubicBezTo>
                      <a:pt x="47963" y="214391"/>
                      <a:pt x="0" y="166398"/>
                      <a:pt x="0" y="107195"/>
                    </a:cubicBezTo>
                    <a:cubicBezTo>
                      <a:pt x="0" y="47993"/>
                      <a:pt x="47963" y="0"/>
                      <a:pt x="107127" y="0"/>
                    </a:cubicBezTo>
                    <a:cubicBezTo>
                      <a:pt x="166292" y="0"/>
                      <a:pt x="214255" y="47993"/>
                      <a:pt x="214255" y="107195"/>
                    </a:cubicBezTo>
                    <a:close/>
                  </a:path>
                </a:pathLst>
              </a:custGeom>
              <a:solidFill>
                <a:srgbClr val="9A916C"/>
              </a:solidFill>
              <a:ln w="229" cap="rnd">
                <a:solidFill>
                  <a:srgbClr val="9A916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097" name="자유형: 도형 2096">
                <a:extLst>
                  <a:ext uri="{FF2B5EF4-FFF2-40B4-BE49-F238E27FC236}">
                    <a16:creationId xmlns:a16="http://schemas.microsoft.com/office/drawing/2014/main" id="{9D4C1033-9101-4DBE-8070-476235E33091}"/>
                  </a:ext>
                </a:extLst>
              </p:cNvPr>
              <p:cNvSpPr/>
              <p:nvPr/>
            </p:nvSpPr>
            <p:spPr>
              <a:xfrm>
                <a:off x="6698734" y="6236575"/>
                <a:ext cx="89142" cy="89102"/>
              </a:xfrm>
              <a:custGeom>
                <a:avLst/>
                <a:gdLst>
                  <a:gd name="connsiteX0" fmla="*/ 95927 w 89141"/>
                  <a:gd name="connsiteY0" fmla="*/ 47994 h 89102"/>
                  <a:gd name="connsiteX1" fmla="*/ 47964 w 89141"/>
                  <a:gd name="connsiteY1" fmla="*/ 95988 h 89102"/>
                  <a:gd name="connsiteX2" fmla="*/ 0 w 89141"/>
                  <a:gd name="connsiteY2" fmla="*/ 47994 h 89102"/>
                  <a:gd name="connsiteX3" fmla="*/ 47964 w 89141"/>
                  <a:gd name="connsiteY3" fmla="*/ 0 h 89102"/>
                  <a:gd name="connsiteX4" fmla="*/ 95927 w 89141"/>
                  <a:gd name="connsiteY4" fmla="*/ 47994 h 89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141" h="89102">
                    <a:moveTo>
                      <a:pt x="95927" y="47994"/>
                    </a:moveTo>
                    <a:cubicBezTo>
                      <a:pt x="95927" y="74500"/>
                      <a:pt x="74453" y="95988"/>
                      <a:pt x="47964" y="95988"/>
                    </a:cubicBezTo>
                    <a:cubicBezTo>
                      <a:pt x="21474" y="95988"/>
                      <a:pt x="0" y="74500"/>
                      <a:pt x="0" y="47994"/>
                    </a:cubicBezTo>
                    <a:cubicBezTo>
                      <a:pt x="0" y="21488"/>
                      <a:pt x="21474" y="0"/>
                      <a:pt x="47964" y="0"/>
                    </a:cubicBezTo>
                    <a:cubicBezTo>
                      <a:pt x="74453" y="0"/>
                      <a:pt x="95927" y="21488"/>
                      <a:pt x="95927" y="47994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9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098" name="자유형: 도형 2097">
                <a:extLst>
                  <a:ext uri="{FF2B5EF4-FFF2-40B4-BE49-F238E27FC236}">
                    <a16:creationId xmlns:a16="http://schemas.microsoft.com/office/drawing/2014/main" id="{DB49E737-8525-468A-9994-8FFD759C8E89}"/>
                  </a:ext>
                </a:extLst>
              </p:cNvPr>
              <p:cNvSpPr/>
              <p:nvPr/>
            </p:nvSpPr>
            <p:spPr>
              <a:xfrm>
                <a:off x="8740007" y="6176811"/>
                <a:ext cx="203752" cy="203662"/>
              </a:xfrm>
              <a:custGeom>
                <a:avLst/>
                <a:gdLst>
                  <a:gd name="connsiteX0" fmla="*/ 214255 w 203752"/>
                  <a:gd name="connsiteY0" fmla="*/ 107195 h 203661"/>
                  <a:gd name="connsiteX1" fmla="*/ 107127 w 203752"/>
                  <a:gd name="connsiteY1" fmla="*/ 214391 h 203661"/>
                  <a:gd name="connsiteX2" fmla="*/ 0 w 203752"/>
                  <a:gd name="connsiteY2" fmla="*/ 107195 h 203661"/>
                  <a:gd name="connsiteX3" fmla="*/ 107127 w 203752"/>
                  <a:gd name="connsiteY3" fmla="*/ 0 h 203661"/>
                  <a:gd name="connsiteX4" fmla="*/ 214255 w 203752"/>
                  <a:gd name="connsiteY4" fmla="*/ 107195 h 2036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3752" h="203661">
                    <a:moveTo>
                      <a:pt x="214255" y="107195"/>
                    </a:moveTo>
                    <a:cubicBezTo>
                      <a:pt x="214255" y="166397"/>
                      <a:pt x="166292" y="214391"/>
                      <a:pt x="107127" y="214391"/>
                    </a:cubicBezTo>
                    <a:cubicBezTo>
                      <a:pt x="47963" y="214391"/>
                      <a:pt x="0" y="166398"/>
                      <a:pt x="0" y="107195"/>
                    </a:cubicBezTo>
                    <a:cubicBezTo>
                      <a:pt x="0" y="47993"/>
                      <a:pt x="47963" y="0"/>
                      <a:pt x="107127" y="0"/>
                    </a:cubicBezTo>
                    <a:cubicBezTo>
                      <a:pt x="166292" y="0"/>
                      <a:pt x="214255" y="47993"/>
                      <a:pt x="214255" y="107195"/>
                    </a:cubicBezTo>
                    <a:close/>
                  </a:path>
                </a:pathLst>
              </a:custGeom>
              <a:solidFill>
                <a:srgbClr val="9A916C"/>
              </a:solidFill>
              <a:ln w="229" cap="rnd">
                <a:solidFill>
                  <a:srgbClr val="9A916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099" name="자유형: 도형 2098">
                <a:extLst>
                  <a:ext uri="{FF2B5EF4-FFF2-40B4-BE49-F238E27FC236}">
                    <a16:creationId xmlns:a16="http://schemas.microsoft.com/office/drawing/2014/main" id="{EA8E343F-C141-4827-A63C-C9EE651D4B7D}"/>
                  </a:ext>
                </a:extLst>
              </p:cNvPr>
              <p:cNvSpPr/>
              <p:nvPr/>
            </p:nvSpPr>
            <p:spPr>
              <a:xfrm>
                <a:off x="8799629" y="6236654"/>
                <a:ext cx="89142" cy="89102"/>
              </a:xfrm>
              <a:custGeom>
                <a:avLst/>
                <a:gdLst>
                  <a:gd name="connsiteX0" fmla="*/ 95927 w 89141"/>
                  <a:gd name="connsiteY0" fmla="*/ 47994 h 89102"/>
                  <a:gd name="connsiteX1" fmla="*/ 47964 w 89141"/>
                  <a:gd name="connsiteY1" fmla="*/ 95988 h 89102"/>
                  <a:gd name="connsiteX2" fmla="*/ 0 w 89141"/>
                  <a:gd name="connsiteY2" fmla="*/ 47994 h 89102"/>
                  <a:gd name="connsiteX3" fmla="*/ 47964 w 89141"/>
                  <a:gd name="connsiteY3" fmla="*/ 0 h 89102"/>
                  <a:gd name="connsiteX4" fmla="*/ 95927 w 89141"/>
                  <a:gd name="connsiteY4" fmla="*/ 47994 h 89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141" h="89102">
                    <a:moveTo>
                      <a:pt x="95927" y="47994"/>
                    </a:moveTo>
                    <a:cubicBezTo>
                      <a:pt x="95927" y="74500"/>
                      <a:pt x="74453" y="95988"/>
                      <a:pt x="47964" y="95988"/>
                    </a:cubicBezTo>
                    <a:cubicBezTo>
                      <a:pt x="21474" y="95988"/>
                      <a:pt x="0" y="74500"/>
                      <a:pt x="0" y="47994"/>
                    </a:cubicBezTo>
                    <a:cubicBezTo>
                      <a:pt x="0" y="21488"/>
                      <a:pt x="21474" y="0"/>
                      <a:pt x="47964" y="0"/>
                    </a:cubicBezTo>
                    <a:cubicBezTo>
                      <a:pt x="74453" y="0"/>
                      <a:pt x="95927" y="21488"/>
                      <a:pt x="95927" y="47994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9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00" name="자유형: 도형 2099">
                <a:extLst>
                  <a:ext uri="{FF2B5EF4-FFF2-40B4-BE49-F238E27FC236}">
                    <a16:creationId xmlns:a16="http://schemas.microsoft.com/office/drawing/2014/main" id="{597CF750-D8DB-4C7B-8DC0-5CAC2108C427}"/>
                  </a:ext>
                </a:extLst>
              </p:cNvPr>
              <p:cNvSpPr/>
              <p:nvPr/>
            </p:nvSpPr>
            <p:spPr>
              <a:xfrm>
                <a:off x="8740007" y="5340067"/>
                <a:ext cx="203752" cy="203662"/>
              </a:xfrm>
              <a:custGeom>
                <a:avLst/>
                <a:gdLst>
                  <a:gd name="connsiteX0" fmla="*/ 214255 w 203752"/>
                  <a:gd name="connsiteY0" fmla="*/ 107195 h 203661"/>
                  <a:gd name="connsiteX1" fmla="*/ 107127 w 203752"/>
                  <a:gd name="connsiteY1" fmla="*/ 214390 h 203661"/>
                  <a:gd name="connsiteX2" fmla="*/ 0 w 203752"/>
                  <a:gd name="connsiteY2" fmla="*/ 107195 h 203661"/>
                  <a:gd name="connsiteX3" fmla="*/ 107127 w 203752"/>
                  <a:gd name="connsiteY3" fmla="*/ 0 h 203661"/>
                  <a:gd name="connsiteX4" fmla="*/ 214255 w 203752"/>
                  <a:gd name="connsiteY4" fmla="*/ 107195 h 2036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3752" h="203661">
                    <a:moveTo>
                      <a:pt x="214255" y="107195"/>
                    </a:moveTo>
                    <a:cubicBezTo>
                      <a:pt x="214255" y="166398"/>
                      <a:pt x="166292" y="214390"/>
                      <a:pt x="107127" y="214390"/>
                    </a:cubicBezTo>
                    <a:cubicBezTo>
                      <a:pt x="47963" y="214390"/>
                      <a:pt x="0" y="166398"/>
                      <a:pt x="0" y="107195"/>
                    </a:cubicBezTo>
                    <a:cubicBezTo>
                      <a:pt x="0" y="47993"/>
                      <a:pt x="47963" y="0"/>
                      <a:pt x="107127" y="0"/>
                    </a:cubicBezTo>
                    <a:cubicBezTo>
                      <a:pt x="166292" y="0"/>
                      <a:pt x="214255" y="47993"/>
                      <a:pt x="214255" y="107195"/>
                    </a:cubicBezTo>
                    <a:close/>
                  </a:path>
                </a:pathLst>
              </a:custGeom>
              <a:solidFill>
                <a:srgbClr val="9A916C"/>
              </a:solidFill>
              <a:ln w="229" cap="rnd">
                <a:solidFill>
                  <a:srgbClr val="9A916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01" name="자유형: 도형 2100">
                <a:extLst>
                  <a:ext uri="{FF2B5EF4-FFF2-40B4-BE49-F238E27FC236}">
                    <a16:creationId xmlns:a16="http://schemas.microsoft.com/office/drawing/2014/main" id="{9C4B0329-C292-488B-BDCF-75EFE0E33284}"/>
                  </a:ext>
                </a:extLst>
              </p:cNvPr>
              <p:cNvSpPr/>
              <p:nvPr/>
            </p:nvSpPr>
            <p:spPr>
              <a:xfrm>
                <a:off x="8799578" y="5399702"/>
                <a:ext cx="89142" cy="89102"/>
              </a:xfrm>
              <a:custGeom>
                <a:avLst/>
                <a:gdLst>
                  <a:gd name="connsiteX0" fmla="*/ 95927 w 89141"/>
                  <a:gd name="connsiteY0" fmla="*/ 47994 h 89102"/>
                  <a:gd name="connsiteX1" fmla="*/ 47964 w 89141"/>
                  <a:gd name="connsiteY1" fmla="*/ 95988 h 89102"/>
                  <a:gd name="connsiteX2" fmla="*/ 0 w 89141"/>
                  <a:gd name="connsiteY2" fmla="*/ 47994 h 89102"/>
                  <a:gd name="connsiteX3" fmla="*/ 47964 w 89141"/>
                  <a:gd name="connsiteY3" fmla="*/ 0 h 89102"/>
                  <a:gd name="connsiteX4" fmla="*/ 95927 w 89141"/>
                  <a:gd name="connsiteY4" fmla="*/ 47994 h 89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141" h="89102">
                    <a:moveTo>
                      <a:pt x="95927" y="47994"/>
                    </a:moveTo>
                    <a:cubicBezTo>
                      <a:pt x="95927" y="74500"/>
                      <a:pt x="74453" y="95988"/>
                      <a:pt x="47964" y="95988"/>
                    </a:cubicBezTo>
                    <a:cubicBezTo>
                      <a:pt x="21474" y="95988"/>
                      <a:pt x="0" y="74500"/>
                      <a:pt x="0" y="47994"/>
                    </a:cubicBezTo>
                    <a:cubicBezTo>
                      <a:pt x="0" y="21488"/>
                      <a:pt x="21474" y="0"/>
                      <a:pt x="47964" y="0"/>
                    </a:cubicBezTo>
                    <a:cubicBezTo>
                      <a:pt x="74453" y="0"/>
                      <a:pt x="95927" y="21488"/>
                      <a:pt x="95927" y="47994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9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02" name="자유형: 도형 2101">
                <a:extLst>
                  <a:ext uri="{FF2B5EF4-FFF2-40B4-BE49-F238E27FC236}">
                    <a16:creationId xmlns:a16="http://schemas.microsoft.com/office/drawing/2014/main" id="{50E6B3F8-3227-47AB-BEE9-0C64B4E6ACEC}"/>
                  </a:ext>
                </a:extLst>
              </p:cNvPr>
              <p:cNvSpPr/>
              <p:nvPr/>
            </p:nvSpPr>
            <p:spPr>
              <a:xfrm>
                <a:off x="8080580" y="6296351"/>
                <a:ext cx="12735" cy="12729"/>
              </a:xfrm>
              <a:custGeom>
                <a:avLst/>
                <a:gdLst>
                  <a:gd name="connsiteX0" fmla="*/ 0 w 0"/>
                  <a:gd name="connsiteY0" fmla="*/ 0 h 0"/>
                  <a:gd name="connsiteX1" fmla="*/ 8740 w 0"/>
                  <a:gd name="connsiteY1" fmla="*/ 0 h 0"/>
                  <a:gd name="connsiteX2" fmla="*/ 8740 w 0"/>
                  <a:gd name="connsiteY2" fmla="*/ 9901 h 0"/>
                  <a:gd name="connsiteX3" fmla="*/ 0 w 0"/>
                  <a:gd name="connsiteY3" fmla="*/ 9901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lnTo>
                      <a:pt x="8740" y="0"/>
                    </a:lnTo>
                    <a:lnTo>
                      <a:pt x="8740" y="9901"/>
                    </a:lnTo>
                    <a:lnTo>
                      <a:pt x="0" y="9901"/>
                    </a:lnTo>
                    <a:close/>
                  </a:path>
                </a:pathLst>
              </a:custGeom>
              <a:solidFill>
                <a:srgbClr val="666666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03" name="자유형: 도형 2102">
                <a:extLst>
                  <a:ext uri="{FF2B5EF4-FFF2-40B4-BE49-F238E27FC236}">
                    <a16:creationId xmlns:a16="http://schemas.microsoft.com/office/drawing/2014/main" id="{60542F6E-E983-49DD-99EF-97F76B37B07A}"/>
                  </a:ext>
                </a:extLst>
              </p:cNvPr>
              <p:cNvSpPr/>
              <p:nvPr/>
            </p:nvSpPr>
            <p:spPr>
              <a:xfrm>
                <a:off x="8080580" y="6296302"/>
                <a:ext cx="12735" cy="12729"/>
              </a:xfrm>
              <a:custGeom>
                <a:avLst/>
                <a:gdLst>
                  <a:gd name="connsiteX0" fmla="*/ 0 w 0"/>
                  <a:gd name="connsiteY0" fmla="*/ 0 h 0"/>
                  <a:gd name="connsiteX1" fmla="*/ 787 w 0"/>
                  <a:gd name="connsiteY1" fmla="*/ 0 h 0"/>
                  <a:gd name="connsiteX2" fmla="*/ 787 w 0"/>
                  <a:gd name="connsiteY2" fmla="*/ 8835 h 0"/>
                  <a:gd name="connsiteX3" fmla="*/ 0 w 0"/>
                  <a:gd name="connsiteY3" fmla="*/ 8835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lnTo>
                      <a:pt x="787" y="0"/>
                    </a:lnTo>
                    <a:lnTo>
                      <a:pt x="787" y="8835"/>
                    </a:lnTo>
                    <a:lnTo>
                      <a:pt x="0" y="8835"/>
                    </a:lnTo>
                    <a:close/>
                  </a:path>
                </a:pathLst>
              </a:custGeom>
              <a:solidFill>
                <a:srgbClr val="999999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04" name="자유형: 도형 2103">
                <a:extLst>
                  <a:ext uri="{FF2B5EF4-FFF2-40B4-BE49-F238E27FC236}">
                    <a16:creationId xmlns:a16="http://schemas.microsoft.com/office/drawing/2014/main" id="{5939766C-5850-44F2-B671-7077E06D688E}"/>
                  </a:ext>
                </a:extLst>
              </p:cNvPr>
              <p:cNvSpPr/>
              <p:nvPr/>
            </p:nvSpPr>
            <p:spPr>
              <a:xfrm>
                <a:off x="8096855" y="6296351"/>
                <a:ext cx="12735" cy="12729"/>
              </a:xfrm>
              <a:custGeom>
                <a:avLst/>
                <a:gdLst>
                  <a:gd name="connsiteX0" fmla="*/ 0 w 0"/>
                  <a:gd name="connsiteY0" fmla="*/ 0 h 0"/>
                  <a:gd name="connsiteX1" fmla="*/ 8698 w 0"/>
                  <a:gd name="connsiteY1" fmla="*/ 0 h 0"/>
                  <a:gd name="connsiteX2" fmla="*/ 8698 w 0"/>
                  <a:gd name="connsiteY2" fmla="*/ 9901 h 0"/>
                  <a:gd name="connsiteX3" fmla="*/ 0 w 0"/>
                  <a:gd name="connsiteY3" fmla="*/ 9901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lnTo>
                      <a:pt x="8698" y="0"/>
                    </a:lnTo>
                    <a:lnTo>
                      <a:pt x="8698" y="9901"/>
                    </a:lnTo>
                    <a:lnTo>
                      <a:pt x="0" y="9901"/>
                    </a:lnTo>
                    <a:close/>
                  </a:path>
                </a:pathLst>
              </a:custGeom>
              <a:solidFill>
                <a:srgbClr val="666666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05" name="자유형: 도형 2104">
                <a:extLst>
                  <a:ext uri="{FF2B5EF4-FFF2-40B4-BE49-F238E27FC236}">
                    <a16:creationId xmlns:a16="http://schemas.microsoft.com/office/drawing/2014/main" id="{F8FD77CF-1F2A-4366-92C6-4EAD9571CBF2}"/>
                  </a:ext>
                </a:extLst>
              </p:cNvPr>
              <p:cNvSpPr/>
              <p:nvPr/>
            </p:nvSpPr>
            <p:spPr>
              <a:xfrm>
                <a:off x="8096855" y="6296302"/>
                <a:ext cx="12735" cy="12729"/>
              </a:xfrm>
              <a:custGeom>
                <a:avLst/>
                <a:gdLst>
                  <a:gd name="connsiteX0" fmla="*/ 0 w 0"/>
                  <a:gd name="connsiteY0" fmla="*/ 0 h 0"/>
                  <a:gd name="connsiteX1" fmla="*/ 766 w 0"/>
                  <a:gd name="connsiteY1" fmla="*/ 0 h 0"/>
                  <a:gd name="connsiteX2" fmla="*/ 766 w 0"/>
                  <a:gd name="connsiteY2" fmla="*/ 8835 h 0"/>
                  <a:gd name="connsiteX3" fmla="*/ 0 w 0"/>
                  <a:gd name="connsiteY3" fmla="*/ 8835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lnTo>
                      <a:pt x="766" y="0"/>
                    </a:lnTo>
                    <a:lnTo>
                      <a:pt x="766" y="8835"/>
                    </a:lnTo>
                    <a:lnTo>
                      <a:pt x="0" y="8835"/>
                    </a:lnTo>
                    <a:close/>
                  </a:path>
                </a:pathLst>
              </a:custGeom>
              <a:solidFill>
                <a:srgbClr val="999999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06" name="자유형: 도형 2105">
                <a:extLst>
                  <a:ext uri="{FF2B5EF4-FFF2-40B4-BE49-F238E27FC236}">
                    <a16:creationId xmlns:a16="http://schemas.microsoft.com/office/drawing/2014/main" id="{8E9F50A4-CBBD-423C-AA16-09EA3D934F45}"/>
                  </a:ext>
                </a:extLst>
              </p:cNvPr>
              <p:cNvSpPr/>
              <p:nvPr/>
            </p:nvSpPr>
            <p:spPr>
              <a:xfrm>
                <a:off x="8113092" y="6296351"/>
                <a:ext cx="12735" cy="12729"/>
              </a:xfrm>
              <a:custGeom>
                <a:avLst/>
                <a:gdLst>
                  <a:gd name="connsiteX0" fmla="*/ 0 w 0"/>
                  <a:gd name="connsiteY0" fmla="*/ 0 h 0"/>
                  <a:gd name="connsiteX1" fmla="*/ 8740 w 0"/>
                  <a:gd name="connsiteY1" fmla="*/ 0 h 0"/>
                  <a:gd name="connsiteX2" fmla="*/ 8740 w 0"/>
                  <a:gd name="connsiteY2" fmla="*/ 9901 h 0"/>
                  <a:gd name="connsiteX3" fmla="*/ 0 w 0"/>
                  <a:gd name="connsiteY3" fmla="*/ 9901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lnTo>
                      <a:pt x="8740" y="0"/>
                    </a:lnTo>
                    <a:lnTo>
                      <a:pt x="8740" y="9901"/>
                    </a:lnTo>
                    <a:lnTo>
                      <a:pt x="0" y="9901"/>
                    </a:lnTo>
                    <a:close/>
                  </a:path>
                </a:pathLst>
              </a:custGeom>
              <a:solidFill>
                <a:srgbClr val="666666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07" name="자유형: 도형 2106">
                <a:extLst>
                  <a:ext uri="{FF2B5EF4-FFF2-40B4-BE49-F238E27FC236}">
                    <a16:creationId xmlns:a16="http://schemas.microsoft.com/office/drawing/2014/main" id="{DDC441AA-374F-4132-A433-4387DDE8F11F}"/>
                  </a:ext>
                </a:extLst>
              </p:cNvPr>
              <p:cNvSpPr/>
              <p:nvPr/>
            </p:nvSpPr>
            <p:spPr>
              <a:xfrm>
                <a:off x="8113092" y="6296302"/>
                <a:ext cx="12735" cy="12729"/>
              </a:xfrm>
              <a:custGeom>
                <a:avLst/>
                <a:gdLst>
                  <a:gd name="connsiteX0" fmla="*/ 0 w 0"/>
                  <a:gd name="connsiteY0" fmla="*/ 0 h 0"/>
                  <a:gd name="connsiteX1" fmla="*/ 787 w 0"/>
                  <a:gd name="connsiteY1" fmla="*/ 0 h 0"/>
                  <a:gd name="connsiteX2" fmla="*/ 787 w 0"/>
                  <a:gd name="connsiteY2" fmla="*/ 8835 h 0"/>
                  <a:gd name="connsiteX3" fmla="*/ 0 w 0"/>
                  <a:gd name="connsiteY3" fmla="*/ 8835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lnTo>
                      <a:pt x="787" y="0"/>
                    </a:lnTo>
                    <a:lnTo>
                      <a:pt x="787" y="8835"/>
                    </a:lnTo>
                    <a:lnTo>
                      <a:pt x="0" y="8835"/>
                    </a:lnTo>
                    <a:close/>
                  </a:path>
                </a:pathLst>
              </a:custGeom>
              <a:solidFill>
                <a:srgbClr val="999999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08" name="자유형: 도형 2107">
                <a:extLst>
                  <a:ext uri="{FF2B5EF4-FFF2-40B4-BE49-F238E27FC236}">
                    <a16:creationId xmlns:a16="http://schemas.microsoft.com/office/drawing/2014/main" id="{542954F3-9073-407D-8C96-D02B06914EA9}"/>
                  </a:ext>
                </a:extLst>
              </p:cNvPr>
              <p:cNvSpPr/>
              <p:nvPr/>
            </p:nvSpPr>
            <p:spPr>
              <a:xfrm>
                <a:off x="8129392" y="6296351"/>
                <a:ext cx="12735" cy="12729"/>
              </a:xfrm>
              <a:custGeom>
                <a:avLst/>
                <a:gdLst>
                  <a:gd name="connsiteX0" fmla="*/ 0 w 0"/>
                  <a:gd name="connsiteY0" fmla="*/ 0 h 0"/>
                  <a:gd name="connsiteX1" fmla="*/ 8719 w 0"/>
                  <a:gd name="connsiteY1" fmla="*/ 0 h 0"/>
                  <a:gd name="connsiteX2" fmla="*/ 8719 w 0"/>
                  <a:gd name="connsiteY2" fmla="*/ 9901 h 0"/>
                  <a:gd name="connsiteX3" fmla="*/ 0 w 0"/>
                  <a:gd name="connsiteY3" fmla="*/ 9901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lnTo>
                      <a:pt x="8719" y="0"/>
                    </a:lnTo>
                    <a:lnTo>
                      <a:pt x="8719" y="9901"/>
                    </a:lnTo>
                    <a:lnTo>
                      <a:pt x="0" y="9901"/>
                    </a:lnTo>
                    <a:close/>
                  </a:path>
                </a:pathLst>
              </a:custGeom>
              <a:solidFill>
                <a:srgbClr val="666666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09" name="자유형: 도형 2108">
                <a:extLst>
                  <a:ext uri="{FF2B5EF4-FFF2-40B4-BE49-F238E27FC236}">
                    <a16:creationId xmlns:a16="http://schemas.microsoft.com/office/drawing/2014/main" id="{A9F35092-F967-4263-A7CF-3FD02C9FA184}"/>
                  </a:ext>
                </a:extLst>
              </p:cNvPr>
              <p:cNvSpPr/>
              <p:nvPr/>
            </p:nvSpPr>
            <p:spPr>
              <a:xfrm>
                <a:off x="8129392" y="6296302"/>
                <a:ext cx="12735" cy="12729"/>
              </a:xfrm>
              <a:custGeom>
                <a:avLst/>
                <a:gdLst>
                  <a:gd name="connsiteX0" fmla="*/ 0 w 0"/>
                  <a:gd name="connsiteY0" fmla="*/ 0 h 0"/>
                  <a:gd name="connsiteX1" fmla="*/ 766 w 0"/>
                  <a:gd name="connsiteY1" fmla="*/ 0 h 0"/>
                  <a:gd name="connsiteX2" fmla="*/ 766 w 0"/>
                  <a:gd name="connsiteY2" fmla="*/ 8835 h 0"/>
                  <a:gd name="connsiteX3" fmla="*/ 0 w 0"/>
                  <a:gd name="connsiteY3" fmla="*/ 8835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lnTo>
                      <a:pt x="766" y="0"/>
                    </a:lnTo>
                    <a:lnTo>
                      <a:pt x="766" y="8835"/>
                    </a:lnTo>
                    <a:lnTo>
                      <a:pt x="0" y="8835"/>
                    </a:lnTo>
                    <a:close/>
                  </a:path>
                </a:pathLst>
              </a:custGeom>
              <a:solidFill>
                <a:srgbClr val="999999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10" name="자유형: 도형 2109">
                <a:extLst>
                  <a:ext uri="{FF2B5EF4-FFF2-40B4-BE49-F238E27FC236}">
                    <a16:creationId xmlns:a16="http://schemas.microsoft.com/office/drawing/2014/main" id="{90930C22-8C47-4C0A-B3B4-80863AD16E7A}"/>
                  </a:ext>
                </a:extLst>
              </p:cNvPr>
              <p:cNvSpPr/>
              <p:nvPr/>
            </p:nvSpPr>
            <p:spPr>
              <a:xfrm>
                <a:off x="8145628" y="6296351"/>
                <a:ext cx="12735" cy="12729"/>
              </a:xfrm>
              <a:custGeom>
                <a:avLst/>
                <a:gdLst>
                  <a:gd name="connsiteX0" fmla="*/ 0 w 0"/>
                  <a:gd name="connsiteY0" fmla="*/ 0 h 0"/>
                  <a:gd name="connsiteX1" fmla="*/ 8740 w 0"/>
                  <a:gd name="connsiteY1" fmla="*/ 0 h 0"/>
                  <a:gd name="connsiteX2" fmla="*/ 8740 w 0"/>
                  <a:gd name="connsiteY2" fmla="*/ 9901 h 0"/>
                  <a:gd name="connsiteX3" fmla="*/ 0 w 0"/>
                  <a:gd name="connsiteY3" fmla="*/ 9901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lnTo>
                      <a:pt x="8740" y="0"/>
                    </a:lnTo>
                    <a:lnTo>
                      <a:pt x="8740" y="9901"/>
                    </a:lnTo>
                    <a:lnTo>
                      <a:pt x="0" y="9901"/>
                    </a:lnTo>
                    <a:close/>
                  </a:path>
                </a:pathLst>
              </a:custGeom>
              <a:solidFill>
                <a:srgbClr val="666666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11" name="자유형: 도형 2110">
                <a:extLst>
                  <a:ext uri="{FF2B5EF4-FFF2-40B4-BE49-F238E27FC236}">
                    <a16:creationId xmlns:a16="http://schemas.microsoft.com/office/drawing/2014/main" id="{7E26FACA-829D-4AEA-80BA-24602D8A2FAB}"/>
                  </a:ext>
                </a:extLst>
              </p:cNvPr>
              <p:cNvSpPr/>
              <p:nvPr/>
            </p:nvSpPr>
            <p:spPr>
              <a:xfrm>
                <a:off x="8145628" y="6296302"/>
                <a:ext cx="12735" cy="12729"/>
              </a:xfrm>
              <a:custGeom>
                <a:avLst/>
                <a:gdLst>
                  <a:gd name="connsiteX0" fmla="*/ 0 w 0"/>
                  <a:gd name="connsiteY0" fmla="*/ 0 h 0"/>
                  <a:gd name="connsiteX1" fmla="*/ 787 w 0"/>
                  <a:gd name="connsiteY1" fmla="*/ 0 h 0"/>
                  <a:gd name="connsiteX2" fmla="*/ 787 w 0"/>
                  <a:gd name="connsiteY2" fmla="*/ 8835 h 0"/>
                  <a:gd name="connsiteX3" fmla="*/ 0 w 0"/>
                  <a:gd name="connsiteY3" fmla="*/ 8835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lnTo>
                      <a:pt x="787" y="0"/>
                    </a:lnTo>
                    <a:lnTo>
                      <a:pt x="787" y="8835"/>
                    </a:lnTo>
                    <a:lnTo>
                      <a:pt x="0" y="8835"/>
                    </a:lnTo>
                    <a:close/>
                  </a:path>
                </a:pathLst>
              </a:custGeom>
              <a:solidFill>
                <a:srgbClr val="999999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12" name="자유형: 도형 2111">
                <a:extLst>
                  <a:ext uri="{FF2B5EF4-FFF2-40B4-BE49-F238E27FC236}">
                    <a16:creationId xmlns:a16="http://schemas.microsoft.com/office/drawing/2014/main" id="{EAE32E3C-E8D3-4948-88CC-75BB4A79C5A3}"/>
                  </a:ext>
                </a:extLst>
              </p:cNvPr>
              <p:cNvSpPr/>
              <p:nvPr/>
            </p:nvSpPr>
            <p:spPr>
              <a:xfrm>
                <a:off x="8034456" y="6303975"/>
                <a:ext cx="165549" cy="127289"/>
              </a:xfrm>
              <a:custGeom>
                <a:avLst/>
                <a:gdLst>
                  <a:gd name="connsiteX0" fmla="*/ 0 w 165548"/>
                  <a:gd name="connsiteY0" fmla="*/ 136776 h 127288"/>
                  <a:gd name="connsiteX1" fmla="*/ 0 w 165548"/>
                  <a:gd name="connsiteY1" fmla="*/ 0 h 127288"/>
                  <a:gd name="connsiteX2" fmla="*/ 166347 w 165548"/>
                  <a:gd name="connsiteY2" fmla="*/ 0 h 127288"/>
                  <a:gd name="connsiteX3" fmla="*/ 166327 w 165548"/>
                  <a:gd name="connsiteY3" fmla="*/ 136776 h 127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5548" h="127288">
                    <a:moveTo>
                      <a:pt x="0" y="136776"/>
                    </a:moveTo>
                    <a:lnTo>
                      <a:pt x="0" y="0"/>
                    </a:lnTo>
                    <a:lnTo>
                      <a:pt x="166347" y="0"/>
                    </a:lnTo>
                    <a:lnTo>
                      <a:pt x="166327" y="136776"/>
                    </a:lnTo>
                    <a:close/>
                  </a:path>
                </a:pathLst>
              </a:custGeom>
              <a:solidFill>
                <a:srgbClr val="B3B3B3"/>
              </a:solidFill>
              <a:ln w="9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13" name="자유형: 도형 2112">
                <a:extLst>
                  <a:ext uri="{FF2B5EF4-FFF2-40B4-BE49-F238E27FC236}">
                    <a16:creationId xmlns:a16="http://schemas.microsoft.com/office/drawing/2014/main" id="{48E2E094-C04E-4B09-AE41-4F16C1E08BA2}"/>
                  </a:ext>
                </a:extLst>
              </p:cNvPr>
              <p:cNvSpPr/>
              <p:nvPr/>
            </p:nvSpPr>
            <p:spPr>
              <a:xfrm>
                <a:off x="8202590" y="6357191"/>
                <a:ext cx="12735" cy="12729"/>
              </a:xfrm>
              <a:custGeom>
                <a:avLst/>
                <a:gdLst>
                  <a:gd name="connsiteX0" fmla="*/ 0 w 0"/>
                  <a:gd name="connsiteY0" fmla="*/ 0 h 12728"/>
                  <a:gd name="connsiteX1" fmla="*/ 8783 w 0"/>
                  <a:gd name="connsiteY1" fmla="*/ 0 h 12728"/>
                  <a:gd name="connsiteX2" fmla="*/ 8783 w 0"/>
                  <a:gd name="connsiteY2" fmla="*/ 24443 h 12728"/>
                  <a:gd name="connsiteX3" fmla="*/ 0 w 0"/>
                  <a:gd name="connsiteY3" fmla="*/ 24443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12728">
                    <a:moveTo>
                      <a:pt x="0" y="0"/>
                    </a:moveTo>
                    <a:lnTo>
                      <a:pt x="8783" y="0"/>
                    </a:lnTo>
                    <a:lnTo>
                      <a:pt x="8783" y="24443"/>
                    </a:lnTo>
                    <a:lnTo>
                      <a:pt x="0" y="24443"/>
                    </a:lnTo>
                    <a:close/>
                  </a:path>
                </a:pathLst>
              </a:custGeom>
              <a:solidFill>
                <a:srgbClr val="666666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14" name="자유형: 도형 2113">
                <a:extLst>
                  <a:ext uri="{FF2B5EF4-FFF2-40B4-BE49-F238E27FC236}">
                    <a16:creationId xmlns:a16="http://schemas.microsoft.com/office/drawing/2014/main" id="{1C2829FB-EF8C-4A11-B749-21C511E0829A}"/>
                  </a:ext>
                </a:extLst>
              </p:cNvPr>
              <p:cNvSpPr/>
              <p:nvPr/>
            </p:nvSpPr>
            <p:spPr>
              <a:xfrm>
                <a:off x="8023568" y="6357191"/>
                <a:ext cx="12735" cy="12729"/>
              </a:xfrm>
              <a:custGeom>
                <a:avLst/>
                <a:gdLst>
                  <a:gd name="connsiteX0" fmla="*/ 0 w 0"/>
                  <a:gd name="connsiteY0" fmla="*/ 0 h 12728"/>
                  <a:gd name="connsiteX1" fmla="*/ 8826 w 0"/>
                  <a:gd name="connsiteY1" fmla="*/ 0 h 12728"/>
                  <a:gd name="connsiteX2" fmla="*/ 8826 w 0"/>
                  <a:gd name="connsiteY2" fmla="*/ 24443 h 12728"/>
                  <a:gd name="connsiteX3" fmla="*/ 0 w 0"/>
                  <a:gd name="connsiteY3" fmla="*/ 24443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12728">
                    <a:moveTo>
                      <a:pt x="0" y="0"/>
                    </a:moveTo>
                    <a:lnTo>
                      <a:pt x="8826" y="0"/>
                    </a:lnTo>
                    <a:lnTo>
                      <a:pt x="8826" y="24443"/>
                    </a:lnTo>
                    <a:lnTo>
                      <a:pt x="0" y="24443"/>
                    </a:lnTo>
                    <a:close/>
                  </a:path>
                </a:pathLst>
              </a:custGeom>
              <a:solidFill>
                <a:srgbClr val="666666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15" name="자유형: 도형 2114">
                <a:extLst>
                  <a:ext uri="{FF2B5EF4-FFF2-40B4-BE49-F238E27FC236}">
                    <a16:creationId xmlns:a16="http://schemas.microsoft.com/office/drawing/2014/main" id="{5F85F2C4-8241-4E5A-AFD0-E12D1252F94E}"/>
                  </a:ext>
                </a:extLst>
              </p:cNvPr>
              <p:cNvSpPr/>
              <p:nvPr/>
            </p:nvSpPr>
            <p:spPr>
              <a:xfrm>
                <a:off x="8076620" y="6303975"/>
                <a:ext cx="76407" cy="114560"/>
              </a:xfrm>
              <a:custGeom>
                <a:avLst/>
                <a:gdLst>
                  <a:gd name="connsiteX0" fmla="*/ 0 w 76407"/>
                  <a:gd name="connsiteY0" fmla="*/ 0 h 114559"/>
                  <a:gd name="connsiteX1" fmla="*/ 85143 w 76407"/>
                  <a:gd name="connsiteY1" fmla="*/ 0 h 114559"/>
                  <a:gd name="connsiteX2" fmla="*/ 85143 w 76407"/>
                  <a:gd name="connsiteY2" fmla="*/ 125566 h 114559"/>
                  <a:gd name="connsiteX3" fmla="*/ 0 w 76407"/>
                  <a:gd name="connsiteY3" fmla="*/ 125566 h 1145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407" h="114559">
                    <a:moveTo>
                      <a:pt x="0" y="0"/>
                    </a:moveTo>
                    <a:lnTo>
                      <a:pt x="85143" y="0"/>
                    </a:lnTo>
                    <a:lnTo>
                      <a:pt x="85143" y="125566"/>
                    </a:lnTo>
                    <a:lnTo>
                      <a:pt x="0" y="125566"/>
                    </a:lnTo>
                    <a:close/>
                  </a:path>
                </a:pathLst>
              </a:custGeom>
              <a:solidFill>
                <a:srgbClr val="333333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16" name="자유형: 도형 2115">
                <a:extLst>
                  <a:ext uri="{FF2B5EF4-FFF2-40B4-BE49-F238E27FC236}">
                    <a16:creationId xmlns:a16="http://schemas.microsoft.com/office/drawing/2014/main" id="{C7D96AF9-D406-4B85-8AF4-776708C7B33C}"/>
                  </a:ext>
                </a:extLst>
              </p:cNvPr>
              <p:cNvSpPr/>
              <p:nvPr/>
            </p:nvSpPr>
            <p:spPr>
              <a:xfrm>
                <a:off x="8032473" y="6303973"/>
                <a:ext cx="165549" cy="127289"/>
              </a:xfrm>
              <a:custGeom>
                <a:avLst/>
                <a:gdLst>
                  <a:gd name="connsiteX0" fmla="*/ 143910 w 165548"/>
                  <a:gd name="connsiteY0" fmla="*/ 0 h 127288"/>
                  <a:gd name="connsiteX1" fmla="*/ 143910 w 165548"/>
                  <a:gd name="connsiteY1" fmla="*/ 13137 h 127288"/>
                  <a:gd name="connsiteX2" fmla="*/ 129368 w 165548"/>
                  <a:gd name="connsiteY2" fmla="*/ 13137 h 127288"/>
                  <a:gd name="connsiteX3" fmla="*/ 129368 w 165548"/>
                  <a:gd name="connsiteY3" fmla="*/ 0 h 127288"/>
                  <a:gd name="connsiteX4" fmla="*/ 125187 w 165548"/>
                  <a:gd name="connsiteY4" fmla="*/ 0 h 127288"/>
                  <a:gd name="connsiteX5" fmla="*/ 125187 w 165548"/>
                  <a:gd name="connsiteY5" fmla="*/ 4572 h 127288"/>
                  <a:gd name="connsiteX6" fmla="*/ 49389 w 165548"/>
                  <a:gd name="connsiteY6" fmla="*/ 4572 h 127288"/>
                  <a:gd name="connsiteX7" fmla="*/ 49389 w 165548"/>
                  <a:gd name="connsiteY7" fmla="*/ 0 h 127288"/>
                  <a:gd name="connsiteX8" fmla="*/ 44651 w 165548"/>
                  <a:gd name="connsiteY8" fmla="*/ 0 h 127288"/>
                  <a:gd name="connsiteX9" fmla="*/ 44651 w 165548"/>
                  <a:gd name="connsiteY9" fmla="*/ 13156 h 127288"/>
                  <a:gd name="connsiteX10" fmla="*/ 30109 w 165548"/>
                  <a:gd name="connsiteY10" fmla="*/ 13156 h 127288"/>
                  <a:gd name="connsiteX11" fmla="*/ 30109 w 165548"/>
                  <a:gd name="connsiteY11" fmla="*/ 0 h 127288"/>
                  <a:gd name="connsiteX12" fmla="*/ 0 w 165548"/>
                  <a:gd name="connsiteY12" fmla="*/ 0 h 127288"/>
                  <a:gd name="connsiteX13" fmla="*/ 0 w 165548"/>
                  <a:gd name="connsiteY13" fmla="*/ 136784 h 127288"/>
                  <a:gd name="connsiteX14" fmla="*/ 174631 w 165548"/>
                  <a:gd name="connsiteY14" fmla="*/ 136784 h 127288"/>
                  <a:gd name="connsiteX15" fmla="*/ 174631 w 165548"/>
                  <a:gd name="connsiteY15" fmla="*/ 0 h 127288"/>
                  <a:gd name="connsiteX16" fmla="*/ 44629 w 165548"/>
                  <a:gd name="connsiteY16" fmla="*/ 111431 h 127288"/>
                  <a:gd name="connsiteX17" fmla="*/ 44629 w 165548"/>
                  <a:gd name="connsiteY17" fmla="*/ 117989 h 127288"/>
                  <a:gd name="connsiteX18" fmla="*/ 30175 w 165548"/>
                  <a:gd name="connsiteY18" fmla="*/ 117989 h 127288"/>
                  <a:gd name="connsiteX19" fmla="*/ 30175 w 165548"/>
                  <a:gd name="connsiteY19" fmla="*/ 110918 h 127288"/>
                  <a:gd name="connsiteX20" fmla="*/ 23778 w 165548"/>
                  <a:gd name="connsiteY20" fmla="*/ 100396 h 127288"/>
                  <a:gd name="connsiteX21" fmla="*/ 30175 w 165548"/>
                  <a:gd name="connsiteY21" fmla="*/ 89400 h 127288"/>
                  <a:gd name="connsiteX22" fmla="*/ 30175 w 165548"/>
                  <a:gd name="connsiteY22" fmla="*/ 89400 h 127288"/>
                  <a:gd name="connsiteX23" fmla="*/ 30175 w 165548"/>
                  <a:gd name="connsiteY23" fmla="*/ 53341 h 127288"/>
                  <a:gd name="connsiteX24" fmla="*/ 44608 w 165548"/>
                  <a:gd name="connsiteY24" fmla="*/ 53341 h 127288"/>
                  <a:gd name="connsiteX25" fmla="*/ 44608 w 165548"/>
                  <a:gd name="connsiteY25" fmla="*/ 89400 h 127288"/>
                  <a:gd name="connsiteX26" fmla="*/ 52118 w 165548"/>
                  <a:gd name="connsiteY26" fmla="*/ 100435 h 127288"/>
                  <a:gd name="connsiteX27" fmla="*/ 44629 w 165548"/>
                  <a:gd name="connsiteY27" fmla="*/ 111431 h 127288"/>
                  <a:gd name="connsiteX28" fmla="*/ 143288 w 165548"/>
                  <a:gd name="connsiteY28" fmla="*/ 111431 h 127288"/>
                  <a:gd name="connsiteX29" fmla="*/ 143288 w 165548"/>
                  <a:gd name="connsiteY29" fmla="*/ 117989 h 127288"/>
                  <a:gd name="connsiteX30" fmla="*/ 128856 w 165548"/>
                  <a:gd name="connsiteY30" fmla="*/ 117989 h 127288"/>
                  <a:gd name="connsiteX31" fmla="*/ 128856 w 165548"/>
                  <a:gd name="connsiteY31" fmla="*/ 110918 h 127288"/>
                  <a:gd name="connsiteX32" fmla="*/ 122436 w 165548"/>
                  <a:gd name="connsiteY32" fmla="*/ 100396 h 127288"/>
                  <a:gd name="connsiteX33" fmla="*/ 128856 w 165548"/>
                  <a:gd name="connsiteY33" fmla="*/ 89400 h 127288"/>
                  <a:gd name="connsiteX34" fmla="*/ 128856 w 165548"/>
                  <a:gd name="connsiteY34" fmla="*/ 89400 h 127288"/>
                  <a:gd name="connsiteX35" fmla="*/ 128856 w 165548"/>
                  <a:gd name="connsiteY35" fmla="*/ 53341 h 127288"/>
                  <a:gd name="connsiteX36" fmla="*/ 143288 w 165548"/>
                  <a:gd name="connsiteY36" fmla="*/ 53341 h 127288"/>
                  <a:gd name="connsiteX37" fmla="*/ 143288 w 165548"/>
                  <a:gd name="connsiteY37" fmla="*/ 89400 h 127288"/>
                  <a:gd name="connsiteX38" fmla="*/ 150777 w 165548"/>
                  <a:gd name="connsiteY38" fmla="*/ 100435 h 127288"/>
                  <a:gd name="connsiteX39" fmla="*/ 143288 w 165548"/>
                  <a:gd name="connsiteY39" fmla="*/ 111431 h 127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65548" h="127288">
                    <a:moveTo>
                      <a:pt x="143910" y="0"/>
                    </a:moveTo>
                    <a:lnTo>
                      <a:pt x="143910" y="13137"/>
                    </a:lnTo>
                    <a:lnTo>
                      <a:pt x="129368" y="13137"/>
                    </a:lnTo>
                    <a:lnTo>
                      <a:pt x="129368" y="0"/>
                    </a:lnTo>
                    <a:lnTo>
                      <a:pt x="125187" y="0"/>
                    </a:lnTo>
                    <a:lnTo>
                      <a:pt x="125187" y="4572"/>
                    </a:lnTo>
                    <a:lnTo>
                      <a:pt x="49389" y="4572"/>
                    </a:lnTo>
                    <a:lnTo>
                      <a:pt x="49389" y="0"/>
                    </a:lnTo>
                    <a:lnTo>
                      <a:pt x="44651" y="0"/>
                    </a:lnTo>
                    <a:lnTo>
                      <a:pt x="44651" y="13156"/>
                    </a:lnTo>
                    <a:lnTo>
                      <a:pt x="30109" y="13156"/>
                    </a:lnTo>
                    <a:lnTo>
                      <a:pt x="30109" y="0"/>
                    </a:lnTo>
                    <a:lnTo>
                      <a:pt x="0" y="0"/>
                    </a:lnTo>
                    <a:lnTo>
                      <a:pt x="0" y="136784"/>
                    </a:lnTo>
                    <a:lnTo>
                      <a:pt x="174631" y="136784"/>
                    </a:lnTo>
                    <a:lnTo>
                      <a:pt x="174631" y="0"/>
                    </a:lnTo>
                    <a:close/>
                    <a:moveTo>
                      <a:pt x="44629" y="111431"/>
                    </a:moveTo>
                    <a:lnTo>
                      <a:pt x="44629" y="117989"/>
                    </a:lnTo>
                    <a:lnTo>
                      <a:pt x="30175" y="117989"/>
                    </a:lnTo>
                    <a:lnTo>
                      <a:pt x="30175" y="110918"/>
                    </a:lnTo>
                    <a:cubicBezTo>
                      <a:pt x="26310" y="108689"/>
                      <a:pt x="23778" y="104804"/>
                      <a:pt x="23778" y="100396"/>
                    </a:cubicBezTo>
                    <a:cubicBezTo>
                      <a:pt x="23778" y="95572"/>
                      <a:pt x="25830" y="91523"/>
                      <a:pt x="30175" y="89400"/>
                    </a:cubicBezTo>
                    <a:lnTo>
                      <a:pt x="30175" y="89400"/>
                    </a:lnTo>
                    <a:lnTo>
                      <a:pt x="30175" y="53341"/>
                    </a:lnTo>
                    <a:lnTo>
                      <a:pt x="44608" y="53341"/>
                    </a:lnTo>
                    <a:lnTo>
                      <a:pt x="44608" y="89400"/>
                    </a:lnTo>
                    <a:cubicBezTo>
                      <a:pt x="48996" y="91542"/>
                      <a:pt x="52118" y="95610"/>
                      <a:pt x="52118" y="100435"/>
                    </a:cubicBezTo>
                    <a:cubicBezTo>
                      <a:pt x="52098" y="105231"/>
                      <a:pt x="49062" y="109319"/>
                      <a:pt x="44629" y="111431"/>
                    </a:cubicBezTo>
                    <a:close/>
                    <a:moveTo>
                      <a:pt x="143288" y="111431"/>
                    </a:moveTo>
                    <a:lnTo>
                      <a:pt x="143288" y="117989"/>
                    </a:lnTo>
                    <a:lnTo>
                      <a:pt x="128856" y="117989"/>
                    </a:lnTo>
                    <a:lnTo>
                      <a:pt x="128856" y="110918"/>
                    </a:lnTo>
                    <a:cubicBezTo>
                      <a:pt x="124991" y="108689"/>
                      <a:pt x="122436" y="104804"/>
                      <a:pt x="122436" y="100396"/>
                    </a:cubicBezTo>
                    <a:cubicBezTo>
                      <a:pt x="122436" y="95572"/>
                      <a:pt x="124445" y="91523"/>
                      <a:pt x="128856" y="89400"/>
                    </a:cubicBezTo>
                    <a:lnTo>
                      <a:pt x="128856" y="89400"/>
                    </a:lnTo>
                    <a:lnTo>
                      <a:pt x="128856" y="53341"/>
                    </a:lnTo>
                    <a:lnTo>
                      <a:pt x="143288" y="53341"/>
                    </a:lnTo>
                    <a:lnTo>
                      <a:pt x="143288" y="89400"/>
                    </a:lnTo>
                    <a:cubicBezTo>
                      <a:pt x="147720" y="91542"/>
                      <a:pt x="150777" y="95610"/>
                      <a:pt x="150777" y="100435"/>
                    </a:cubicBezTo>
                    <a:cubicBezTo>
                      <a:pt x="150777" y="105231"/>
                      <a:pt x="147731" y="109319"/>
                      <a:pt x="143288" y="111431"/>
                    </a:cubicBezTo>
                    <a:close/>
                  </a:path>
                </a:pathLst>
              </a:custGeom>
              <a:solidFill>
                <a:srgbClr val="E6E6E6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17" name="자유형: 도형 2116">
                <a:extLst>
                  <a:ext uri="{FF2B5EF4-FFF2-40B4-BE49-F238E27FC236}">
                    <a16:creationId xmlns:a16="http://schemas.microsoft.com/office/drawing/2014/main" id="{813D07F5-5A63-476E-A5CC-CA344DC4042E}"/>
                  </a:ext>
                </a:extLst>
              </p:cNvPr>
              <p:cNvSpPr/>
              <p:nvPr/>
            </p:nvSpPr>
            <p:spPr>
              <a:xfrm>
                <a:off x="8192519" y="6308549"/>
                <a:ext cx="12735" cy="127289"/>
              </a:xfrm>
              <a:custGeom>
                <a:avLst/>
                <a:gdLst>
                  <a:gd name="connsiteX0" fmla="*/ 5008 w 0"/>
                  <a:gd name="connsiteY0" fmla="*/ 43905 h 127288"/>
                  <a:gd name="connsiteX1" fmla="*/ 0 w 0"/>
                  <a:gd name="connsiteY1" fmla="*/ 0 h 127288"/>
                  <a:gd name="connsiteX2" fmla="*/ 10048 w 0"/>
                  <a:gd name="connsiteY2" fmla="*/ 0 h 127288"/>
                  <a:gd name="connsiteX3" fmla="*/ 10048 w 0"/>
                  <a:gd name="connsiteY3" fmla="*/ 132202 h 127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127288">
                    <a:moveTo>
                      <a:pt x="5008" y="43905"/>
                    </a:moveTo>
                    <a:lnTo>
                      <a:pt x="0" y="0"/>
                    </a:lnTo>
                    <a:lnTo>
                      <a:pt x="10048" y="0"/>
                    </a:lnTo>
                    <a:lnTo>
                      <a:pt x="10048" y="132202"/>
                    </a:lnTo>
                    <a:close/>
                  </a:path>
                </a:pathLst>
              </a:custGeom>
              <a:solidFill>
                <a:srgbClr val="999999"/>
              </a:solidFill>
              <a:ln w="9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18" name="자유형: 도형 2117">
                <a:extLst>
                  <a:ext uri="{FF2B5EF4-FFF2-40B4-BE49-F238E27FC236}">
                    <a16:creationId xmlns:a16="http://schemas.microsoft.com/office/drawing/2014/main" id="{4569F86C-A5ED-487A-97F3-E0D2FD7E1F5C}"/>
                  </a:ext>
                </a:extLst>
              </p:cNvPr>
              <p:cNvSpPr/>
              <p:nvPr/>
            </p:nvSpPr>
            <p:spPr>
              <a:xfrm>
                <a:off x="8040772" y="6433824"/>
                <a:ext cx="152814" cy="12729"/>
              </a:xfrm>
              <a:custGeom>
                <a:avLst/>
                <a:gdLst>
                  <a:gd name="connsiteX0" fmla="*/ 0 w 152814"/>
                  <a:gd name="connsiteY0" fmla="*/ 0 h 0"/>
                  <a:gd name="connsiteX1" fmla="*/ 153460 w 152814"/>
                  <a:gd name="connsiteY1" fmla="*/ 0 h 0"/>
                  <a:gd name="connsiteX2" fmla="*/ 153460 w 152814"/>
                  <a:gd name="connsiteY2" fmla="*/ 5299 h 0"/>
                  <a:gd name="connsiteX3" fmla="*/ 0 w 152814"/>
                  <a:gd name="connsiteY3" fmla="*/ 5299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2814">
                    <a:moveTo>
                      <a:pt x="0" y="0"/>
                    </a:moveTo>
                    <a:lnTo>
                      <a:pt x="153460" y="0"/>
                    </a:lnTo>
                    <a:lnTo>
                      <a:pt x="153460" y="5299"/>
                    </a:lnTo>
                    <a:lnTo>
                      <a:pt x="0" y="5299"/>
                    </a:lnTo>
                    <a:close/>
                  </a:path>
                </a:pathLst>
              </a:custGeom>
              <a:solidFill>
                <a:srgbClr val="B3B3B3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19" name="자유형: 도형 2118">
                <a:extLst>
                  <a:ext uri="{FF2B5EF4-FFF2-40B4-BE49-F238E27FC236}">
                    <a16:creationId xmlns:a16="http://schemas.microsoft.com/office/drawing/2014/main" id="{0F48A5D4-FF82-4983-A1B9-6E5EFFB68F68}"/>
                  </a:ext>
                </a:extLst>
              </p:cNvPr>
              <p:cNvSpPr/>
              <p:nvPr/>
            </p:nvSpPr>
            <p:spPr>
              <a:xfrm>
                <a:off x="8040772" y="6438231"/>
                <a:ext cx="152814" cy="12729"/>
              </a:xfrm>
              <a:custGeom>
                <a:avLst/>
                <a:gdLst>
                  <a:gd name="connsiteX0" fmla="*/ 0 w 152814"/>
                  <a:gd name="connsiteY0" fmla="*/ 0 h 0"/>
                  <a:gd name="connsiteX1" fmla="*/ 153460 w 152814"/>
                  <a:gd name="connsiteY1" fmla="*/ 0 h 0"/>
                  <a:gd name="connsiteX2" fmla="*/ 153460 w 152814"/>
                  <a:gd name="connsiteY2" fmla="*/ 2519 h 0"/>
                  <a:gd name="connsiteX3" fmla="*/ 0 w 152814"/>
                  <a:gd name="connsiteY3" fmla="*/ 2519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2814">
                    <a:moveTo>
                      <a:pt x="0" y="0"/>
                    </a:moveTo>
                    <a:lnTo>
                      <a:pt x="153460" y="0"/>
                    </a:lnTo>
                    <a:lnTo>
                      <a:pt x="153460" y="2519"/>
                    </a:lnTo>
                    <a:lnTo>
                      <a:pt x="0" y="2519"/>
                    </a:lnTo>
                    <a:close/>
                  </a:path>
                </a:pathLst>
              </a:custGeom>
              <a:solidFill>
                <a:srgbClr val="CCCCCC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20" name="자유형: 도형 2119">
                <a:extLst>
                  <a:ext uri="{FF2B5EF4-FFF2-40B4-BE49-F238E27FC236}">
                    <a16:creationId xmlns:a16="http://schemas.microsoft.com/office/drawing/2014/main" id="{AEC693BA-C937-4CC2-B87C-02845574B507}"/>
                  </a:ext>
                </a:extLst>
              </p:cNvPr>
              <p:cNvSpPr/>
              <p:nvPr/>
            </p:nvSpPr>
            <p:spPr>
              <a:xfrm>
                <a:off x="8530733" y="6297323"/>
                <a:ext cx="12735" cy="12729"/>
              </a:xfrm>
              <a:custGeom>
                <a:avLst/>
                <a:gdLst>
                  <a:gd name="connsiteX0" fmla="*/ 0 w 0"/>
                  <a:gd name="connsiteY0" fmla="*/ 0 h 0"/>
                  <a:gd name="connsiteX1" fmla="*/ 8741 w 0"/>
                  <a:gd name="connsiteY1" fmla="*/ 0 h 0"/>
                  <a:gd name="connsiteX2" fmla="*/ 8741 w 0"/>
                  <a:gd name="connsiteY2" fmla="*/ 9901 h 0"/>
                  <a:gd name="connsiteX3" fmla="*/ 0 w 0"/>
                  <a:gd name="connsiteY3" fmla="*/ 9901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lnTo>
                      <a:pt x="8741" y="0"/>
                    </a:lnTo>
                    <a:lnTo>
                      <a:pt x="8741" y="9901"/>
                    </a:lnTo>
                    <a:lnTo>
                      <a:pt x="0" y="9901"/>
                    </a:lnTo>
                    <a:close/>
                  </a:path>
                </a:pathLst>
              </a:custGeom>
              <a:solidFill>
                <a:srgbClr val="666666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21" name="자유형: 도형 2120">
                <a:extLst>
                  <a:ext uri="{FF2B5EF4-FFF2-40B4-BE49-F238E27FC236}">
                    <a16:creationId xmlns:a16="http://schemas.microsoft.com/office/drawing/2014/main" id="{F79A07AF-4A83-4F1B-A406-3321E98C8379}"/>
                  </a:ext>
                </a:extLst>
              </p:cNvPr>
              <p:cNvSpPr/>
              <p:nvPr/>
            </p:nvSpPr>
            <p:spPr>
              <a:xfrm>
                <a:off x="8530733" y="6297275"/>
                <a:ext cx="12735" cy="12729"/>
              </a:xfrm>
              <a:custGeom>
                <a:avLst/>
                <a:gdLst>
                  <a:gd name="connsiteX0" fmla="*/ 0 w 0"/>
                  <a:gd name="connsiteY0" fmla="*/ 0 h 0"/>
                  <a:gd name="connsiteX1" fmla="*/ 787 w 0"/>
                  <a:gd name="connsiteY1" fmla="*/ 0 h 0"/>
                  <a:gd name="connsiteX2" fmla="*/ 787 w 0"/>
                  <a:gd name="connsiteY2" fmla="*/ 8835 h 0"/>
                  <a:gd name="connsiteX3" fmla="*/ 0 w 0"/>
                  <a:gd name="connsiteY3" fmla="*/ 8835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lnTo>
                      <a:pt x="787" y="0"/>
                    </a:lnTo>
                    <a:lnTo>
                      <a:pt x="787" y="8835"/>
                    </a:lnTo>
                    <a:lnTo>
                      <a:pt x="0" y="8835"/>
                    </a:lnTo>
                    <a:close/>
                  </a:path>
                </a:pathLst>
              </a:custGeom>
              <a:solidFill>
                <a:srgbClr val="999999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22" name="자유형: 도형 2121">
                <a:extLst>
                  <a:ext uri="{FF2B5EF4-FFF2-40B4-BE49-F238E27FC236}">
                    <a16:creationId xmlns:a16="http://schemas.microsoft.com/office/drawing/2014/main" id="{459379A7-DD63-4C67-8F1B-423EBA5EDDB3}"/>
                  </a:ext>
                </a:extLst>
              </p:cNvPr>
              <p:cNvSpPr/>
              <p:nvPr/>
            </p:nvSpPr>
            <p:spPr>
              <a:xfrm>
                <a:off x="8547020" y="6297323"/>
                <a:ext cx="12735" cy="12729"/>
              </a:xfrm>
              <a:custGeom>
                <a:avLst/>
                <a:gdLst>
                  <a:gd name="connsiteX0" fmla="*/ 0 w 0"/>
                  <a:gd name="connsiteY0" fmla="*/ 0 h 0"/>
                  <a:gd name="connsiteX1" fmla="*/ 8698 w 0"/>
                  <a:gd name="connsiteY1" fmla="*/ 0 h 0"/>
                  <a:gd name="connsiteX2" fmla="*/ 8698 w 0"/>
                  <a:gd name="connsiteY2" fmla="*/ 9901 h 0"/>
                  <a:gd name="connsiteX3" fmla="*/ 0 w 0"/>
                  <a:gd name="connsiteY3" fmla="*/ 9901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lnTo>
                      <a:pt x="8698" y="0"/>
                    </a:lnTo>
                    <a:lnTo>
                      <a:pt x="8698" y="9901"/>
                    </a:lnTo>
                    <a:lnTo>
                      <a:pt x="0" y="9901"/>
                    </a:lnTo>
                    <a:close/>
                  </a:path>
                </a:pathLst>
              </a:custGeom>
              <a:solidFill>
                <a:srgbClr val="666666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23" name="자유형: 도형 2122">
                <a:extLst>
                  <a:ext uri="{FF2B5EF4-FFF2-40B4-BE49-F238E27FC236}">
                    <a16:creationId xmlns:a16="http://schemas.microsoft.com/office/drawing/2014/main" id="{386E662F-5670-4908-AF86-EA84C4B0165E}"/>
                  </a:ext>
                </a:extLst>
              </p:cNvPr>
              <p:cNvSpPr/>
              <p:nvPr/>
            </p:nvSpPr>
            <p:spPr>
              <a:xfrm>
                <a:off x="8547020" y="6297275"/>
                <a:ext cx="12735" cy="12729"/>
              </a:xfrm>
              <a:custGeom>
                <a:avLst/>
                <a:gdLst>
                  <a:gd name="connsiteX0" fmla="*/ 0 w 0"/>
                  <a:gd name="connsiteY0" fmla="*/ 0 h 0"/>
                  <a:gd name="connsiteX1" fmla="*/ 766 w 0"/>
                  <a:gd name="connsiteY1" fmla="*/ 0 h 0"/>
                  <a:gd name="connsiteX2" fmla="*/ 766 w 0"/>
                  <a:gd name="connsiteY2" fmla="*/ 8835 h 0"/>
                  <a:gd name="connsiteX3" fmla="*/ 0 w 0"/>
                  <a:gd name="connsiteY3" fmla="*/ 8835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lnTo>
                      <a:pt x="766" y="0"/>
                    </a:lnTo>
                    <a:lnTo>
                      <a:pt x="766" y="8835"/>
                    </a:lnTo>
                    <a:lnTo>
                      <a:pt x="0" y="8835"/>
                    </a:lnTo>
                    <a:close/>
                  </a:path>
                </a:pathLst>
              </a:custGeom>
              <a:solidFill>
                <a:srgbClr val="999999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24" name="자유형: 도형 2123">
                <a:extLst>
                  <a:ext uri="{FF2B5EF4-FFF2-40B4-BE49-F238E27FC236}">
                    <a16:creationId xmlns:a16="http://schemas.microsoft.com/office/drawing/2014/main" id="{9B2F388B-CFCF-469C-BF4D-BD00D1E1D48B}"/>
                  </a:ext>
                </a:extLst>
              </p:cNvPr>
              <p:cNvSpPr/>
              <p:nvPr/>
            </p:nvSpPr>
            <p:spPr>
              <a:xfrm>
                <a:off x="8563257" y="6297323"/>
                <a:ext cx="12735" cy="12729"/>
              </a:xfrm>
              <a:custGeom>
                <a:avLst/>
                <a:gdLst>
                  <a:gd name="connsiteX0" fmla="*/ 0 w 0"/>
                  <a:gd name="connsiteY0" fmla="*/ 0 h 0"/>
                  <a:gd name="connsiteX1" fmla="*/ 8741 w 0"/>
                  <a:gd name="connsiteY1" fmla="*/ 0 h 0"/>
                  <a:gd name="connsiteX2" fmla="*/ 8741 w 0"/>
                  <a:gd name="connsiteY2" fmla="*/ 9901 h 0"/>
                  <a:gd name="connsiteX3" fmla="*/ 0 w 0"/>
                  <a:gd name="connsiteY3" fmla="*/ 9901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lnTo>
                      <a:pt x="8741" y="0"/>
                    </a:lnTo>
                    <a:lnTo>
                      <a:pt x="8741" y="9901"/>
                    </a:lnTo>
                    <a:lnTo>
                      <a:pt x="0" y="9901"/>
                    </a:lnTo>
                    <a:close/>
                  </a:path>
                </a:pathLst>
              </a:custGeom>
              <a:solidFill>
                <a:srgbClr val="666666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25" name="자유형: 도형 2124">
                <a:extLst>
                  <a:ext uri="{FF2B5EF4-FFF2-40B4-BE49-F238E27FC236}">
                    <a16:creationId xmlns:a16="http://schemas.microsoft.com/office/drawing/2014/main" id="{4B22473F-077C-4920-A12D-3E564777205F}"/>
                  </a:ext>
                </a:extLst>
              </p:cNvPr>
              <p:cNvSpPr/>
              <p:nvPr/>
            </p:nvSpPr>
            <p:spPr>
              <a:xfrm>
                <a:off x="8563257" y="6297275"/>
                <a:ext cx="12735" cy="12729"/>
              </a:xfrm>
              <a:custGeom>
                <a:avLst/>
                <a:gdLst>
                  <a:gd name="connsiteX0" fmla="*/ 0 w 0"/>
                  <a:gd name="connsiteY0" fmla="*/ 0 h 0"/>
                  <a:gd name="connsiteX1" fmla="*/ 787 w 0"/>
                  <a:gd name="connsiteY1" fmla="*/ 0 h 0"/>
                  <a:gd name="connsiteX2" fmla="*/ 787 w 0"/>
                  <a:gd name="connsiteY2" fmla="*/ 8835 h 0"/>
                  <a:gd name="connsiteX3" fmla="*/ 0 w 0"/>
                  <a:gd name="connsiteY3" fmla="*/ 8835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lnTo>
                      <a:pt x="787" y="0"/>
                    </a:lnTo>
                    <a:lnTo>
                      <a:pt x="787" y="8835"/>
                    </a:lnTo>
                    <a:lnTo>
                      <a:pt x="0" y="8835"/>
                    </a:lnTo>
                    <a:close/>
                  </a:path>
                </a:pathLst>
              </a:custGeom>
              <a:solidFill>
                <a:srgbClr val="999999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26" name="자유형: 도형 2125">
                <a:extLst>
                  <a:ext uri="{FF2B5EF4-FFF2-40B4-BE49-F238E27FC236}">
                    <a16:creationId xmlns:a16="http://schemas.microsoft.com/office/drawing/2014/main" id="{B84AD690-0DBF-4241-93D2-1D671EC59DD1}"/>
                  </a:ext>
                </a:extLst>
              </p:cNvPr>
              <p:cNvSpPr/>
              <p:nvPr/>
            </p:nvSpPr>
            <p:spPr>
              <a:xfrm>
                <a:off x="8579544" y="6297323"/>
                <a:ext cx="12735" cy="12729"/>
              </a:xfrm>
              <a:custGeom>
                <a:avLst/>
                <a:gdLst>
                  <a:gd name="connsiteX0" fmla="*/ 0 w 0"/>
                  <a:gd name="connsiteY0" fmla="*/ 0 h 0"/>
                  <a:gd name="connsiteX1" fmla="*/ 8719 w 0"/>
                  <a:gd name="connsiteY1" fmla="*/ 0 h 0"/>
                  <a:gd name="connsiteX2" fmla="*/ 8719 w 0"/>
                  <a:gd name="connsiteY2" fmla="*/ 9901 h 0"/>
                  <a:gd name="connsiteX3" fmla="*/ 0 w 0"/>
                  <a:gd name="connsiteY3" fmla="*/ 9901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lnTo>
                      <a:pt x="8719" y="0"/>
                    </a:lnTo>
                    <a:lnTo>
                      <a:pt x="8719" y="9901"/>
                    </a:lnTo>
                    <a:lnTo>
                      <a:pt x="0" y="9901"/>
                    </a:lnTo>
                    <a:close/>
                  </a:path>
                </a:pathLst>
              </a:custGeom>
              <a:solidFill>
                <a:srgbClr val="666666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27" name="자유형: 도형 2126">
                <a:extLst>
                  <a:ext uri="{FF2B5EF4-FFF2-40B4-BE49-F238E27FC236}">
                    <a16:creationId xmlns:a16="http://schemas.microsoft.com/office/drawing/2014/main" id="{8C772FD2-7219-41B0-8639-6D36CE330F82}"/>
                  </a:ext>
                </a:extLst>
              </p:cNvPr>
              <p:cNvSpPr/>
              <p:nvPr/>
            </p:nvSpPr>
            <p:spPr>
              <a:xfrm>
                <a:off x="8579544" y="6297275"/>
                <a:ext cx="12735" cy="12729"/>
              </a:xfrm>
              <a:custGeom>
                <a:avLst/>
                <a:gdLst>
                  <a:gd name="connsiteX0" fmla="*/ 0 w 0"/>
                  <a:gd name="connsiteY0" fmla="*/ 0 h 0"/>
                  <a:gd name="connsiteX1" fmla="*/ 766 w 0"/>
                  <a:gd name="connsiteY1" fmla="*/ 0 h 0"/>
                  <a:gd name="connsiteX2" fmla="*/ 766 w 0"/>
                  <a:gd name="connsiteY2" fmla="*/ 8835 h 0"/>
                  <a:gd name="connsiteX3" fmla="*/ 0 w 0"/>
                  <a:gd name="connsiteY3" fmla="*/ 8835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lnTo>
                      <a:pt x="766" y="0"/>
                    </a:lnTo>
                    <a:lnTo>
                      <a:pt x="766" y="8835"/>
                    </a:lnTo>
                    <a:lnTo>
                      <a:pt x="0" y="8835"/>
                    </a:lnTo>
                    <a:close/>
                  </a:path>
                </a:pathLst>
              </a:custGeom>
              <a:solidFill>
                <a:srgbClr val="999999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28" name="자유형: 도형 2127">
                <a:extLst>
                  <a:ext uri="{FF2B5EF4-FFF2-40B4-BE49-F238E27FC236}">
                    <a16:creationId xmlns:a16="http://schemas.microsoft.com/office/drawing/2014/main" id="{2BD3A99B-A188-4C63-8E97-EDC4835A41AE}"/>
                  </a:ext>
                </a:extLst>
              </p:cNvPr>
              <p:cNvSpPr/>
              <p:nvPr/>
            </p:nvSpPr>
            <p:spPr>
              <a:xfrm>
                <a:off x="8595781" y="6297323"/>
                <a:ext cx="12735" cy="12729"/>
              </a:xfrm>
              <a:custGeom>
                <a:avLst/>
                <a:gdLst>
                  <a:gd name="connsiteX0" fmla="*/ 0 w 0"/>
                  <a:gd name="connsiteY0" fmla="*/ 0 h 0"/>
                  <a:gd name="connsiteX1" fmla="*/ 8741 w 0"/>
                  <a:gd name="connsiteY1" fmla="*/ 0 h 0"/>
                  <a:gd name="connsiteX2" fmla="*/ 8741 w 0"/>
                  <a:gd name="connsiteY2" fmla="*/ 9901 h 0"/>
                  <a:gd name="connsiteX3" fmla="*/ 0 w 0"/>
                  <a:gd name="connsiteY3" fmla="*/ 9901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lnTo>
                      <a:pt x="8741" y="0"/>
                    </a:lnTo>
                    <a:lnTo>
                      <a:pt x="8741" y="9901"/>
                    </a:lnTo>
                    <a:lnTo>
                      <a:pt x="0" y="9901"/>
                    </a:lnTo>
                    <a:close/>
                  </a:path>
                </a:pathLst>
              </a:custGeom>
              <a:solidFill>
                <a:srgbClr val="666666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29" name="자유형: 도형 2128">
                <a:extLst>
                  <a:ext uri="{FF2B5EF4-FFF2-40B4-BE49-F238E27FC236}">
                    <a16:creationId xmlns:a16="http://schemas.microsoft.com/office/drawing/2014/main" id="{0892B332-2902-4977-A113-B511428AAAC8}"/>
                  </a:ext>
                </a:extLst>
              </p:cNvPr>
              <p:cNvSpPr/>
              <p:nvPr/>
            </p:nvSpPr>
            <p:spPr>
              <a:xfrm>
                <a:off x="8595781" y="6297275"/>
                <a:ext cx="12735" cy="12729"/>
              </a:xfrm>
              <a:custGeom>
                <a:avLst/>
                <a:gdLst>
                  <a:gd name="connsiteX0" fmla="*/ 0 w 0"/>
                  <a:gd name="connsiteY0" fmla="*/ 0 h 0"/>
                  <a:gd name="connsiteX1" fmla="*/ 787 w 0"/>
                  <a:gd name="connsiteY1" fmla="*/ 0 h 0"/>
                  <a:gd name="connsiteX2" fmla="*/ 787 w 0"/>
                  <a:gd name="connsiteY2" fmla="*/ 8835 h 0"/>
                  <a:gd name="connsiteX3" fmla="*/ 0 w 0"/>
                  <a:gd name="connsiteY3" fmla="*/ 8835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lnTo>
                      <a:pt x="787" y="0"/>
                    </a:lnTo>
                    <a:lnTo>
                      <a:pt x="787" y="8835"/>
                    </a:lnTo>
                    <a:lnTo>
                      <a:pt x="0" y="8835"/>
                    </a:lnTo>
                    <a:close/>
                  </a:path>
                </a:pathLst>
              </a:custGeom>
              <a:solidFill>
                <a:srgbClr val="999999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30" name="자유형: 도형 2129">
                <a:extLst>
                  <a:ext uri="{FF2B5EF4-FFF2-40B4-BE49-F238E27FC236}">
                    <a16:creationId xmlns:a16="http://schemas.microsoft.com/office/drawing/2014/main" id="{FB257185-6F4A-4D16-B407-B7CEEE78476F}"/>
                  </a:ext>
                </a:extLst>
              </p:cNvPr>
              <p:cNvSpPr/>
              <p:nvPr/>
            </p:nvSpPr>
            <p:spPr>
              <a:xfrm>
                <a:off x="8484608" y="6304948"/>
                <a:ext cx="165549" cy="127289"/>
              </a:xfrm>
              <a:custGeom>
                <a:avLst/>
                <a:gdLst>
                  <a:gd name="connsiteX0" fmla="*/ 166327 w 165548"/>
                  <a:gd name="connsiteY0" fmla="*/ 136776 h 127288"/>
                  <a:gd name="connsiteX1" fmla="*/ 0 w 165548"/>
                  <a:gd name="connsiteY1" fmla="*/ 136776 h 127288"/>
                  <a:gd name="connsiteX2" fmla="*/ 0 w 165548"/>
                  <a:gd name="connsiteY2" fmla="*/ 0 h 127288"/>
                  <a:gd name="connsiteX3" fmla="*/ 166347 w 165548"/>
                  <a:gd name="connsiteY3" fmla="*/ 0 h 127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5548" h="127288">
                    <a:moveTo>
                      <a:pt x="166327" y="136776"/>
                    </a:moveTo>
                    <a:lnTo>
                      <a:pt x="0" y="136776"/>
                    </a:lnTo>
                    <a:lnTo>
                      <a:pt x="0" y="0"/>
                    </a:lnTo>
                    <a:lnTo>
                      <a:pt x="166347" y="0"/>
                    </a:lnTo>
                    <a:close/>
                  </a:path>
                </a:pathLst>
              </a:custGeom>
              <a:solidFill>
                <a:srgbClr val="B3B3B3"/>
              </a:solidFill>
              <a:ln w="9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31" name="자유형: 도형 2130">
                <a:extLst>
                  <a:ext uri="{FF2B5EF4-FFF2-40B4-BE49-F238E27FC236}">
                    <a16:creationId xmlns:a16="http://schemas.microsoft.com/office/drawing/2014/main" id="{D6D373DA-A5A3-4728-A897-5D9FBE64FF04}"/>
                  </a:ext>
                </a:extLst>
              </p:cNvPr>
              <p:cNvSpPr/>
              <p:nvPr/>
            </p:nvSpPr>
            <p:spPr>
              <a:xfrm>
                <a:off x="8652742" y="6358165"/>
                <a:ext cx="12735" cy="12729"/>
              </a:xfrm>
              <a:custGeom>
                <a:avLst/>
                <a:gdLst>
                  <a:gd name="connsiteX0" fmla="*/ 0 w 0"/>
                  <a:gd name="connsiteY0" fmla="*/ 0 h 12728"/>
                  <a:gd name="connsiteX1" fmla="*/ 8783 w 0"/>
                  <a:gd name="connsiteY1" fmla="*/ 0 h 12728"/>
                  <a:gd name="connsiteX2" fmla="*/ 8783 w 0"/>
                  <a:gd name="connsiteY2" fmla="*/ 24443 h 12728"/>
                  <a:gd name="connsiteX3" fmla="*/ 0 w 0"/>
                  <a:gd name="connsiteY3" fmla="*/ 24443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12728">
                    <a:moveTo>
                      <a:pt x="0" y="0"/>
                    </a:moveTo>
                    <a:lnTo>
                      <a:pt x="8783" y="0"/>
                    </a:lnTo>
                    <a:lnTo>
                      <a:pt x="8783" y="24443"/>
                    </a:lnTo>
                    <a:lnTo>
                      <a:pt x="0" y="24443"/>
                    </a:lnTo>
                    <a:close/>
                  </a:path>
                </a:pathLst>
              </a:custGeom>
              <a:solidFill>
                <a:srgbClr val="666666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32" name="자유형: 도형 2131">
                <a:extLst>
                  <a:ext uri="{FF2B5EF4-FFF2-40B4-BE49-F238E27FC236}">
                    <a16:creationId xmlns:a16="http://schemas.microsoft.com/office/drawing/2014/main" id="{62818AEF-24E4-4826-B73D-D7A58603884A}"/>
                  </a:ext>
                </a:extLst>
              </p:cNvPr>
              <p:cNvSpPr/>
              <p:nvPr/>
            </p:nvSpPr>
            <p:spPr>
              <a:xfrm>
                <a:off x="8473720" y="6358165"/>
                <a:ext cx="12735" cy="12729"/>
              </a:xfrm>
              <a:custGeom>
                <a:avLst/>
                <a:gdLst>
                  <a:gd name="connsiteX0" fmla="*/ 0 w 0"/>
                  <a:gd name="connsiteY0" fmla="*/ 0 h 12728"/>
                  <a:gd name="connsiteX1" fmla="*/ 8826 w 0"/>
                  <a:gd name="connsiteY1" fmla="*/ 0 h 12728"/>
                  <a:gd name="connsiteX2" fmla="*/ 8826 w 0"/>
                  <a:gd name="connsiteY2" fmla="*/ 24443 h 12728"/>
                  <a:gd name="connsiteX3" fmla="*/ 0 w 0"/>
                  <a:gd name="connsiteY3" fmla="*/ 24443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12728">
                    <a:moveTo>
                      <a:pt x="0" y="0"/>
                    </a:moveTo>
                    <a:lnTo>
                      <a:pt x="8826" y="0"/>
                    </a:lnTo>
                    <a:lnTo>
                      <a:pt x="8826" y="24443"/>
                    </a:lnTo>
                    <a:lnTo>
                      <a:pt x="0" y="24443"/>
                    </a:lnTo>
                    <a:close/>
                  </a:path>
                </a:pathLst>
              </a:custGeom>
              <a:solidFill>
                <a:srgbClr val="666666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33" name="자유형: 도형 2132">
                <a:extLst>
                  <a:ext uri="{FF2B5EF4-FFF2-40B4-BE49-F238E27FC236}">
                    <a16:creationId xmlns:a16="http://schemas.microsoft.com/office/drawing/2014/main" id="{59834EE7-B7E5-4D98-B3A2-879478EBE184}"/>
                  </a:ext>
                </a:extLst>
              </p:cNvPr>
              <p:cNvSpPr/>
              <p:nvPr/>
            </p:nvSpPr>
            <p:spPr>
              <a:xfrm>
                <a:off x="8526785" y="6304949"/>
                <a:ext cx="76407" cy="114560"/>
              </a:xfrm>
              <a:custGeom>
                <a:avLst/>
                <a:gdLst>
                  <a:gd name="connsiteX0" fmla="*/ 0 w 76407"/>
                  <a:gd name="connsiteY0" fmla="*/ 0 h 114559"/>
                  <a:gd name="connsiteX1" fmla="*/ 85143 w 76407"/>
                  <a:gd name="connsiteY1" fmla="*/ 0 h 114559"/>
                  <a:gd name="connsiteX2" fmla="*/ 85143 w 76407"/>
                  <a:gd name="connsiteY2" fmla="*/ 125566 h 114559"/>
                  <a:gd name="connsiteX3" fmla="*/ 0 w 76407"/>
                  <a:gd name="connsiteY3" fmla="*/ 125566 h 1145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407" h="114559">
                    <a:moveTo>
                      <a:pt x="0" y="0"/>
                    </a:moveTo>
                    <a:lnTo>
                      <a:pt x="85143" y="0"/>
                    </a:lnTo>
                    <a:lnTo>
                      <a:pt x="85143" y="125566"/>
                    </a:lnTo>
                    <a:lnTo>
                      <a:pt x="0" y="125566"/>
                    </a:lnTo>
                    <a:close/>
                  </a:path>
                </a:pathLst>
              </a:custGeom>
              <a:solidFill>
                <a:srgbClr val="333333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34" name="자유형: 도형 2133">
                <a:extLst>
                  <a:ext uri="{FF2B5EF4-FFF2-40B4-BE49-F238E27FC236}">
                    <a16:creationId xmlns:a16="http://schemas.microsoft.com/office/drawing/2014/main" id="{3570B64A-1A6D-4CB2-AFA9-78B1A2C59A00}"/>
                  </a:ext>
                </a:extLst>
              </p:cNvPr>
              <p:cNvSpPr/>
              <p:nvPr/>
            </p:nvSpPr>
            <p:spPr>
              <a:xfrm>
                <a:off x="8482638" y="6304945"/>
                <a:ext cx="165549" cy="127289"/>
              </a:xfrm>
              <a:custGeom>
                <a:avLst/>
                <a:gdLst>
                  <a:gd name="connsiteX0" fmla="*/ 143910 w 165548"/>
                  <a:gd name="connsiteY0" fmla="*/ 0 h 127288"/>
                  <a:gd name="connsiteX1" fmla="*/ 143910 w 165548"/>
                  <a:gd name="connsiteY1" fmla="*/ 13137 h 127288"/>
                  <a:gd name="connsiteX2" fmla="*/ 129368 w 165548"/>
                  <a:gd name="connsiteY2" fmla="*/ 13137 h 127288"/>
                  <a:gd name="connsiteX3" fmla="*/ 129368 w 165548"/>
                  <a:gd name="connsiteY3" fmla="*/ 0 h 127288"/>
                  <a:gd name="connsiteX4" fmla="*/ 125187 w 165548"/>
                  <a:gd name="connsiteY4" fmla="*/ 0 h 127288"/>
                  <a:gd name="connsiteX5" fmla="*/ 125187 w 165548"/>
                  <a:gd name="connsiteY5" fmla="*/ 4572 h 127288"/>
                  <a:gd name="connsiteX6" fmla="*/ 49389 w 165548"/>
                  <a:gd name="connsiteY6" fmla="*/ 4572 h 127288"/>
                  <a:gd name="connsiteX7" fmla="*/ 49389 w 165548"/>
                  <a:gd name="connsiteY7" fmla="*/ 0 h 127288"/>
                  <a:gd name="connsiteX8" fmla="*/ 44651 w 165548"/>
                  <a:gd name="connsiteY8" fmla="*/ 0 h 127288"/>
                  <a:gd name="connsiteX9" fmla="*/ 44651 w 165548"/>
                  <a:gd name="connsiteY9" fmla="*/ 13156 h 127288"/>
                  <a:gd name="connsiteX10" fmla="*/ 30110 w 165548"/>
                  <a:gd name="connsiteY10" fmla="*/ 13156 h 127288"/>
                  <a:gd name="connsiteX11" fmla="*/ 30110 w 165548"/>
                  <a:gd name="connsiteY11" fmla="*/ 0 h 127288"/>
                  <a:gd name="connsiteX12" fmla="*/ 0 w 165548"/>
                  <a:gd name="connsiteY12" fmla="*/ 0 h 127288"/>
                  <a:gd name="connsiteX13" fmla="*/ 0 w 165548"/>
                  <a:gd name="connsiteY13" fmla="*/ 136784 h 127288"/>
                  <a:gd name="connsiteX14" fmla="*/ 174631 w 165548"/>
                  <a:gd name="connsiteY14" fmla="*/ 136784 h 127288"/>
                  <a:gd name="connsiteX15" fmla="*/ 174631 w 165548"/>
                  <a:gd name="connsiteY15" fmla="*/ 0 h 127288"/>
                  <a:gd name="connsiteX16" fmla="*/ 44629 w 165548"/>
                  <a:gd name="connsiteY16" fmla="*/ 111431 h 127288"/>
                  <a:gd name="connsiteX17" fmla="*/ 44629 w 165548"/>
                  <a:gd name="connsiteY17" fmla="*/ 117989 h 127288"/>
                  <a:gd name="connsiteX18" fmla="*/ 30175 w 165548"/>
                  <a:gd name="connsiteY18" fmla="*/ 117989 h 127288"/>
                  <a:gd name="connsiteX19" fmla="*/ 30175 w 165548"/>
                  <a:gd name="connsiteY19" fmla="*/ 110918 h 127288"/>
                  <a:gd name="connsiteX20" fmla="*/ 23778 w 165548"/>
                  <a:gd name="connsiteY20" fmla="*/ 100396 h 127288"/>
                  <a:gd name="connsiteX21" fmla="*/ 30175 w 165548"/>
                  <a:gd name="connsiteY21" fmla="*/ 89400 h 127288"/>
                  <a:gd name="connsiteX22" fmla="*/ 30175 w 165548"/>
                  <a:gd name="connsiteY22" fmla="*/ 89400 h 127288"/>
                  <a:gd name="connsiteX23" fmla="*/ 30175 w 165548"/>
                  <a:gd name="connsiteY23" fmla="*/ 53341 h 127288"/>
                  <a:gd name="connsiteX24" fmla="*/ 44607 w 165548"/>
                  <a:gd name="connsiteY24" fmla="*/ 53341 h 127288"/>
                  <a:gd name="connsiteX25" fmla="*/ 44607 w 165548"/>
                  <a:gd name="connsiteY25" fmla="*/ 89400 h 127288"/>
                  <a:gd name="connsiteX26" fmla="*/ 52118 w 165548"/>
                  <a:gd name="connsiteY26" fmla="*/ 100435 h 127288"/>
                  <a:gd name="connsiteX27" fmla="*/ 44629 w 165548"/>
                  <a:gd name="connsiteY27" fmla="*/ 111431 h 127288"/>
                  <a:gd name="connsiteX28" fmla="*/ 143287 w 165548"/>
                  <a:gd name="connsiteY28" fmla="*/ 111431 h 127288"/>
                  <a:gd name="connsiteX29" fmla="*/ 143287 w 165548"/>
                  <a:gd name="connsiteY29" fmla="*/ 117989 h 127288"/>
                  <a:gd name="connsiteX30" fmla="*/ 128855 w 165548"/>
                  <a:gd name="connsiteY30" fmla="*/ 117989 h 127288"/>
                  <a:gd name="connsiteX31" fmla="*/ 128855 w 165548"/>
                  <a:gd name="connsiteY31" fmla="*/ 110918 h 127288"/>
                  <a:gd name="connsiteX32" fmla="*/ 122435 w 165548"/>
                  <a:gd name="connsiteY32" fmla="*/ 100396 h 127288"/>
                  <a:gd name="connsiteX33" fmla="*/ 128855 w 165548"/>
                  <a:gd name="connsiteY33" fmla="*/ 89400 h 127288"/>
                  <a:gd name="connsiteX34" fmla="*/ 128855 w 165548"/>
                  <a:gd name="connsiteY34" fmla="*/ 89400 h 127288"/>
                  <a:gd name="connsiteX35" fmla="*/ 128855 w 165548"/>
                  <a:gd name="connsiteY35" fmla="*/ 53341 h 127288"/>
                  <a:gd name="connsiteX36" fmla="*/ 143287 w 165548"/>
                  <a:gd name="connsiteY36" fmla="*/ 53341 h 127288"/>
                  <a:gd name="connsiteX37" fmla="*/ 143287 w 165548"/>
                  <a:gd name="connsiteY37" fmla="*/ 89400 h 127288"/>
                  <a:gd name="connsiteX38" fmla="*/ 150776 w 165548"/>
                  <a:gd name="connsiteY38" fmla="*/ 100435 h 127288"/>
                  <a:gd name="connsiteX39" fmla="*/ 143287 w 165548"/>
                  <a:gd name="connsiteY39" fmla="*/ 111431 h 127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65548" h="127288">
                    <a:moveTo>
                      <a:pt x="143910" y="0"/>
                    </a:moveTo>
                    <a:lnTo>
                      <a:pt x="143910" y="13137"/>
                    </a:lnTo>
                    <a:lnTo>
                      <a:pt x="129368" y="13137"/>
                    </a:lnTo>
                    <a:lnTo>
                      <a:pt x="129368" y="0"/>
                    </a:lnTo>
                    <a:lnTo>
                      <a:pt x="125187" y="0"/>
                    </a:lnTo>
                    <a:lnTo>
                      <a:pt x="125187" y="4572"/>
                    </a:lnTo>
                    <a:lnTo>
                      <a:pt x="49389" y="4572"/>
                    </a:lnTo>
                    <a:lnTo>
                      <a:pt x="49389" y="0"/>
                    </a:lnTo>
                    <a:lnTo>
                      <a:pt x="44651" y="0"/>
                    </a:lnTo>
                    <a:lnTo>
                      <a:pt x="44651" y="13156"/>
                    </a:lnTo>
                    <a:lnTo>
                      <a:pt x="30110" y="13156"/>
                    </a:lnTo>
                    <a:lnTo>
                      <a:pt x="30110" y="0"/>
                    </a:lnTo>
                    <a:lnTo>
                      <a:pt x="0" y="0"/>
                    </a:lnTo>
                    <a:lnTo>
                      <a:pt x="0" y="136784"/>
                    </a:lnTo>
                    <a:lnTo>
                      <a:pt x="174631" y="136784"/>
                    </a:lnTo>
                    <a:lnTo>
                      <a:pt x="174631" y="0"/>
                    </a:lnTo>
                    <a:close/>
                    <a:moveTo>
                      <a:pt x="44629" y="111431"/>
                    </a:moveTo>
                    <a:lnTo>
                      <a:pt x="44629" y="117989"/>
                    </a:lnTo>
                    <a:lnTo>
                      <a:pt x="30175" y="117989"/>
                    </a:lnTo>
                    <a:lnTo>
                      <a:pt x="30175" y="110918"/>
                    </a:lnTo>
                    <a:cubicBezTo>
                      <a:pt x="26310" y="108689"/>
                      <a:pt x="23778" y="104804"/>
                      <a:pt x="23778" y="100396"/>
                    </a:cubicBezTo>
                    <a:cubicBezTo>
                      <a:pt x="23778" y="95572"/>
                      <a:pt x="25830" y="91523"/>
                      <a:pt x="30175" y="89400"/>
                    </a:cubicBezTo>
                    <a:lnTo>
                      <a:pt x="30175" y="89400"/>
                    </a:lnTo>
                    <a:lnTo>
                      <a:pt x="30175" y="53341"/>
                    </a:lnTo>
                    <a:lnTo>
                      <a:pt x="44607" y="53341"/>
                    </a:lnTo>
                    <a:lnTo>
                      <a:pt x="44607" y="89400"/>
                    </a:lnTo>
                    <a:cubicBezTo>
                      <a:pt x="48996" y="91542"/>
                      <a:pt x="52118" y="95610"/>
                      <a:pt x="52118" y="100435"/>
                    </a:cubicBezTo>
                    <a:cubicBezTo>
                      <a:pt x="52098" y="105231"/>
                      <a:pt x="49062" y="109319"/>
                      <a:pt x="44629" y="111431"/>
                    </a:cubicBezTo>
                    <a:close/>
                    <a:moveTo>
                      <a:pt x="143287" y="111431"/>
                    </a:moveTo>
                    <a:lnTo>
                      <a:pt x="143287" y="117989"/>
                    </a:lnTo>
                    <a:lnTo>
                      <a:pt x="128855" y="117989"/>
                    </a:lnTo>
                    <a:lnTo>
                      <a:pt x="128855" y="110918"/>
                    </a:lnTo>
                    <a:cubicBezTo>
                      <a:pt x="124990" y="108689"/>
                      <a:pt x="122435" y="104804"/>
                      <a:pt x="122435" y="100396"/>
                    </a:cubicBezTo>
                    <a:cubicBezTo>
                      <a:pt x="122435" y="95572"/>
                      <a:pt x="124444" y="91523"/>
                      <a:pt x="128855" y="89400"/>
                    </a:cubicBezTo>
                    <a:lnTo>
                      <a:pt x="128855" y="89400"/>
                    </a:lnTo>
                    <a:lnTo>
                      <a:pt x="128855" y="53341"/>
                    </a:lnTo>
                    <a:lnTo>
                      <a:pt x="143287" y="53341"/>
                    </a:lnTo>
                    <a:lnTo>
                      <a:pt x="143287" y="89400"/>
                    </a:lnTo>
                    <a:cubicBezTo>
                      <a:pt x="147719" y="91542"/>
                      <a:pt x="150776" y="95610"/>
                      <a:pt x="150776" y="100435"/>
                    </a:cubicBezTo>
                    <a:cubicBezTo>
                      <a:pt x="150776" y="105231"/>
                      <a:pt x="147730" y="109319"/>
                      <a:pt x="143287" y="111431"/>
                    </a:cubicBezTo>
                    <a:close/>
                  </a:path>
                </a:pathLst>
              </a:custGeom>
              <a:solidFill>
                <a:srgbClr val="E6E6E6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35" name="자유형: 도형 2134">
                <a:extLst>
                  <a:ext uri="{FF2B5EF4-FFF2-40B4-BE49-F238E27FC236}">
                    <a16:creationId xmlns:a16="http://schemas.microsoft.com/office/drawing/2014/main" id="{19C02F27-8D0D-4F22-95F4-64A5C1E3EA84}"/>
                  </a:ext>
                </a:extLst>
              </p:cNvPr>
              <p:cNvSpPr/>
              <p:nvPr/>
            </p:nvSpPr>
            <p:spPr>
              <a:xfrm>
                <a:off x="8642672" y="6309521"/>
                <a:ext cx="12735" cy="127289"/>
              </a:xfrm>
              <a:custGeom>
                <a:avLst/>
                <a:gdLst>
                  <a:gd name="connsiteX0" fmla="*/ 10048 w 0"/>
                  <a:gd name="connsiteY0" fmla="*/ 132202 h 127288"/>
                  <a:gd name="connsiteX1" fmla="*/ 5008 w 0"/>
                  <a:gd name="connsiteY1" fmla="*/ 43905 h 127288"/>
                  <a:gd name="connsiteX2" fmla="*/ 0 w 0"/>
                  <a:gd name="connsiteY2" fmla="*/ 0 h 127288"/>
                  <a:gd name="connsiteX3" fmla="*/ 10048 w 0"/>
                  <a:gd name="connsiteY3" fmla="*/ 0 h 127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127288">
                    <a:moveTo>
                      <a:pt x="10048" y="132202"/>
                    </a:moveTo>
                    <a:lnTo>
                      <a:pt x="5008" y="43905"/>
                    </a:lnTo>
                    <a:lnTo>
                      <a:pt x="0" y="0"/>
                    </a:lnTo>
                    <a:lnTo>
                      <a:pt x="10048" y="0"/>
                    </a:lnTo>
                    <a:close/>
                  </a:path>
                </a:pathLst>
              </a:custGeom>
              <a:solidFill>
                <a:srgbClr val="999999"/>
              </a:solidFill>
              <a:ln w="9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36" name="자유형: 도형 2135">
                <a:extLst>
                  <a:ext uri="{FF2B5EF4-FFF2-40B4-BE49-F238E27FC236}">
                    <a16:creationId xmlns:a16="http://schemas.microsoft.com/office/drawing/2014/main" id="{FB639D29-E04E-4657-BD25-9751B546AD1D}"/>
                  </a:ext>
                </a:extLst>
              </p:cNvPr>
              <p:cNvSpPr/>
              <p:nvPr/>
            </p:nvSpPr>
            <p:spPr>
              <a:xfrm>
                <a:off x="8490925" y="6434796"/>
                <a:ext cx="152814" cy="12729"/>
              </a:xfrm>
              <a:custGeom>
                <a:avLst/>
                <a:gdLst>
                  <a:gd name="connsiteX0" fmla="*/ 0 w 152814"/>
                  <a:gd name="connsiteY0" fmla="*/ 0 h 0"/>
                  <a:gd name="connsiteX1" fmla="*/ 153460 w 152814"/>
                  <a:gd name="connsiteY1" fmla="*/ 0 h 0"/>
                  <a:gd name="connsiteX2" fmla="*/ 153460 w 152814"/>
                  <a:gd name="connsiteY2" fmla="*/ 5299 h 0"/>
                  <a:gd name="connsiteX3" fmla="*/ 0 w 152814"/>
                  <a:gd name="connsiteY3" fmla="*/ 5299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2814">
                    <a:moveTo>
                      <a:pt x="0" y="0"/>
                    </a:moveTo>
                    <a:lnTo>
                      <a:pt x="153460" y="0"/>
                    </a:lnTo>
                    <a:lnTo>
                      <a:pt x="153460" y="5299"/>
                    </a:lnTo>
                    <a:lnTo>
                      <a:pt x="0" y="5299"/>
                    </a:lnTo>
                    <a:close/>
                  </a:path>
                </a:pathLst>
              </a:custGeom>
              <a:solidFill>
                <a:srgbClr val="B3B3B3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37" name="자유형: 도형 2136">
                <a:extLst>
                  <a:ext uri="{FF2B5EF4-FFF2-40B4-BE49-F238E27FC236}">
                    <a16:creationId xmlns:a16="http://schemas.microsoft.com/office/drawing/2014/main" id="{EB88BED6-D438-4409-A01E-425081BE08BB}"/>
                  </a:ext>
                </a:extLst>
              </p:cNvPr>
              <p:cNvSpPr/>
              <p:nvPr/>
            </p:nvSpPr>
            <p:spPr>
              <a:xfrm>
                <a:off x="8490925" y="6439206"/>
                <a:ext cx="152814" cy="12729"/>
              </a:xfrm>
              <a:custGeom>
                <a:avLst/>
                <a:gdLst>
                  <a:gd name="connsiteX0" fmla="*/ 0 w 152814"/>
                  <a:gd name="connsiteY0" fmla="*/ 0 h 0"/>
                  <a:gd name="connsiteX1" fmla="*/ 153460 w 152814"/>
                  <a:gd name="connsiteY1" fmla="*/ 0 h 0"/>
                  <a:gd name="connsiteX2" fmla="*/ 153460 w 152814"/>
                  <a:gd name="connsiteY2" fmla="*/ 2519 h 0"/>
                  <a:gd name="connsiteX3" fmla="*/ 0 w 152814"/>
                  <a:gd name="connsiteY3" fmla="*/ 2519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2814">
                    <a:moveTo>
                      <a:pt x="0" y="0"/>
                    </a:moveTo>
                    <a:lnTo>
                      <a:pt x="153460" y="0"/>
                    </a:lnTo>
                    <a:lnTo>
                      <a:pt x="153460" y="2519"/>
                    </a:lnTo>
                    <a:lnTo>
                      <a:pt x="0" y="2519"/>
                    </a:lnTo>
                    <a:close/>
                  </a:path>
                </a:pathLst>
              </a:custGeom>
              <a:solidFill>
                <a:srgbClr val="CCCCCC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38" name="자유형: 도형 2137">
                <a:extLst>
                  <a:ext uri="{FF2B5EF4-FFF2-40B4-BE49-F238E27FC236}">
                    <a16:creationId xmlns:a16="http://schemas.microsoft.com/office/drawing/2014/main" id="{658CBF32-9F79-4583-A560-85FE3BB78154}"/>
                  </a:ext>
                </a:extLst>
              </p:cNvPr>
              <p:cNvSpPr/>
              <p:nvPr/>
            </p:nvSpPr>
            <p:spPr>
              <a:xfrm>
                <a:off x="7518749" y="5634484"/>
                <a:ext cx="382035" cy="381866"/>
              </a:xfrm>
              <a:custGeom>
                <a:avLst/>
                <a:gdLst>
                  <a:gd name="connsiteX0" fmla="*/ 389279 w 382035"/>
                  <a:gd name="connsiteY0" fmla="*/ 0 h 381865"/>
                  <a:gd name="connsiteX1" fmla="*/ 389279 w 382035"/>
                  <a:gd name="connsiteY1" fmla="*/ 393139 h 381865"/>
                  <a:gd name="connsiteX2" fmla="*/ 0 w 382035"/>
                  <a:gd name="connsiteY2" fmla="*/ 393139 h 381865"/>
                  <a:gd name="connsiteX3" fmla="*/ 0 w 382035"/>
                  <a:gd name="connsiteY3" fmla="*/ 40629 h 381865"/>
                  <a:gd name="connsiteX4" fmla="*/ 31743 w 382035"/>
                  <a:gd name="connsiteY4" fmla="*/ 0 h 3818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2035" h="381865">
                    <a:moveTo>
                      <a:pt x="389279" y="0"/>
                    </a:moveTo>
                    <a:lnTo>
                      <a:pt x="389279" y="393139"/>
                    </a:lnTo>
                    <a:lnTo>
                      <a:pt x="0" y="393139"/>
                    </a:lnTo>
                    <a:lnTo>
                      <a:pt x="0" y="40629"/>
                    </a:lnTo>
                    <a:lnTo>
                      <a:pt x="31743" y="0"/>
                    </a:lnTo>
                    <a:close/>
                  </a:path>
                </a:pathLst>
              </a:custGeom>
              <a:solidFill>
                <a:srgbClr val="1A1A1A"/>
              </a:solidFill>
              <a:ln w="90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39" name="자유형: 도형 2138">
                <a:extLst>
                  <a:ext uri="{FF2B5EF4-FFF2-40B4-BE49-F238E27FC236}">
                    <a16:creationId xmlns:a16="http://schemas.microsoft.com/office/drawing/2014/main" id="{0BA7BA8A-0581-4470-8790-27F2EEBC99CC}"/>
                  </a:ext>
                </a:extLst>
              </p:cNvPr>
              <p:cNvSpPr/>
              <p:nvPr/>
            </p:nvSpPr>
            <p:spPr>
              <a:xfrm>
                <a:off x="7133507" y="6232759"/>
                <a:ext cx="12735" cy="12729"/>
              </a:xfrm>
              <a:custGeom>
                <a:avLst/>
                <a:gdLst>
                  <a:gd name="connsiteX0" fmla="*/ 0 w 0"/>
                  <a:gd name="connsiteY0" fmla="*/ 0 h 12728"/>
                  <a:gd name="connsiteX1" fmla="*/ 5968 w 0"/>
                  <a:gd name="connsiteY1" fmla="*/ 0 h 12728"/>
                  <a:gd name="connsiteX2" fmla="*/ 5968 w 0"/>
                  <a:gd name="connsiteY2" fmla="*/ 17977 h 12728"/>
                  <a:gd name="connsiteX3" fmla="*/ 0 w 0"/>
                  <a:gd name="connsiteY3" fmla="*/ 17977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12728">
                    <a:moveTo>
                      <a:pt x="0" y="0"/>
                    </a:moveTo>
                    <a:lnTo>
                      <a:pt x="5968" y="0"/>
                    </a:lnTo>
                    <a:lnTo>
                      <a:pt x="5968" y="17977"/>
                    </a:lnTo>
                    <a:lnTo>
                      <a:pt x="0" y="17977"/>
                    </a:lnTo>
                    <a:close/>
                  </a:path>
                </a:pathLst>
              </a:custGeom>
              <a:solidFill>
                <a:srgbClr val="CCCCCC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40" name="자유형: 도형 2139">
                <a:extLst>
                  <a:ext uri="{FF2B5EF4-FFF2-40B4-BE49-F238E27FC236}">
                    <a16:creationId xmlns:a16="http://schemas.microsoft.com/office/drawing/2014/main" id="{07216BD2-7C29-4314-91B7-02EAC1866A7F}"/>
                  </a:ext>
                </a:extLst>
              </p:cNvPr>
              <p:cNvSpPr/>
              <p:nvPr/>
            </p:nvSpPr>
            <p:spPr>
              <a:xfrm>
                <a:off x="7118205" y="6232759"/>
                <a:ext cx="12735" cy="12729"/>
              </a:xfrm>
              <a:custGeom>
                <a:avLst/>
                <a:gdLst>
                  <a:gd name="connsiteX0" fmla="*/ 0 w 0"/>
                  <a:gd name="connsiteY0" fmla="*/ 0 h 12728"/>
                  <a:gd name="connsiteX1" fmla="*/ 5961 w 0"/>
                  <a:gd name="connsiteY1" fmla="*/ 0 h 12728"/>
                  <a:gd name="connsiteX2" fmla="*/ 5961 w 0"/>
                  <a:gd name="connsiteY2" fmla="*/ 17977 h 12728"/>
                  <a:gd name="connsiteX3" fmla="*/ 0 w 0"/>
                  <a:gd name="connsiteY3" fmla="*/ 17977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12728">
                    <a:moveTo>
                      <a:pt x="0" y="0"/>
                    </a:moveTo>
                    <a:lnTo>
                      <a:pt x="5961" y="0"/>
                    </a:lnTo>
                    <a:lnTo>
                      <a:pt x="5961" y="17977"/>
                    </a:lnTo>
                    <a:lnTo>
                      <a:pt x="0" y="17977"/>
                    </a:lnTo>
                    <a:close/>
                  </a:path>
                </a:pathLst>
              </a:custGeom>
              <a:solidFill>
                <a:srgbClr val="CCCCCC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41" name="자유형: 도형 2140">
                <a:extLst>
                  <a:ext uri="{FF2B5EF4-FFF2-40B4-BE49-F238E27FC236}">
                    <a16:creationId xmlns:a16="http://schemas.microsoft.com/office/drawing/2014/main" id="{FB1E98DC-90C4-4CE6-B0C1-B1B90839DB7C}"/>
                  </a:ext>
                </a:extLst>
              </p:cNvPr>
              <p:cNvSpPr/>
              <p:nvPr/>
            </p:nvSpPr>
            <p:spPr>
              <a:xfrm>
                <a:off x="7110535" y="6232759"/>
                <a:ext cx="12735" cy="12729"/>
              </a:xfrm>
              <a:custGeom>
                <a:avLst/>
                <a:gdLst>
                  <a:gd name="connsiteX0" fmla="*/ 0 w 0"/>
                  <a:gd name="connsiteY0" fmla="*/ 0 h 12728"/>
                  <a:gd name="connsiteX1" fmla="*/ 5955 w 0"/>
                  <a:gd name="connsiteY1" fmla="*/ 0 h 12728"/>
                  <a:gd name="connsiteX2" fmla="*/ 5955 w 0"/>
                  <a:gd name="connsiteY2" fmla="*/ 17977 h 12728"/>
                  <a:gd name="connsiteX3" fmla="*/ 0 w 0"/>
                  <a:gd name="connsiteY3" fmla="*/ 17977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12728">
                    <a:moveTo>
                      <a:pt x="0" y="0"/>
                    </a:moveTo>
                    <a:lnTo>
                      <a:pt x="5955" y="0"/>
                    </a:lnTo>
                    <a:lnTo>
                      <a:pt x="5955" y="17977"/>
                    </a:lnTo>
                    <a:lnTo>
                      <a:pt x="0" y="17977"/>
                    </a:lnTo>
                    <a:close/>
                  </a:path>
                </a:pathLst>
              </a:custGeom>
              <a:solidFill>
                <a:srgbClr val="CCCCCC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42" name="자유형: 도형 2141">
                <a:extLst>
                  <a:ext uri="{FF2B5EF4-FFF2-40B4-BE49-F238E27FC236}">
                    <a16:creationId xmlns:a16="http://schemas.microsoft.com/office/drawing/2014/main" id="{3D9E89E4-9872-49F6-9C07-59C09526D924}"/>
                  </a:ext>
                </a:extLst>
              </p:cNvPr>
              <p:cNvSpPr/>
              <p:nvPr/>
            </p:nvSpPr>
            <p:spPr>
              <a:xfrm>
                <a:off x="7102872" y="6232759"/>
                <a:ext cx="12735" cy="12729"/>
              </a:xfrm>
              <a:custGeom>
                <a:avLst/>
                <a:gdLst>
                  <a:gd name="connsiteX0" fmla="*/ 0 w 0"/>
                  <a:gd name="connsiteY0" fmla="*/ 0 h 12728"/>
                  <a:gd name="connsiteX1" fmla="*/ 5955 w 0"/>
                  <a:gd name="connsiteY1" fmla="*/ 0 h 12728"/>
                  <a:gd name="connsiteX2" fmla="*/ 5955 w 0"/>
                  <a:gd name="connsiteY2" fmla="*/ 17977 h 12728"/>
                  <a:gd name="connsiteX3" fmla="*/ 0 w 0"/>
                  <a:gd name="connsiteY3" fmla="*/ 17977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12728">
                    <a:moveTo>
                      <a:pt x="0" y="0"/>
                    </a:moveTo>
                    <a:lnTo>
                      <a:pt x="5955" y="0"/>
                    </a:lnTo>
                    <a:lnTo>
                      <a:pt x="5955" y="17977"/>
                    </a:lnTo>
                    <a:lnTo>
                      <a:pt x="0" y="17977"/>
                    </a:lnTo>
                    <a:close/>
                  </a:path>
                </a:pathLst>
              </a:custGeom>
              <a:solidFill>
                <a:srgbClr val="CCCCCC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43" name="자유형: 도형 2142">
                <a:extLst>
                  <a:ext uri="{FF2B5EF4-FFF2-40B4-BE49-F238E27FC236}">
                    <a16:creationId xmlns:a16="http://schemas.microsoft.com/office/drawing/2014/main" id="{FA69A122-0A85-4EEF-AFB7-D93E9C5462D3}"/>
                  </a:ext>
                </a:extLst>
              </p:cNvPr>
              <p:cNvSpPr/>
              <p:nvPr/>
            </p:nvSpPr>
            <p:spPr>
              <a:xfrm>
                <a:off x="7095215" y="6232759"/>
                <a:ext cx="12735" cy="12729"/>
              </a:xfrm>
              <a:custGeom>
                <a:avLst/>
                <a:gdLst>
                  <a:gd name="connsiteX0" fmla="*/ 0 w 0"/>
                  <a:gd name="connsiteY0" fmla="*/ 0 h 12728"/>
                  <a:gd name="connsiteX1" fmla="*/ 5955 w 0"/>
                  <a:gd name="connsiteY1" fmla="*/ 0 h 12728"/>
                  <a:gd name="connsiteX2" fmla="*/ 5955 w 0"/>
                  <a:gd name="connsiteY2" fmla="*/ 17977 h 12728"/>
                  <a:gd name="connsiteX3" fmla="*/ 0 w 0"/>
                  <a:gd name="connsiteY3" fmla="*/ 17977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12728">
                    <a:moveTo>
                      <a:pt x="0" y="0"/>
                    </a:moveTo>
                    <a:lnTo>
                      <a:pt x="5955" y="0"/>
                    </a:lnTo>
                    <a:lnTo>
                      <a:pt x="5955" y="17977"/>
                    </a:lnTo>
                    <a:lnTo>
                      <a:pt x="0" y="17977"/>
                    </a:lnTo>
                    <a:close/>
                  </a:path>
                </a:pathLst>
              </a:custGeom>
              <a:solidFill>
                <a:srgbClr val="CCCCCC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44" name="자유형: 도형 2143">
                <a:extLst>
                  <a:ext uri="{FF2B5EF4-FFF2-40B4-BE49-F238E27FC236}">
                    <a16:creationId xmlns:a16="http://schemas.microsoft.com/office/drawing/2014/main" id="{A099F095-4AF4-44DA-85D5-470B79AD3AF9}"/>
                  </a:ext>
                </a:extLst>
              </p:cNvPr>
              <p:cNvSpPr/>
              <p:nvPr/>
            </p:nvSpPr>
            <p:spPr>
              <a:xfrm>
                <a:off x="7087557" y="6232759"/>
                <a:ext cx="12735" cy="12729"/>
              </a:xfrm>
              <a:custGeom>
                <a:avLst/>
                <a:gdLst>
                  <a:gd name="connsiteX0" fmla="*/ 0 w 0"/>
                  <a:gd name="connsiteY0" fmla="*/ 0 h 12728"/>
                  <a:gd name="connsiteX1" fmla="*/ 5955 w 0"/>
                  <a:gd name="connsiteY1" fmla="*/ 0 h 12728"/>
                  <a:gd name="connsiteX2" fmla="*/ 5955 w 0"/>
                  <a:gd name="connsiteY2" fmla="*/ 17977 h 12728"/>
                  <a:gd name="connsiteX3" fmla="*/ 0 w 0"/>
                  <a:gd name="connsiteY3" fmla="*/ 17977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12728">
                    <a:moveTo>
                      <a:pt x="0" y="0"/>
                    </a:moveTo>
                    <a:lnTo>
                      <a:pt x="5955" y="0"/>
                    </a:lnTo>
                    <a:lnTo>
                      <a:pt x="5955" y="17977"/>
                    </a:lnTo>
                    <a:lnTo>
                      <a:pt x="0" y="17977"/>
                    </a:lnTo>
                    <a:close/>
                  </a:path>
                </a:pathLst>
              </a:custGeom>
              <a:solidFill>
                <a:srgbClr val="CCCCCC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45" name="자유형: 도형 2144">
                <a:extLst>
                  <a:ext uri="{FF2B5EF4-FFF2-40B4-BE49-F238E27FC236}">
                    <a16:creationId xmlns:a16="http://schemas.microsoft.com/office/drawing/2014/main" id="{D7BF5FD1-1A39-483B-9448-4715D6347FD8}"/>
                  </a:ext>
                </a:extLst>
              </p:cNvPr>
              <p:cNvSpPr/>
              <p:nvPr/>
            </p:nvSpPr>
            <p:spPr>
              <a:xfrm>
                <a:off x="7079900" y="6232759"/>
                <a:ext cx="12735" cy="12729"/>
              </a:xfrm>
              <a:custGeom>
                <a:avLst/>
                <a:gdLst>
                  <a:gd name="connsiteX0" fmla="*/ 0 w 0"/>
                  <a:gd name="connsiteY0" fmla="*/ 0 h 12728"/>
                  <a:gd name="connsiteX1" fmla="*/ 5961 w 0"/>
                  <a:gd name="connsiteY1" fmla="*/ 0 h 12728"/>
                  <a:gd name="connsiteX2" fmla="*/ 5961 w 0"/>
                  <a:gd name="connsiteY2" fmla="*/ 17977 h 12728"/>
                  <a:gd name="connsiteX3" fmla="*/ 0 w 0"/>
                  <a:gd name="connsiteY3" fmla="*/ 17977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12728">
                    <a:moveTo>
                      <a:pt x="0" y="0"/>
                    </a:moveTo>
                    <a:lnTo>
                      <a:pt x="5961" y="0"/>
                    </a:lnTo>
                    <a:lnTo>
                      <a:pt x="5961" y="17977"/>
                    </a:lnTo>
                    <a:lnTo>
                      <a:pt x="0" y="17977"/>
                    </a:lnTo>
                    <a:close/>
                  </a:path>
                </a:pathLst>
              </a:custGeom>
              <a:solidFill>
                <a:srgbClr val="CCCCCC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46" name="자유형: 도형 2145">
                <a:extLst>
                  <a:ext uri="{FF2B5EF4-FFF2-40B4-BE49-F238E27FC236}">
                    <a16:creationId xmlns:a16="http://schemas.microsoft.com/office/drawing/2014/main" id="{40F2F81E-E983-4296-B170-75043C72DDDB}"/>
                  </a:ext>
                </a:extLst>
              </p:cNvPr>
              <p:cNvSpPr/>
              <p:nvPr/>
            </p:nvSpPr>
            <p:spPr>
              <a:xfrm>
                <a:off x="7072243" y="6232759"/>
                <a:ext cx="12735" cy="12729"/>
              </a:xfrm>
              <a:custGeom>
                <a:avLst/>
                <a:gdLst>
                  <a:gd name="connsiteX0" fmla="*/ 0 w 0"/>
                  <a:gd name="connsiteY0" fmla="*/ 0 h 12728"/>
                  <a:gd name="connsiteX1" fmla="*/ 5961 w 0"/>
                  <a:gd name="connsiteY1" fmla="*/ 0 h 12728"/>
                  <a:gd name="connsiteX2" fmla="*/ 5961 w 0"/>
                  <a:gd name="connsiteY2" fmla="*/ 17977 h 12728"/>
                  <a:gd name="connsiteX3" fmla="*/ 0 w 0"/>
                  <a:gd name="connsiteY3" fmla="*/ 17977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12728">
                    <a:moveTo>
                      <a:pt x="0" y="0"/>
                    </a:moveTo>
                    <a:lnTo>
                      <a:pt x="5961" y="0"/>
                    </a:lnTo>
                    <a:lnTo>
                      <a:pt x="5961" y="17977"/>
                    </a:lnTo>
                    <a:lnTo>
                      <a:pt x="0" y="17977"/>
                    </a:lnTo>
                    <a:close/>
                  </a:path>
                </a:pathLst>
              </a:custGeom>
              <a:solidFill>
                <a:srgbClr val="CCCCCC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47" name="자유형: 도형 2146">
                <a:extLst>
                  <a:ext uri="{FF2B5EF4-FFF2-40B4-BE49-F238E27FC236}">
                    <a16:creationId xmlns:a16="http://schemas.microsoft.com/office/drawing/2014/main" id="{C48098C7-2322-44BF-913B-8430DE8C0A6A}"/>
                  </a:ext>
                </a:extLst>
              </p:cNvPr>
              <p:cNvSpPr/>
              <p:nvPr/>
            </p:nvSpPr>
            <p:spPr>
              <a:xfrm>
                <a:off x="7064573" y="6232759"/>
                <a:ext cx="12735" cy="12729"/>
              </a:xfrm>
              <a:custGeom>
                <a:avLst/>
                <a:gdLst>
                  <a:gd name="connsiteX0" fmla="*/ 0 w 0"/>
                  <a:gd name="connsiteY0" fmla="*/ 0 h 12728"/>
                  <a:gd name="connsiteX1" fmla="*/ 5955 w 0"/>
                  <a:gd name="connsiteY1" fmla="*/ 0 h 12728"/>
                  <a:gd name="connsiteX2" fmla="*/ 5955 w 0"/>
                  <a:gd name="connsiteY2" fmla="*/ 17977 h 12728"/>
                  <a:gd name="connsiteX3" fmla="*/ 0 w 0"/>
                  <a:gd name="connsiteY3" fmla="*/ 17977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12728">
                    <a:moveTo>
                      <a:pt x="0" y="0"/>
                    </a:moveTo>
                    <a:lnTo>
                      <a:pt x="5955" y="0"/>
                    </a:lnTo>
                    <a:lnTo>
                      <a:pt x="5955" y="17977"/>
                    </a:lnTo>
                    <a:lnTo>
                      <a:pt x="0" y="17977"/>
                    </a:lnTo>
                    <a:close/>
                  </a:path>
                </a:pathLst>
              </a:custGeom>
              <a:solidFill>
                <a:srgbClr val="CCCCCC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48" name="자유형: 도형 2147">
                <a:extLst>
                  <a:ext uri="{FF2B5EF4-FFF2-40B4-BE49-F238E27FC236}">
                    <a16:creationId xmlns:a16="http://schemas.microsoft.com/office/drawing/2014/main" id="{1B2B995D-B692-4C1B-B0C3-737D2D090435}"/>
                  </a:ext>
                </a:extLst>
              </p:cNvPr>
              <p:cNvSpPr/>
              <p:nvPr/>
            </p:nvSpPr>
            <p:spPr>
              <a:xfrm>
                <a:off x="7056917" y="6232759"/>
                <a:ext cx="12735" cy="12729"/>
              </a:xfrm>
              <a:custGeom>
                <a:avLst/>
                <a:gdLst>
                  <a:gd name="connsiteX0" fmla="*/ 0 w 0"/>
                  <a:gd name="connsiteY0" fmla="*/ 0 h 12728"/>
                  <a:gd name="connsiteX1" fmla="*/ 5948 w 0"/>
                  <a:gd name="connsiteY1" fmla="*/ 0 h 12728"/>
                  <a:gd name="connsiteX2" fmla="*/ 5948 w 0"/>
                  <a:gd name="connsiteY2" fmla="*/ 17977 h 12728"/>
                  <a:gd name="connsiteX3" fmla="*/ 0 w 0"/>
                  <a:gd name="connsiteY3" fmla="*/ 17977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12728">
                    <a:moveTo>
                      <a:pt x="0" y="0"/>
                    </a:moveTo>
                    <a:lnTo>
                      <a:pt x="5948" y="0"/>
                    </a:lnTo>
                    <a:lnTo>
                      <a:pt x="5948" y="17977"/>
                    </a:lnTo>
                    <a:lnTo>
                      <a:pt x="0" y="17977"/>
                    </a:lnTo>
                    <a:close/>
                  </a:path>
                </a:pathLst>
              </a:custGeom>
              <a:solidFill>
                <a:srgbClr val="CCCCCC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49" name="자유형: 도형 2148">
                <a:extLst>
                  <a:ext uri="{FF2B5EF4-FFF2-40B4-BE49-F238E27FC236}">
                    <a16:creationId xmlns:a16="http://schemas.microsoft.com/office/drawing/2014/main" id="{C1B53FE6-CC3D-409D-8CEA-8879D8D40495}"/>
                  </a:ext>
                </a:extLst>
              </p:cNvPr>
              <p:cNvSpPr/>
              <p:nvPr/>
            </p:nvSpPr>
            <p:spPr>
              <a:xfrm>
                <a:off x="7049260" y="6232759"/>
                <a:ext cx="12735" cy="12729"/>
              </a:xfrm>
              <a:custGeom>
                <a:avLst/>
                <a:gdLst>
                  <a:gd name="connsiteX0" fmla="*/ 0 w 0"/>
                  <a:gd name="connsiteY0" fmla="*/ 0 h 12728"/>
                  <a:gd name="connsiteX1" fmla="*/ 5961 w 0"/>
                  <a:gd name="connsiteY1" fmla="*/ 0 h 12728"/>
                  <a:gd name="connsiteX2" fmla="*/ 5961 w 0"/>
                  <a:gd name="connsiteY2" fmla="*/ 17977 h 12728"/>
                  <a:gd name="connsiteX3" fmla="*/ 0 w 0"/>
                  <a:gd name="connsiteY3" fmla="*/ 17977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12728">
                    <a:moveTo>
                      <a:pt x="0" y="0"/>
                    </a:moveTo>
                    <a:lnTo>
                      <a:pt x="5961" y="0"/>
                    </a:lnTo>
                    <a:lnTo>
                      <a:pt x="5961" y="17977"/>
                    </a:lnTo>
                    <a:lnTo>
                      <a:pt x="0" y="17977"/>
                    </a:lnTo>
                    <a:close/>
                  </a:path>
                </a:pathLst>
              </a:custGeom>
              <a:solidFill>
                <a:srgbClr val="CCCCCC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50" name="자유형: 도형 2149">
                <a:extLst>
                  <a:ext uri="{FF2B5EF4-FFF2-40B4-BE49-F238E27FC236}">
                    <a16:creationId xmlns:a16="http://schemas.microsoft.com/office/drawing/2014/main" id="{FCDCDB1E-3DC4-4932-A1D1-046C6948E5BC}"/>
                  </a:ext>
                </a:extLst>
              </p:cNvPr>
              <p:cNvSpPr/>
              <p:nvPr/>
            </p:nvSpPr>
            <p:spPr>
              <a:xfrm>
                <a:off x="7041602" y="6232759"/>
                <a:ext cx="12735" cy="12729"/>
              </a:xfrm>
              <a:custGeom>
                <a:avLst/>
                <a:gdLst>
                  <a:gd name="connsiteX0" fmla="*/ 0 w 0"/>
                  <a:gd name="connsiteY0" fmla="*/ 0 h 12728"/>
                  <a:gd name="connsiteX1" fmla="*/ 5974 w 0"/>
                  <a:gd name="connsiteY1" fmla="*/ 0 h 12728"/>
                  <a:gd name="connsiteX2" fmla="*/ 5974 w 0"/>
                  <a:gd name="connsiteY2" fmla="*/ 17977 h 12728"/>
                  <a:gd name="connsiteX3" fmla="*/ 0 w 0"/>
                  <a:gd name="connsiteY3" fmla="*/ 17977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12728">
                    <a:moveTo>
                      <a:pt x="0" y="0"/>
                    </a:moveTo>
                    <a:lnTo>
                      <a:pt x="5974" y="0"/>
                    </a:lnTo>
                    <a:lnTo>
                      <a:pt x="5974" y="17977"/>
                    </a:lnTo>
                    <a:lnTo>
                      <a:pt x="0" y="17977"/>
                    </a:lnTo>
                    <a:close/>
                  </a:path>
                </a:pathLst>
              </a:custGeom>
              <a:solidFill>
                <a:srgbClr val="CCCCCC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51" name="자유형: 도형 2150">
                <a:extLst>
                  <a:ext uri="{FF2B5EF4-FFF2-40B4-BE49-F238E27FC236}">
                    <a16:creationId xmlns:a16="http://schemas.microsoft.com/office/drawing/2014/main" id="{DCF20B3E-4551-4E2D-BAAD-29444F087DD6}"/>
                  </a:ext>
                </a:extLst>
              </p:cNvPr>
              <p:cNvSpPr/>
              <p:nvPr/>
            </p:nvSpPr>
            <p:spPr>
              <a:xfrm>
                <a:off x="7033939" y="6232759"/>
                <a:ext cx="12735" cy="12729"/>
              </a:xfrm>
              <a:custGeom>
                <a:avLst/>
                <a:gdLst>
                  <a:gd name="connsiteX0" fmla="*/ 0 w 0"/>
                  <a:gd name="connsiteY0" fmla="*/ 0 h 12728"/>
                  <a:gd name="connsiteX1" fmla="*/ 5968 w 0"/>
                  <a:gd name="connsiteY1" fmla="*/ 0 h 12728"/>
                  <a:gd name="connsiteX2" fmla="*/ 5968 w 0"/>
                  <a:gd name="connsiteY2" fmla="*/ 17977 h 12728"/>
                  <a:gd name="connsiteX3" fmla="*/ 0 w 0"/>
                  <a:gd name="connsiteY3" fmla="*/ 17977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12728">
                    <a:moveTo>
                      <a:pt x="0" y="0"/>
                    </a:moveTo>
                    <a:lnTo>
                      <a:pt x="5968" y="0"/>
                    </a:lnTo>
                    <a:lnTo>
                      <a:pt x="5968" y="17977"/>
                    </a:lnTo>
                    <a:lnTo>
                      <a:pt x="0" y="17977"/>
                    </a:lnTo>
                    <a:close/>
                  </a:path>
                </a:pathLst>
              </a:custGeom>
              <a:solidFill>
                <a:srgbClr val="CCCCCC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52" name="자유형: 도형 2151">
                <a:extLst>
                  <a:ext uri="{FF2B5EF4-FFF2-40B4-BE49-F238E27FC236}">
                    <a16:creationId xmlns:a16="http://schemas.microsoft.com/office/drawing/2014/main" id="{8E1889C1-ACD6-4435-94BF-A93635ABBAC4}"/>
                  </a:ext>
                </a:extLst>
              </p:cNvPr>
              <p:cNvSpPr/>
              <p:nvPr/>
            </p:nvSpPr>
            <p:spPr>
              <a:xfrm>
                <a:off x="7026281" y="6232759"/>
                <a:ext cx="12735" cy="12729"/>
              </a:xfrm>
              <a:custGeom>
                <a:avLst/>
                <a:gdLst>
                  <a:gd name="connsiteX0" fmla="*/ 0 w 0"/>
                  <a:gd name="connsiteY0" fmla="*/ 0 h 12728"/>
                  <a:gd name="connsiteX1" fmla="*/ 5968 w 0"/>
                  <a:gd name="connsiteY1" fmla="*/ 0 h 12728"/>
                  <a:gd name="connsiteX2" fmla="*/ 5968 w 0"/>
                  <a:gd name="connsiteY2" fmla="*/ 17977 h 12728"/>
                  <a:gd name="connsiteX3" fmla="*/ 0 w 0"/>
                  <a:gd name="connsiteY3" fmla="*/ 17977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12728">
                    <a:moveTo>
                      <a:pt x="0" y="0"/>
                    </a:moveTo>
                    <a:lnTo>
                      <a:pt x="5968" y="0"/>
                    </a:lnTo>
                    <a:lnTo>
                      <a:pt x="5968" y="17977"/>
                    </a:lnTo>
                    <a:lnTo>
                      <a:pt x="0" y="17977"/>
                    </a:lnTo>
                    <a:close/>
                  </a:path>
                </a:pathLst>
              </a:custGeom>
              <a:solidFill>
                <a:srgbClr val="CCCCCC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53" name="자유형: 도형 2152">
                <a:extLst>
                  <a:ext uri="{FF2B5EF4-FFF2-40B4-BE49-F238E27FC236}">
                    <a16:creationId xmlns:a16="http://schemas.microsoft.com/office/drawing/2014/main" id="{6A4F0169-C3C8-4534-9AD7-A0564027EC4F}"/>
                  </a:ext>
                </a:extLst>
              </p:cNvPr>
              <p:cNvSpPr/>
              <p:nvPr/>
            </p:nvSpPr>
            <p:spPr>
              <a:xfrm>
                <a:off x="7018624" y="6232759"/>
                <a:ext cx="12735" cy="12729"/>
              </a:xfrm>
              <a:custGeom>
                <a:avLst/>
                <a:gdLst>
                  <a:gd name="connsiteX0" fmla="*/ 0 w 0"/>
                  <a:gd name="connsiteY0" fmla="*/ 0 h 12728"/>
                  <a:gd name="connsiteX1" fmla="*/ 5955 w 0"/>
                  <a:gd name="connsiteY1" fmla="*/ 0 h 12728"/>
                  <a:gd name="connsiteX2" fmla="*/ 5955 w 0"/>
                  <a:gd name="connsiteY2" fmla="*/ 17977 h 12728"/>
                  <a:gd name="connsiteX3" fmla="*/ 0 w 0"/>
                  <a:gd name="connsiteY3" fmla="*/ 17977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12728">
                    <a:moveTo>
                      <a:pt x="0" y="0"/>
                    </a:moveTo>
                    <a:lnTo>
                      <a:pt x="5955" y="0"/>
                    </a:lnTo>
                    <a:lnTo>
                      <a:pt x="5955" y="17977"/>
                    </a:lnTo>
                    <a:lnTo>
                      <a:pt x="0" y="17977"/>
                    </a:lnTo>
                    <a:close/>
                  </a:path>
                </a:pathLst>
              </a:custGeom>
              <a:solidFill>
                <a:srgbClr val="CCCCCC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54" name="자유형: 도형 2153">
                <a:extLst>
                  <a:ext uri="{FF2B5EF4-FFF2-40B4-BE49-F238E27FC236}">
                    <a16:creationId xmlns:a16="http://schemas.microsoft.com/office/drawing/2014/main" id="{F580DF74-A5A8-43BF-9E9E-E31906A82A82}"/>
                  </a:ext>
                </a:extLst>
              </p:cNvPr>
              <p:cNvSpPr/>
              <p:nvPr/>
            </p:nvSpPr>
            <p:spPr>
              <a:xfrm>
                <a:off x="7010961" y="6232759"/>
                <a:ext cx="12735" cy="12729"/>
              </a:xfrm>
              <a:custGeom>
                <a:avLst/>
                <a:gdLst>
                  <a:gd name="connsiteX0" fmla="*/ 0 w 0"/>
                  <a:gd name="connsiteY0" fmla="*/ 0 h 12728"/>
                  <a:gd name="connsiteX1" fmla="*/ 5955 w 0"/>
                  <a:gd name="connsiteY1" fmla="*/ 0 h 12728"/>
                  <a:gd name="connsiteX2" fmla="*/ 5955 w 0"/>
                  <a:gd name="connsiteY2" fmla="*/ 17977 h 12728"/>
                  <a:gd name="connsiteX3" fmla="*/ 0 w 0"/>
                  <a:gd name="connsiteY3" fmla="*/ 17977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12728">
                    <a:moveTo>
                      <a:pt x="0" y="0"/>
                    </a:moveTo>
                    <a:lnTo>
                      <a:pt x="5955" y="0"/>
                    </a:lnTo>
                    <a:lnTo>
                      <a:pt x="5955" y="17977"/>
                    </a:lnTo>
                    <a:lnTo>
                      <a:pt x="0" y="17977"/>
                    </a:lnTo>
                    <a:close/>
                  </a:path>
                </a:pathLst>
              </a:custGeom>
              <a:solidFill>
                <a:srgbClr val="CCCCCC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55" name="자유형: 도형 2154">
                <a:extLst>
                  <a:ext uri="{FF2B5EF4-FFF2-40B4-BE49-F238E27FC236}">
                    <a16:creationId xmlns:a16="http://schemas.microsoft.com/office/drawing/2014/main" id="{AC9514BA-958C-4958-BBE0-5763809DBBFB}"/>
                  </a:ext>
                </a:extLst>
              </p:cNvPr>
              <p:cNvSpPr/>
              <p:nvPr/>
            </p:nvSpPr>
            <p:spPr>
              <a:xfrm>
                <a:off x="7003303" y="6232759"/>
                <a:ext cx="12735" cy="12729"/>
              </a:xfrm>
              <a:custGeom>
                <a:avLst/>
                <a:gdLst>
                  <a:gd name="connsiteX0" fmla="*/ 0 w 0"/>
                  <a:gd name="connsiteY0" fmla="*/ 0 h 12728"/>
                  <a:gd name="connsiteX1" fmla="*/ 5961 w 0"/>
                  <a:gd name="connsiteY1" fmla="*/ 0 h 12728"/>
                  <a:gd name="connsiteX2" fmla="*/ 5961 w 0"/>
                  <a:gd name="connsiteY2" fmla="*/ 17977 h 12728"/>
                  <a:gd name="connsiteX3" fmla="*/ 0 w 0"/>
                  <a:gd name="connsiteY3" fmla="*/ 17977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12728">
                    <a:moveTo>
                      <a:pt x="0" y="0"/>
                    </a:moveTo>
                    <a:lnTo>
                      <a:pt x="5961" y="0"/>
                    </a:lnTo>
                    <a:lnTo>
                      <a:pt x="5961" y="17977"/>
                    </a:lnTo>
                    <a:lnTo>
                      <a:pt x="0" y="17977"/>
                    </a:lnTo>
                    <a:close/>
                  </a:path>
                </a:pathLst>
              </a:custGeom>
              <a:solidFill>
                <a:srgbClr val="CCCCCC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56" name="자유형: 도형 2155">
                <a:extLst>
                  <a:ext uri="{FF2B5EF4-FFF2-40B4-BE49-F238E27FC236}">
                    <a16:creationId xmlns:a16="http://schemas.microsoft.com/office/drawing/2014/main" id="{08F07014-C617-4275-B056-FCD8EEBF3128}"/>
                  </a:ext>
                </a:extLst>
              </p:cNvPr>
              <p:cNvSpPr/>
              <p:nvPr/>
            </p:nvSpPr>
            <p:spPr>
              <a:xfrm>
                <a:off x="6995640" y="6232759"/>
                <a:ext cx="12735" cy="12729"/>
              </a:xfrm>
              <a:custGeom>
                <a:avLst/>
                <a:gdLst>
                  <a:gd name="connsiteX0" fmla="*/ 0 w 0"/>
                  <a:gd name="connsiteY0" fmla="*/ 0 h 12728"/>
                  <a:gd name="connsiteX1" fmla="*/ 5968 w 0"/>
                  <a:gd name="connsiteY1" fmla="*/ 0 h 12728"/>
                  <a:gd name="connsiteX2" fmla="*/ 5968 w 0"/>
                  <a:gd name="connsiteY2" fmla="*/ 17977 h 12728"/>
                  <a:gd name="connsiteX3" fmla="*/ 0 w 0"/>
                  <a:gd name="connsiteY3" fmla="*/ 17977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12728">
                    <a:moveTo>
                      <a:pt x="0" y="0"/>
                    </a:moveTo>
                    <a:lnTo>
                      <a:pt x="5968" y="0"/>
                    </a:lnTo>
                    <a:lnTo>
                      <a:pt x="5968" y="17977"/>
                    </a:lnTo>
                    <a:lnTo>
                      <a:pt x="0" y="17977"/>
                    </a:lnTo>
                    <a:close/>
                  </a:path>
                </a:pathLst>
              </a:custGeom>
              <a:solidFill>
                <a:srgbClr val="CCCCCC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57" name="자유형: 도형 2156">
                <a:extLst>
                  <a:ext uri="{FF2B5EF4-FFF2-40B4-BE49-F238E27FC236}">
                    <a16:creationId xmlns:a16="http://schemas.microsoft.com/office/drawing/2014/main" id="{7F218CF0-2D18-4A0A-9366-9DC2CEAA0533}"/>
                  </a:ext>
                </a:extLst>
              </p:cNvPr>
              <p:cNvSpPr/>
              <p:nvPr/>
            </p:nvSpPr>
            <p:spPr>
              <a:xfrm>
                <a:off x="6987989" y="6232759"/>
                <a:ext cx="12735" cy="12729"/>
              </a:xfrm>
              <a:custGeom>
                <a:avLst/>
                <a:gdLst>
                  <a:gd name="connsiteX0" fmla="*/ 0 w 0"/>
                  <a:gd name="connsiteY0" fmla="*/ 0 h 12728"/>
                  <a:gd name="connsiteX1" fmla="*/ 5968 w 0"/>
                  <a:gd name="connsiteY1" fmla="*/ 0 h 12728"/>
                  <a:gd name="connsiteX2" fmla="*/ 5968 w 0"/>
                  <a:gd name="connsiteY2" fmla="*/ 17977 h 12728"/>
                  <a:gd name="connsiteX3" fmla="*/ 0 w 0"/>
                  <a:gd name="connsiteY3" fmla="*/ 17977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12728">
                    <a:moveTo>
                      <a:pt x="0" y="0"/>
                    </a:moveTo>
                    <a:lnTo>
                      <a:pt x="5968" y="0"/>
                    </a:lnTo>
                    <a:lnTo>
                      <a:pt x="5968" y="17977"/>
                    </a:lnTo>
                    <a:lnTo>
                      <a:pt x="0" y="17977"/>
                    </a:lnTo>
                    <a:close/>
                  </a:path>
                </a:pathLst>
              </a:custGeom>
              <a:solidFill>
                <a:srgbClr val="CCCCCC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58" name="자유형: 도형 2157">
                <a:extLst>
                  <a:ext uri="{FF2B5EF4-FFF2-40B4-BE49-F238E27FC236}">
                    <a16:creationId xmlns:a16="http://schemas.microsoft.com/office/drawing/2014/main" id="{01A8AF02-4595-408D-9E40-800A0376086F}"/>
                  </a:ext>
                </a:extLst>
              </p:cNvPr>
              <p:cNvSpPr/>
              <p:nvPr/>
            </p:nvSpPr>
            <p:spPr>
              <a:xfrm>
                <a:off x="6980325" y="6232759"/>
                <a:ext cx="12735" cy="12729"/>
              </a:xfrm>
              <a:custGeom>
                <a:avLst/>
                <a:gdLst>
                  <a:gd name="connsiteX0" fmla="*/ 0 w 0"/>
                  <a:gd name="connsiteY0" fmla="*/ 0 h 12728"/>
                  <a:gd name="connsiteX1" fmla="*/ 5968 w 0"/>
                  <a:gd name="connsiteY1" fmla="*/ 0 h 12728"/>
                  <a:gd name="connsiteX2" fmla="*/ 5968 w 0"/>
                  <a:gd name="connsiteY2" fmla="*/ 17977 h 12728"/>
                  <a:gd name="connsiteX3" fmla="*/ 0 w 0"/>
                  <a:gd name="connsiteY3" fmla="*/ 17977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12728">
                    <a:moveTo>
                      <a:pt x="0" y="0"/>
                    </a:moveTo>
                    <a:lnTo>
                      <a:pt x="5968" y="0"/>
                    </a:lnTo>
                    <a:lnTo>
                      <a:pt x="5968" y="17977"/>
                    </a:lnTo>
                    <a:lnTo>
                      <a:pt x="0" y="17977"/>
                    </a:lnTo>
                    <a:close/>
                  </a:path>
                </a:pathLst>
              </a:custGeom>
              <a:solidFill>
                <a:srgbClr val="CCCCCC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59" name="자유형: 도형 2158">
                <a:extLst>
                  <a:ext uri="{FF2B5EF4-FFF2-40B4-BE49-F238E27FC236}">
                    <a16:creationId xmlns:a16="http://schemas.microsoft.com/office/drawing/2014/main" id="{B7971292-190E-4463-976C-9061D25EB9FF}"/>
                  </a:ext>
                </a:extLst>
              </p:cNvPr>
              <p:cNvSpPr/>
              <p:nvPr/>
            </p:nvSpPr>
            <p:spPr>
              <a:xfrm>
                <a:off x="6972661" y="6232759"/>
                <a:ext cx="12735" cy="12729"/>
              </a:xfrm>
              <a:custGeom>
                <a:avLst/>
                <a:gdLst>
                  <a:gd name="connsiteX0" fmla="*/ 0 w 0"/>
                  <a:gd name="connsiteY0" fmla="*/ 0 h 12728"/>
                  <a:gd name="connsiteX1" fmla="*/ 5955 w 0"/>
                  <a:gd name="connsiteY1" fmla="*/ 0 h 12728"/>
                  <a:gd name="connsiteX2" fmla="*/ 5955 w 0"/>
                  <a:gd name="connsiteY2" fmla="*/ 17977 h 12728"/>
                  <a:gd name="connsiteX3" fmla="*/ 0 w 0"/>
                  <a:gd name="connsiteY3" fmla="*/ 17977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12728">
                    <a:moveTo>
                      <a:pt x="0" y="0"/>
                    </a:moveTo>
                    <a:lnTo>
                      <a:pt x="5955" y="0"/>
                    </a:lnTo>
                    <a:lnTo>
                      <a:pt x="5955" y="17977"/>
                    </a:lnTo>
                    <a:lnTo>
                      <a:pt x="0" y="17977"/>
                    </a:lnTo>
                    <a:close/>
                  </a:path>
                </a:pathLst>
              </a:custGeom>
              <a:solidFill>
                <a:srgbClr val="CCCCCC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60" name="자유형: 도형 2159">
                <a:extLst>
                  <a:ext uri="{FF2B5EF4-FFF2-40B4-BE49-F238E27FC236}">
                    <a16:creationId xmlns:a16="http://schemas.microsoft.com/office/drawing/2014/main" id="{9B1B1711-6BA8-4CCF-9D18-B8760ADAC35B}"/>
                  </a:ext>
                </a:extLst>
              </p:cNvPr>
              <p:cNvSpPr/>
              <p:nvPr/>
            </p:nvSpPr>
            <p:spPr>
              <a:xfrm>
                <a:off x="6964998" y="6232759"/>
                <a:ext cx="12735" cy="12729"/>
              </a:xfrm>
              <a:custGeom>
                <a:avLst/>
                <a:gdLst>
                  <a:gd name="connsiteX0" fmla="*/ 0 w 0"/>
                  <a:gd name="connsiteY0" fmla="*/ 0 h 12728"/>
                  <a:gd name="connsiteX1" fmla="*/ 5955 w 0"/>
                  <a:gd name="connsiteY1" fmla="*/ 0 h 12728"/>
                  <a:gd name="connsiteX2" fmla="*/ 5955 w 0"/>
                  <a:gd name="connsiteY2" fmla="*/ 17977 h 12728"/>
                  <a:gd name="connsiteX3" fmla="*/ 0 w 0"/>
                  <a:gd name="connsiteY3" fmla="*/ 17977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12728">
                    <a:moveTo>
                      <a:pt x="0" y="0"/>
                    </a:moveTo>
                    <a:lnTo>
                      <a:pt x="5955" y="0"/>
                    </a:lnTo>
                    <a:lnTo>
                      <a:pt x="5955" y="17977"/>
                    </a:lnTo>
                    <a:lnTo>
                      <a:pt x="0" y="17977"/>
                    </a:lnTo>
                    <a:close/>
                  </a:path>
                </a:pathLst>
              </a:custGeom>
              <a:solidFill>
                <a:srgbClr val="CCCCCC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61" name="자유형: 도형 2160">
                <a:extLst>
                  <a:ext uri="{FF2B5EF4-FFF2-40B4-BE49-F238E27FC236}">
                    <a16:creationId xmlns:a16="http://schemas.microsoft.com/office/drawing/2014/main" id="{75B95218-232E-4AE9-8110-DABB5D82E4D8}"/>
                  </a:ext>
                </a:extLst>
              </p:cNvPr>
              <p:cNvSpPr/>
              <p:nvPr/>
            </p:nvSpPr>
            <p:spPr>
              <a:xfrm>
                <a:off x="6906559" y="6306689"/>
                <a:ext cx="280159" cy="127289"/>
              </a:xfrm>
              <a:custGeom>
                <a:avLst/>
                <a:gdLst>
                  <a:gd name="connsiteX0" fmla="*/ 0 w 280159"/>
                  <a:gd name="connsiteY0" fmla="*/ 0 h 127288"/>
                  <a:gd name="connsiteX1" fmla="*/ 291189 w 280159"/>
                  <a:gd name="connsiteY1" fmla="*/ 0 h 127288"/>
                  <a:gd name="connsiteX2" fmla="*/ 291189 w 280159"/>
                  <a:gd name="connsiteY2" fmla="*/ 132114 h 127288"/>
                  <a:gd name="connsiteX3" fmla="*/ 0 w 280159"/>
                  <a:gd name="connsiteY3" fmla="*/ 132114 h 127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0159" h="127288">
                    <a:moveTo>
                      <a:pt x="0" y="0"/>
                    </a:moveTo>
                    <a:lnTo>
                      <a:pt x="291189" y="0"/>
                    </a:lnTo>
                    <a:lnTo>
                      <a:pt x="291189" y="132114"/>
                    </a:lnTo>
                    <a:lnTo>
                      <a:pt x="0" y="132114"/>
                    </a:lnTo>
                    <a:close/>
                  </a:path>
                </a:pathLst>
              </a:custGeom>
              <a:solidFill>
                <a:srgbClr val="333333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62" name="자유형: 도형 2161">
                <a:extLst>
                  <a:ext uri="{FF2B5EF4-FFF2-40B4-BE49-F238E27FC236}">
                    <a16:creationId xmlns:a16="http://schemas.microsoft.com/office/drawing/2014/main" id="{03001834-67ED-4DF2-8741-32A58026218C}"/>
                  </a:ext>
                </a:extLst>
              </p:cNvPr>
              <p:cNvSpPr/>
              <p:nvPr/>
            </p:nvSpPr>
            <p:spPr>
              <a:xfrm>
                <a:off x="6906540" y="6246062"/>
                <a:ext cx="280159" cy="190933"/>
              </a:xfrm>
              <a:custGeom>
                <a:avLst/>
                <a:gdLst>
                  <a:gd name="connsiteX0" fmla="*/ 244314 w 280159"/>
                  <a:gd name="connsiteY0" fmla="*/ 0 h 190932"/>
                  <a:gd name="connsiteX1" fmla="*/ 47065 w 280159"/>
                  <a:gd name="connsiteY1" fmla="*/ 0 h 190932"/>
                  <a:gd name="connsiteX2" fmla="*/ 47065 w 280159"/>
                  <a:gd name="connsiteY2" fmla="*/ 32986 h 190932"/>
                  <a:gd name="connsiteX3" fmla="*/ 0 w 280159"/>
                  <a:gd name="connsiteY3" fmla="*/ 32986 h 190932"/>
                  <a:gd name="connsiteX4" fmla="*/ 0 w 280159"/>
                  <a:gd name="connsiteY4" fmla="*/ 187231 h 190932"/>
                  <a:gd name="connsiteX5" fmla="*/ 0 w 280159"/>
                  <a:gd name="connsiteY5" fmla="*/ 193927 h 190932"/>
                  <a:gd name="connsiteX6" fmla="*/ 12407 w 280159"/>
                  <a:gd name="connsiteY6" fmla="*/ 193927 h 190932"/>
                  <a:gd name="connsiteX7" fmla="*/ 278923 w 280159"/>
                  <a:gd name="connsiteY7" fmla="*/ 193927 h 190932"/>
                  <a:gd name="connsiteX8" fmla="*/ 291323 w 280159"/>
                  <a:gd name="connsiteY8" fmla="*/ 193927 h 190932"/>
                  <a:gd name="connsiteX9" fmla="*/ 291323 w 280159"/>
                  <a:gd name="connsiteY9" fmla="*/ 187231 h 190932"/>
                  <a:gd name="connsiteX10" fmla="*/ 291323 w 280159"/>
                  <a:gd name="connsiteY10" fmla="*/ 32986 h 190932"/>
                  <a:gd name="connsiteX11" fmla="*/ 244264 w 280159"/>
                  <a:gd name="connsiteY11" fmla="*/ 32986 h 190932"/>
                  <a:gd name="connsiteX12" fmla="*/ 100924 w 280159"/>
                  <a:gd name="connsiteY12" fmla="*/ 177732 h 190932"/>
                  <a:gd name="connsiteX13" fmla="*/ 97411 w 280159"/>
                  <a:gd name="connsiteY13" fmla="*/ 177732 h 190932"/>
                  <a:gd name="connsiteX14" fmla="*/ 93146 w 280159"/>
                  <a:gd name="connsiteY14" fmla="*/ 175027 h 190932"/>
                  <a:gd name="connsiteX15" fmla="*/ 81842 w 280159"/>
                  <a:gd name="connsiteY15" fmla="*/ 90691 h 190932"/>
                  <a:gd name="connsiteX16" fmla="*/ 77596 w 280159"/>
                  <a:gd name="connsiteY16" fmla="*/ 87940 h 190932"/>
                  <a:gd name="connsiteX17" fmla="*/ 68759 w 280159"/>
                  <a:gd name="connsiteY17" fmla="*/ 87940 h 190932"/>
                  <a:gd name="connsiteX18" fmla="*/ 64481 w 280159"/>
                  <a:gd name="connsiteY18" fmla="*/ 90691 h 190932"/>
                  <a:gd name="connsiteX19" fmla="*/ 53228 w 280159"/>
                  <a:gd name="connsiteY19" fmla="*/ 175015 h 190932"/>
                  <a:gd name="connsiteX20" fmla="*/ 48969 w 280159"/>
                  <a:gd name="connsiteY20" fmla="*/ 177720 h 190932"/>
                  <a:gd name="connsiteX21" fmla="*/ 45501 w 280159"/>
                  <a:gd name="connsiteY21" fmla="*/ 177730 h 190932"/>
                  <a:gd name="connsiteX22" fmla="*/ 42007 w 280159"/>
                  <a:gd name="connsiteY22" fmla="*/ 175025 h 190932"/>
                  <a:gd name="connsiteX23" fmla="*/ 57028 w 280159"/>
                  <a:gd name="connsiteY23" fmla="*/ 74681 h 190932"/>
                  <a:gd name="connsiteX24" fmla="*/ 61281 w 280159"/>
                  <a:gd name="connsiteY24" fmla="*/ 72000 h 190932"/>
                  <a:gd name="connsiteX25" fmla="*/ 85075 w 280159"/>
                  <a:gd name="connsiteY25" fmla="*/ 72000 h 190932"/>
                  <a:gd name="connsiteX26" fmla="*/ 89353 w 280159"/>
                  <a:gd name="connsiteY26" fmla="*/ 74681 h 190932"/>
                  <a:gd name="connsiteX27" fmla="*/ 104361 w 280159"/>
                  <a:gd name="connsiteY27" fmla="*/ 175025 h 190932"/>
                  <a:gd name="connsiteX28" fmla="*/ 100924 w 280159"/>
                  <a:gd name="connsiteY28" fmla="*/ 177730 h 190932"/>
                  <a:gd name="connsiteX29" fmla="*/ 116634 w 280159"/>
                  <a:gd name="connsiteY29" fmla="*/ 55871 h 190932"/>
                  <a:gd name="connsiteX30" fmla="*/ 120574 w 280159"/>
                  <a:gd name="connsiteY30" fmla="*/ 55871 h 190932"/>
                  <a:gd name="connsiteX31" fmla="*/ 125356 w 280159"/>
                  <a:gd name="connsiteY31" fmla="*/ 59259 h 190932"/>
                  <a:gd name="connsiteX32" fmla="*/ 138069 w 280159"/>
                  <a:gd name="connsiteY32" fmla="*/ 165352 h 190932"/>
                  <a:gd name="connsiteX33" fmla="*/ 142825 w 280159"/>
                  <a:gd name="connsiteY33" fmla="*/ 168753 h 190932"/>
                  <a:gd name="connsiteX34" fmla="*/ 152759 w 280159"/>
                  <a:gd name="connsiteY34" fmla="*/ 168753 h 190932"/>
                  <a:gd name="connsiteX35" fmla="*/ 157540 w 280159"/>
                  <a:gd name="connsiteY35" fmla="*/ 165352 h 190932"/>
                  <a:gd name="connsiteX36" fmla="*/ 170158 w 280159"/>
                  <a:gd name="connsiteY36" fmla="*/ 59272 h 190932"/>
                  <a:gd name="connsiteX37" fmla="*/ 174939 w 280159"/>
                  <a:gd name="connsiteY37" fmla="*/ 55883 h 190932"/>
                  <a:gd name="connsiteX38" fmla="*/ 178803 w 280159"/>
                  <a:gd name="connsiteY38" fmla="*/ 55873 h 190932"/>
                  <a:gd name="connsiteX39" fmla="*/ 182718 w 280159"/>
                  <a:gd name="connsiteY39" fmla="*/ 59262 h 190932"/>
                  <a:gd name="connsiteX40" fmla="*/ 166740 w 280159"/>
                  <a:gd name="connsiteY40" fmla="*/ 176109 h 190932"/>
                  <a:gd name="connsiteX41" fmla="*/ 161971 w 280159"/>
                  <a:gd name="connsiteY41" fmla="*/ 179457 h 190932"/>
                  <a:gd name="connsiteX42" fmla="*/ 135232 w 280159"/>
                  <a:gd name="connsiteY42" fmla="*/ 179457 h 190932"/>
                  <a:gd name="connsiteX43" fmla="*/ 130437 w 280159"/>
                  <a:gd name="connsiteY43" fmla="*/ 176109 h 190932"/>
                  <a:gd name="connsiteX44" fmla="*/ 112688 w 280159"/>
                  <a:gd name="connsiteY44" fmla="*/ 59261 h 190932"/>
                  <a:gd name="connsiteX45" fmla="*/ 116634 w 280159"/>
                  <a:gd name="connsiteY45" fmla="*/ 55872 h 190932"/>
                  <a:gd name="connsiteX46" fmla="*/ 245831 w 280159"/>
                  <a:gd name="connsiteY46" fmla="*/ 177732 h 190932"/>
                  <a:gd name="connsiteX47" fmla="*/ 242318 w 280159"/>
                  <a:gd name="connsiteY47" fmla="*/ 177732 h 190932"/>
                  <a:gd name="connsiteX48" fmla="*/ 238046 w 280159"/>
                  <a:gd name="connsiteY48" fmla="*/ 175027 h 190932"/>
                  <a:gd name="connsiteX49" fmla="*/ 226729 w 280159"/>
                  <a:gd name="connsiteY49" fmla="*/ 90691 h 190932"/>
                  <a:gd name="connsiteX50" fmla="*/ 222483 w 280159"/>
                  <a:gd name="connsiteY50" fmla="*/ 87940 h 190932"/>
                  <a:gd name="connsiteX51" fmla="*/ 213653 w 280159"/>
                  <a:gd name="connsiteY51" fmla="*/ 87940 h 190932"/>
                  <a:gd name="connsiteX52" fmla="*/ 209381 w 280159"/>
                  <a:gd name="connsiteY52" fmla="*/ 90691 h 190932"/>
                  <a:gd name="connsiteX53" fmla="*/ 198109 w 280159"/>
                  <a:gd name="connsiteY53" fmla="*/ 175015 h 190932"/>
                  <a:gd name="connsiteX54" fmla="*/ 193850 w 280159"/>
                  <a:gd name="connsiteY54" fmla="*/ 177720 h 190932"/>
                  <a:gd name="connsiteX55" fmla="*/ 190363 w 280159"/>
                  <a:gd name="connsiteY55" fmla="*/ 177730 h 190932"/>
                  <a:gd name="connsiteX56" fmla="*/ 186875 w 280159"/>
                  <a:gd name="connsiteY56" fmla="*/ 175025 h 190932"/>
                  <a:gd name="connsiteX57" fmla="*/ 201883 w 280159"/>
                  <a:gd name="connsiteY57" fmla="*/ 74681 h 190932"/>
                  <a:gd name="connsiteX58" fmla="*/ 206142 w 280159"/>
                  <a:gd name="connsiteY58" fmla="*/ 72000 h 190932"/>
                  <a:gd name="connsiteX59" fmla="*/ 229930 w 280159"/>
                  <a:gd name="connsiteY59" fmla="*/ 72000 h 190932"/>
                  <a:gd name="connsiteX60" fmla="*/ 234214 w 280159"/>
                  <a:gd name="connsiteY60" fmla="*/ 74681 h 190932"/>
                  <a:gd name="connsiteX61" fmla="*/ 249216 w 280159"/>
                  <a:gd name="connsiteY61" fmla="*/ 175025 h 190932"/>
                  <a:gd name="connsiteX62" fmla="*/ 245831 w 280159"/>
                  <a:gd name="connsiteY62" fmla="*/ 177730 h 1909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280159" h="190932">
                    <a:moveTo>
                      <a:pt x="244314" y="0"/>
                    </a:moveTo>
                    <a:lnTo>
                      <a:pt x="47065" y="0"/>
                    </a:lnTo>
                    <a:lnTo>
                      <a:pt x="47065" y="32986"/>
                    </a:lnTo>
                    <a:lnTo>
                      <a:pt x="0" y="32986"/>
                    </a:lnTo>
                    <a:lnTo>
                      <a:pt x="0" y="187231"/>
                    </a:lnTo>
                    <a:lnTo>
                      <a:pt x="0" y="193927"/>
                    </a:lnTo>
                    <a:lnTo>
                      <a:pt x="12407" y="193927"/>
                    </a:lnTo>
                    <a:lnTo>
                      <a:pt x="278923" y="193927"/>
                    </a:lnTo>
                    <a:lnTo>
                      <a:pt x="291323" y="193927"/>
                    </a:lnTo>
                    <a:lnTo>
                      <a:pt x="291323" y="187231"/>
                    </a:lnTo>
                    <a:lnTo>
                      <a:pt x="291323" y="32986"/>
                    </a:lnTo>
                    <a:lnTo>
                      <a:pt x="244264" y="32986"/>
                    </a:lnTo>
                    <a:close/>
                    <a:moveTo>
                      <a:pt x="100924" y="177732"/>
                    </a:moveTo>
                    <a:lnTo>
                      <a:pt x="97411" y="177732"/>
                    </a:lnTo>
                    <a:cubicBezTo>
                      <a:pt x="95301" y="177732"/>
                      <a:pt x="93376" y="176511"/>
                      <a:pt x="93146" y="175027"/>
                    </a:cubicBezTo>
                    <a:lnTo>
                      <a:pt x="81842" y="90691"/>
                    </a:lnTo>
                    <a:cubicBezTo>
                      <a:pt x="81676" y="89126"/>
                      <a:pt x="79847" y="87940"/>
                      <a:pt x="77596" y="87940"/>
                    </a:cubicBezTo>
                    <a:lnTo>
                      <a:pt x="68759" y="87940"/>
                    </a:lnTo>
                    <a:cubicBezTo>
                      <a:pt x="66706" y="87940"/>
                      <a:pt x="64673" y="89207"/>
                      <a:pt x="64481" y="90691"/>
                    </a:cubicBezTo>
                    <a:lnTo>
                      <a:pt x="53228" y="175015"/>
                    </a:lnTo>
                    <a:cubicBezTo>
                      <a:pt x="52980" y="176510"/>
                      <a:pt x="51233" y="177720"/>
                      <a:pt x="48969" y="177720"/>
                    </a:cubicBezTo>
                    <a:lnTo>
                      <a:pt x="45501" y="177730"/>
                    </a:lnTo>
                    <a:cubicBezTo>
                      <a:pt x="43403" y="177730"/>
                      <a:pt x="41790" y="176509"/>
                      <a:pt x="42007" y="175025"/>
                    </a:cubicBezTo>
                    <a:lnTo>
                      <a:pt x="57028" y="74681"/>
                    </a:lnTo>
                    <a:cubicBezTo>
                      <a:pt x="57315" y="73198"/>
                      <a:pt x="59132" y="72000"/>
                      <a:pt x="61281" y="72000"/>
                    </a:cubicBezTo>
                    <a:lnTo>
                      <a:pt x="85075" y="72000"/>
                    </a:lnTo>
                    <a:cubicBezTo>
                      <a:pt x="87198" y="72000"/>
                      <a:pt x="89155" y="73221"/>
                      <a:pt x="89353" y="74681"/>
                    </a:cubicBezTo>
                    <a:lnTo>
                      <a:pt x="104361" y="175025"/>
                    </a:lnTo>
                    <a:cubicBezTo>
                      <a:pt x="104654" y="176509"/>
                      <a:pt x="103016" y="177730"/>
                      <a:pt x="100924" y="177730"/>
                    </a:cubicBezTo>
                    <a:close/>
                    <a:moveTo>
                      <a:pt x="116634" y="55871"/>
                    </a:moveTo>
                    <a:lnTo>
                      <a:pt x="120574" y="55871"/>
                    </a:lnTo>
                    <a:cubicBezTo>
                      <a:pt x="122946" y="55871"/>
                      <a:pt x="125101" y="57425"/>
                      <a:pt x="125356" y="59259"/>
                    </a:cubicBezTo>
                    <a:lnTo>
                      <a:pt x="138069" y="165352"/>
                    </a:lnTo>
                    <a:cubicBezTo>
                      <a:pt x="138241" y="167245"/>
                      <a:pt x="140320" y="168753"/>
                      <a:pt x="142825" y="168753"/>
                    </a:cubicBezTo>
                    <a:lnTo>
                      <a:pt x="152759" y="168753"/>
                    </a:lnTo>
                    <a:cubicBezTo>
                      <a:pt x="155054" y="168753"/>
                      <a:pt x="157317" y="167199"/>
                      <a:pt x="157540" y="165352"/>
                    </a:cubicBezTo>
                    <a:lnTo>
                      <a:pt x="170158" y="59272"/>
                    </a:lnTo>
                    <a:cubicBezTo>
                      <a:pt x="170445" y="57425"/>
                      <a:pt x="172415" y="55883"/>
                      <a:pt x="174939" y="55883"/>
                    </a:cubicBezTo>
                    <a:lnTo>
                      <a:pt x="178803" y="55873"/>
                    </a:lnTo>
                    <a:cubicBezTo>
                      <a:pt x="181143" y="55873"/>
                      <a:pt x="182954" y="57415"/>
                      <a:pt x="182718" y="59262"/>
                    </a:cubicBezTo>
                    <a:lnTo>
                      <a:pt x="166740" y="176109"/>
                    </a:lnTo>
                    <a:cubicBezTo>
                      <a:pt x="166403" y="177962"/>
                      <a:pt x="164375" y="179457"/>
                      <a:pt x="161971" y="179457"/>
                    </a:cubicBezTo>
                    <a:lnTo>
                      <a:pt x="135232" y="179457"/>
                    </a:lnTo>
                    <a:cubicBezTo>
                      <a:pt x="132841" y="179457"/>
                      <a:pt x="130667" y="177927"/>
                      <a:pt x="130437" y="176109"/>
                    </a:cubicBezTo>
                    <a:lnTo>
                      <a:pt x="112688" y="59261"/>
                    </a:lnTo>
                    <a:cubicBezTo>
                      <a:pt x="112445" y="57409"/>
                      <a:pt x="114288" y="55872"/>
                      <a:pt x="116634" y="55872"/>
                    </a:cubicBezTo>
                    <a:close/>
                    <a:moveTo>
                      <a:pt x="245831" y="177732"/>
                    </a:moveTo>
                    <a:lnTo>
                      <a:pt x="242318" y="177732"/>
                    </a:lnTo>
                    <a:cubicBezTo>
                      <a:pt x="240214" y="177732"/>
                      <a:pt x="238269" y="176511"/>
                      <a:pt x="238046" y="175027"/>
                    </a:cubicBezTo>
                    <a:lnTo>
                      <a:pt x="226729" y="90691"/>
                    </a:lnTo>
                    <a:cubicBezTo>
                      <a:pt x="226576" y="89126"/>
                      <a:pt x="224734" y="87940"/>
                      <a:pt x="222483" y="87940"/>
                    </a:cubicBezTo>
                    <a:lnTo>
                      <a:pt x="213653" y="87940"/>
                    </a:lnTo>
                    <a:cubicBezTo>
                      <a:pt x="211587" y="87940"/>
                      <a:pt x="209579" y="89207"/>
                      <a:pt x="209381" y="90691"/>
                    </a:cubicBezTo>
                    <a:lnTo>
                      <a:pt x="198109" y="175015"/>
                    </a:lnTo>
                    <a:cubicBezTo>
                      <a:pt x="197848" y="176510"/>
                      <a:pt x="196113" y="177720"/>
                      <a:pt x="193850" y="177720"/>
                    </a:cubicBezTo>
                    <a:lnTo>
                      <a:pt x="190363" y="177730"/>
                    </a:lnTo>
                    <a:cubicBezTo>
                      <a:pt x="188284" y="177730"/>
                      <a:pt x="186652" y="176509"/>
                      <a:pt x="186875" y="175025"/>
                    </a:cubicBezTo>
                    <a:lnTo>
                      <a:pt x="201883" y="74681"/>
                    </a:lnTo>
                    <a:cubicBezTo>
                      <a:pt x="202183" y="73198"/>
                      <a:pt x="203987" y="72000"/>
                      <a:pt x="206142" y="72000"/>
                    </a:cubicBezTo>
                    <a:lnTo>
                      <a:pt x="229930" y="72000"/>
                    </a:lnTo>
                    <a:cubicBezTo>
                      <a:pt x="232047" y="72000"/>
                      <a:pt x="234010" y="73221"/>
                      <a:pt x="234214" y="74681"/>
                    </a:cubicBezTo>
                    <a:lnTo>
                      <a:pt x="249216" y="175025"/>
                    </a:lnTo>
                    <a:cubicBezTo>
                      <a:pt x="249554" y="176509"/>
                      <a:pt x="247909" y="177730"/>
                      <a:pt x="245831" y="177730"/>
                    </a:cubicBezTo>
                    <a:close/>
                  </a:path>
                </a:pathLst>
              </a:custGeom>
              <a:solidFill>
                <a:srgbClr val="B3B3B3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63" name="자유형: 도형 2162">
                <a:extLst>
                  <a:ext uri="{FF2B5EF4-FFF2-40B4-BE49-F238E27FC236}">
                    <a16:creationId xmlns:a16="http://schemas.microsoft.com/office/drawing/2014/main" id="{ABA388C8-97D2-4681-8FF8-B210051D2305}"/>
                  </a:ext>
                </a:extLst>
              </p:cNvPr>
              <p:cNvSpPr/>
              <p:nvPr/>
            </p:nvSpPr>
            <p:spPr>
              <a:xfrm>
                <a:off x="7114693" y="6333976"/>
                <a:ext cx="12735" cy="12729"/>
              </a:xfrm>
              <a:custGeom>
                <a:avLst/>
                <a:gdLst>
                  <a:gd name="connsiteX0" fmla="*/ 18954 w 12734"/>
                  <a:gd name="connsiteY0" fmla="*/ 0 h 0"/>
                  <a:gd name="connsiteX1" fmla="*/ 19873 w 12734"/>
                  <a:gd name="connsiteY1" fmla="*/ 7928 h 0"/>
                  <a:gd name="connsiteX2" fmla="*/ 0 w 12734"/>
                  <a:gd name="connsiteY2" fmla="*/ 7928 h 0"/>
                  <a:gd name="connsiteX3" fmla="*/ 1033 w 12734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>
                    <a:moveTo>
                      <a:pt x="18954" y="0"/>
                    </a:moveTo>
                    <a:lnTo>
                      <a:pt x="19873" y="7928"/>
                    </a:lnTo>
                    <a:lnTo>
                      <a:pt x="0" y="7928"/>
                    </a:lnTo>
                    <a:lnTo>
                      <a:pt x="1033" y="0"/>
                    </a:lnTo>
                    <a:close/>
                  </a:path>
                </a:pathLst>
              </a:custGeom>
              <a:solidFill>
                <a:srgbClr val="939393"/>
              </a:solidFill>
              <a:ln w="5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64" name="자유형: 도형 2163">
                <a:extLst>
                  <a:ext uri="{FF2B5EF4-FFF2-40B4-BE49-F238E27FC236}">
                    <a16:creationId xmlns:a16="http://schemas.microsoft.com/office/drawing/2014/main" id="{6BF794A4-3D46-4E34-8FBE-B7992D9064F1}"/>
                  </a:ext>
                </a:extLst>
              </p:cNvPr>
              <p:cNvSpPr/>
              <p:nvPr/>
            </p:nvSpPr>
            <p:spPr>
              <a:xfrm>
                <a:off x="7114195" y="6341904"/>
                <a:ext cx="12735" cy="12729"/>
              </a:xfrm>
              <a:custGeom>
                <a:avLst/>
                <a:gdLst>
                  <a:gd name="connsiteX0" fmla="*/ 20918 w 12734"/>
                  <a:gd name="connsiteY0" fmla="*/ 3294 h 0"/>
                  <a:gd name="connsiteX1" fmla="*/ 20370 w 12734"/>
                  <a:gd name="connsiteY1" fmla="*/ 0 h 0"/>
                  <a:gd name="connsiteX2" fmla="*/ 498 w 12734"/>
                  <a:gd name="connsiteY2" fmla="*/ 0 h 0"/>
                  <a:gd name="connsiteX3" fmla="*/ 0 w 12734"/>
                  <a:gd name="connsiteY3" fmla="*/ 3294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>
                    <a:moveTo>
                      <a:pt x="20918" y="3294"/>
                    </a:moveTo>
                    <a:lnTo>
                      <a:pt x="20370" y="0"/>
                    </a:lnTo>
                    <a:lnTo>
                      <a:pt x="498" y="0"/>
                    </a:lnTo>
                    <a:lnTo>
                      <a:pt x="0" y="3294"/>
                    </a:lnTo>
                    <a:close/>
                  </a:path>
                </a:pathLst>
              </a:custGeom>
              <a:solidFill>
                <a:srgbClr val="666666"/>
              </a:solidFill>
              <a:ln w="5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65" name="자유형: 도형 2164">
                <a:extLst>
                  <a:ext uri="{FF2B5EF4-FFF2-40B4-BE49-F238E27FC236}">
                    <a16:creationId xmlns:a16="http://schemas.microsoft.com/office/drawing/2014/main" id="{4DD5B7A6-844E-49EF-AA5F-BA9DAE5E9699}"/>
                  </a:ext>
                </a:extLst>
              </p:cNvPr>
              <p:cNvSpPr/>
              <p:nvPr/>
            </p:nvSpPr>
            <p:spPr>
              <a:xfrm>
                <a:off x="6906559" y="6292993"/>
                <a:ext cx="12735" cy="12729"/>
              </a:xfrm>
              <a:custGeom>
                <a:avLst/>
                <a:gdLst>
                  <a:gd name="connsiteX0" fmla="*/ 0 w 12734"/>
                  <a:gd name="connsiteY0" fmla="*/ 0 h 0"/>
                  <a:gd name="connsiteX1" fmla="*/ 19376 w 12734"/>
                  <a:gd name="connsiteY1" fmla="*/ 0 h 0"/>
                  <a:gd name="connsiteX2" fmla="*/ 19376 w 12734"/>
                  <a:gd name="connsiteY2" fmla="*/ 4849 h 0"/>
                  <a:gd name="connsiteX3" fmla="*/ 0 w 12734"/>
                  <a:gd name="connsiteY3" fmla="*/ 4849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>
                    <a:moveTo>
                      <a:pt x="0" y="0"/>
                    </a:moveTo>
                    <a:lnTo>
                      <a:pt x="19376" y="0"/>
                    </a:lnTo>
                    <a:lnTo>
                      <a:pt x="19376" y="4849"/>
                    </a:lnTo>
                    <a:lnTo>
                      <a:pt x="0" y="4849"/>
                    </a:lnTo>
                    <a:close/>
                  </a:path>
                </a:pathLst>
              </a:custGeom>
              <a:solidFill>
                <a:srgbClr val="808080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66" name="자유형: 도형 2165">
                <a:extLst>
                  <a:ext uri="{FF2B5EF4-FFF2-40B4-BE49-F238E27FC236}">
                    <a16:creationId xmlns:a16="http://schemas.microsoft.com/office/drawing/2014/main" id="{A9B957F2-68E6-4596-BD90-28325646D70C}"/>
                  </a:ext>
                </a:extLst>
              </p:cNvPr>
              <p:cNvSpPr/>
              <p:nvPr/>
            </p:nvSpPr>
            <p:spPr>
              <a:xfrm>
                <a:off x="6906559" y="6306689"/>
                <a:ext cx="12735" cy="12729"/>
              </a:xfrm>
              <a:custGeom>
                <a:avLst/>
                <a:gdLst>
                  <a:gd name="connsiteX0" fmla="*/ 0 w 12734"/>
                  <a:gd name="connsiteY0" fmla="*/ 0 h 0"/>
                  <a:gd name="connsiteX1" fmla="*/ 19376 w 12734"/>
                  <a:gd name="connsiteY1" fmla="*/ 0 h 0"/>
                  <a:gd name="connsiteX2" fmla="*/ 19376 w 12734"/>
                  <a:gd name="connsiteY2" fmla="*/ 4849 h 0"/>
                  <a:gd name="connsiteX3" fmla="*/ 0 w 12734"/>
                  <a:gd name="connsiteY3" fmla="*/ 4849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>
                    <a:moveTo>
                      <a:pt x="0" y="0"/>
                    </a:moveTo>
                    <a:lnTo>
                      <a:pt x="19376" y="0"/>
                    </a:lnTo>
                    <a:lnTo>
                      <a:pt x="19376" y="4849"/>
                    </a:lnTo>
                    <a:lnTo>
                      <a:pt x="0" y="4849"/>
                    </a:lnTo>
                    <a:close/>
                  </a:path>
                </a:pathLst>
              </a:custGeom>
              <a:solidFill>
                <a:srgbClr val="808080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67" name="자유형: 도형 2166">
                <a:extLst>
                  <a:ext uri="{FF2B5EF4-FFF2-40B4-BE49-F238E27FC236}">
                    <a16:creationId xmlns:a16="http://schemas.microsoft.com/office/drawing/2014/main" id="{E8F3EBF5-CA2B-40FF-B2A3-00065C00123C}"/>
                  </a:ext>
                </a:extLst>
              </p:cNvPr>
              <p:cNvSpPr/>
              <p:nvPr/>
            </p:nvSpPr>
            <p:spPr>
              <a:xfrm>
                <a:off x="7178538" y="6292993"/>
                <a:ext cx="12735" cy="12729"/>
              </a:xfrm>
              <a:custGeom>
                <a:avLst/>
                <a:gdLst>
                  <a:gd name="connsiteX0" fmla="*/ 0 w 12734"/>
                  <a:gd name="connsiteY0" fmla="*/ 0 h 0"/>
                  <a:gd name="connsiteX1" fmla="*/ 19356 w 12734"/>
                  <a:gd name="connsiteY1" fmla="*/ 0 h 0"/>
                  <a:gd name="connsiteX2" fmla="*/ 19356 w 12734"/>
                  <a:gd name="connsiteY2" fmla="*/ 4849 h 0"/>
                  <a:gd name="connsiteX3" fmla="*/ 0 w 12734"/>
                  <a:gd name="connsiteY3" fmla="*/ 4849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>
                    <a:moveTo>
                      <a:pt x="0" y="0"/>
                    </a:moveTo>
                    <a:lnTo>
                      <a:pt x="19356" y="0"/>
                    </a:lnTo>
                    <a:lnTo>
                      <a:pt x="19356" y="4849"/>
                    </a:lnTo>
                    <a:lnTo>
                      <a:pt x="0" y="4849"/>
                    </a:lnTo>
                    <a:close/>
                  </a:path>
                </a:pathLst>
              </a:custGeom>
              <a:solidFill>
                <a:srgbClr val="808080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68" name="자유형: 도형 2167">
                <a:extLst>
                  <a:ext uri="{FF2B5EF4-FFF2-40B4-BE49-F238E27FC236}">
                    <a16:creationId xmlns:a16="http://schemas.microsoft.com/office/drawing/2014/main" id="{75296EB5-1635-422F-8010-023A1FAE4820}"/>
                  </a:ext>
                </a:extLst>
              </p:cNvPr>
              <p:cNvSpPr/>
              <p:nvPr/>
            </p:nvSpPr>
            <p:spPr>
              <a:xfrm>
                <a:off x="7178538" y="6306689"/>
                <a:ext cx="12735" cy="12729"/>
              </a:xfrm>
              <a:custGeom>
                <a:avLst/>
                <a:gdLst>
                  <a:gd name="connsiteX0" fmla="*/ 0 w 12734"/>
                  <a:gd name="connsiteY0" fmla="*/ 0 h 0"/>
                  <a:gd name="connsiteX1" fmla="*/ 19356 w 12734"/>
                  <a:gd name="connsiteY1" fmla="*/ 0 h 0"/>
                  <a:gd name="connsiteX2" fmla="*/ 19356 w 12734"/>
                  <a:gd name="connsiteY2" fmla="*/ 4849 h 0"/>
                  <a:gd name="connsiteX3" fmla="*/ 0 w 12734"/>
                  <a:gd name="connsiteY3" fmla="*/ 4849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>
                    <a:moveTo>
                      <a:pt x="0" y="0"/>
                    </a:moveTo>
                    <a:lnTo>
                      <a:pt x="19356" y="0"/>
                    </a:lnTo>
                    <a:lnTo>
                      <a:pt x="19356" y="4849"/>
                    </a:lnTo>
                    <a:lnTo>
                      <a:pt x="0" y="4849"/>
                    </a:lnTo>
                    <a:close/>
                  </a:path>
                </a:pathLst>
              </a:custGeom>
              <a:solidFill>
                <a:srgbClr val="808080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69" name="자유형: 도형 2168">
                <a:extLst>
                  <a:ext uri="{FF2B5EF4-FFF2-40B4-BE49-F238E27FC236}">
                    <a16:creationId xmlns:a16="http://schemas.microsoft.com/office/drawing/2014/main" id="{3EEED475-CEC0-4573-98B6-29EF272E9101}"/>
                  </a:ext>
                </a:extLst>
              </p:cNvPr>
              <p:cNvSpPr/>
              <p:nvPr/>
            </p:nvSpPr>
            <p:spPr>
              <a:xfrm>
                <a:off x="6975065" y="6246510"/>
                <a:ext cx="152814" cy="25458"/>
              </a:xfrm>
              <a:custGeom>
                <a:avLst/>
                <a:gdLst>
                  <a:gd name="connsiteX0" fmla="*/ 5292 w 152814"/>
                  <a:gd name="connsiteY0" fmla="*/ 0 h 25457"/>
                  <a:gd name="connsiteX1" fmla="*/ 0 w 152814"/>
                  <a:gd name="connsiteY1" fmla="*/ 0 h 25457"/>
                  <a:gd name="connsiteX2" fmla="*/ 0 w 152814"/>
                  <a:gd name="connsiteY2" fmla="*/ 4504 h 25457"/>
                  <a:gd name="connsiteX3" fmla="*/ 0 w 152814"/>
                  <a:gd name="connsiteY3" fmla="*/ 13840 h 25457"/>
                  <a:gd name="connsiteX4" fmla="*/ 0 w 152814"/>
                  <a:gd name="connsiteY4" fmla="*/ 26875 h 25457"/>
                  <a:gd name="connsiteX5" fmla="*/ 4909 w 152814"/>
                  <a:gd name="connsiteY5" fmla="*/ 31736 h 25457"/>
                  <a:gd name="connsiteX6" fmla="*/ 9825 w 152814"/>
                  <a:gd name="connsiteY6" fmla="*/ 26875 h 25457"/>
                  <a:gd name="connsiteX7" fmla="*/ 9825 w 152814"/>
                  <a:gd name="connsiteY7" fmla="*/ 13840 h 25457"/>
                  <a:gd name="connsiteX8" fmla="*/ 15110 w 152814"/>
                  <a:gd name="connsiteY8" fmla="*/ 8991 h 25457"/>
                  <a:gd name="connsiteX9" fmla="*/ 139257 w 152814"/>
                  <a:gd name="connsiteY9" fmla="*/ 8991 h 25457"/>
                  <a:gd name="connsiteX10" fmla="*/ 144549 w 152814"/>
                  <a:gd name="connsiteY10" fmla="*/ 13840 h 25457"/>
                  <a:gd name="connsiteX11" fmla="*/ 144549 w 152814"/>
                  <a:gd name="connsiteY11" fmla="*/ 26875 h 25457"/>
                  <a:gd name="connsiteX12" fmla="*/ 149465 w 152814"/>
                  <a:gd name="connsiteY12" fmla="*/ 31736 h 25457"/>
                  <a:gd name="connsiteX13" fmla="*/ 154368 w 152814"/>
                  <a:gd name="connsiteY13" fmla="*/ 26875 h 25457"/>
                  <a:gd name="connsiteX14" fmla="*/ 154368 w 152814"/>
                  <a:gd name="connsiteY14" fmla="*/ 13840 h 25457"/>
                  <a:gd name="connsiteX15" fmla="*/ 154368 w 152814"/>
                  <a:gd name="connsiteY15" fmla="*/ 4504 h 25457"/>
                  <a:gd name="connsiteX16" fmla="*/ 154368 w 152814"/>
                  <a:gd name="connsiteY16" fmla="*/ 0 h 25457"/>
                  <a:gd name="connsiteX17" fmla="*/ 149076 w 152814"/>
                  <a:gd name="connsiteY17" fmla="*/ 0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52814" h="25457">
                    <a:moveTo>
                      <a:pt x="5292" y="0"/>
                    </a:moveTo>
                    <a:cubicBezTo>
                      <a:pt x="2378" y="0"/>
                      <a:pt x="0" y="0"/>
                      <a:pt x="0" y="0"/>
                    </a:cubicBezTo>
                    <a:cubicBezTo>
                      <a:pt x="0" y="0"/>
                      <a:pt x="0" y="2033"/>
                      <a:pt x="0" y="4504"/>
                    </a:cubicBezTo>
                    <a:cubicBezTo>
                      <a:pt x="0" y="6969"/>
                      <a:pt x="0" y="11182"/>
                      <a:pt x="0" y="13840"/>
                    </a:cubicBezTo>
                    <a:lnTo>
                      <a:pt x="0" y="26875"/>
                    </a:lnTo>
                    <a:cubicBezTo>
                      <a:pt x="0" y="29545"/>
                      <a:pt x="2206" y="31736"/>
                      <a:pt x="4909" y="31736"/>
                    </a:cubicBezTo>
                    <a:cubicBezTo>
                      <a:pt x="7625" y="31736"/>
                      <a:pt x="9825" y="29545"/>
                      <a:pt x="9825" y="26875"/>
                    </a:cubicBezTo>
                    <a:lnTo>
                      <a:pt x="9825" y="13840"/>
                    </a:lnTo>
                    <a:cubicBezTo>
                      <a:pt x="9825" y="11182"/>
                      <a:pt x="12197" y="8991"/>
                      <a:pt x="15110" y="8991"/>
                    </a:cubicBezTo>
                    <a:lnTo>
                      <a:pt x="139257" y="8991"/>
                    </a:lnTo>
                    <a:cubicBezTo>
                      <a:pt x="142171" y="8991"/>
                      <a:pt x="144549" y="11182"/>
                      <a:pt x="144549" y="13840"/>
                    </a:cubicBezTo>
                    <a:lnTo>
                      <a:pt x="144549" y="26875"/>
                    </a:lnTo>
                    <a:cubicBezTo>
                      <a:pt x="144549" y="29545"/>
                      <a:pt x="146774" y="31736"/>
                      <a:pt x="149465" y="31736"/>
                    </a:cubicBezTo>
                    <a:cubicBezTo>
                      <a:pt x="152155" y="31736"/>
                      <a:pt x="154368" y="29545"/>
                      <a:pt x="154368" y="26875"/>
                    </a:cubicBezTo>
                    <a:lnTo>
                      <a:pt x="154368" y="13840"/>
                    </a:lnTo>
                    <a:cubicBezTo>
                      <a:pt x="154368" y="11182"/>
                      <a:pt x="154368" y="6982"/>
                      <a:pt x="154368" y="4504"/>
                    </a:cubicBezTo>
                    <a:cubicBezTo>
                      <a:pt x="154368" y="2022"/>
                      <a:pt x="154368" y="0"/>
                      <a:pt x="154368" y="0"/>
                    </a:cubicBezTo>
                    <a:cubicBezTo>
                      <a:pt x="154368" y="0"/>
                      <a:pt x="151990" y="0"/>
                      <a:pt x="149076" y="0"/>
                    </a:cubicBezTo>
                    <a:close/>
                  </a:path>
                </a:pathLst>
              </a:custGeom>
              <a:solidFill>
                <a:srgbClr val="808080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70" name="자유형: 도형 2169">
                <a:extLst>
                  <a:ext uri="{FF2B5EF4-FFF2-40B4-BE49-F238E27FC236}">
                    <a16:creationId xmlns:a16="http://schemas.microsoft.com/office/drawing/2014/main" id="{DB8929C0-5EED-4B28-9E75-0EFD20DEB0E5}"/>
                  </a:ext>
                </a:extLst>
              </p:cNvPr>
              <p:cNvSpPr/>
              <p:nvPr/>
            </p:nvSpPr>
            <p:spPr>
              <a:xfrm>
                <a:off x="6909971" y="6279055"/>
                <a:ext cx="12735" cy="152746"/>
              </a:xfrm>
              <a:custGeom>
                <a:avLst/>
                <a:gdLst>
                  <a:gd name="connsiteX0" fmla="*/ 0 w 0"/>
                  <a:gd name="connsiteY0" fmla="*/ 0 h 152746"/>
                  <a:gd name="connsiteX1" fmla="*/ 8900 w 0"/>
                  <a:gd name="connsiteY1" fmla="*/ 0 h 152746"/>
                  <a:gd name="connsiteX2" fmla="*/ 8900 w 0"/>
                  <a:gd name="connsiteY2" fmla="*/ 160940 h 152746"/>
                  <a:gd name="connsiteX3" fmla="*/ 0 w 0"/>
                  <a:gd name="connsiteY3" fmla="*/ 160940 h 152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152746">
                    <a:moveTo>
                      <a:pt x="0" y="0"/>
                    </a:moveTo>
                    <a:lnTo>
                      <a:pt x="8900" y="0"/>
                    </a:lnTo>
                    <a:lnTo>
                      <a:pt x="8900" y="160940"/>
                    </a:lnTo>
                    <a:lnTo>
                      <a:pt x="0" y="160940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71" name="자유형: 도형 2170">
                <a:extLst>
                  <a:ext uri="{FF2B5EF4-FFF2-40B4-BE49-F238E27FC236}">
                    <a16:creationId xmlns:a16="http://schemas.microsoft.com/office/drawing/2014/main" id="{2054CAB2-A70B-40B8-B16A-339E23818E1A}"/>
                  </a:ext>
                </a:extLst>
              </p:cNvPr>
              <p:cNvSpPr/>
              <p:nvPr/>
            </p:nvSpPr>
            <p:spPr>
              <a:xfrm>
                <a:off x="7125776" y="6232876"/>
                <a:ext cx="12735" cy="12729"/>
              </a:xfrm>
              <a:custGeom>
                <a:avLst/>
                <a:gdLst>
                  <a:gd name="connsiteX0" fmla="*/ 0 w 0"/>
                  <a:gd name="connsiteY0" fmla="*/ 0 h 12728"/>
                  <a:gd name="connsiteX1" fmla="*/ 5961 w 0"/>
                  <a:gd name="connsiteY1" fmla="*/ 0 h 12728"/>
                  <a:gd name="connsiteX2" fmla="*/ 5961 w 0"/>
                  <a:gd name="connsiteY2" fmla="*/ 13016 h 12728"/>
                  <a:gd name="connsiteX3" fmla="*/ 0 w 0"/>
                  <a:gd name="connsiteY3" fmla="*/ 13016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12728">
                    <a:moveTo>
                      <a:pt x="0" y="0"/>
                    </a:moveTo>
                    <a:lnTo>
                      <a:pt x="5961" y="0"/>
                    </a:lnTo>
                    <a:lnTo>
                      <a:pt x="5961" y="13016"/>
                    </a:lnTo>
                    <a:lnTo>
                      <a:pt x="0" y="13016"/>
                    </a:lnTo>
                    <a:close/>
                  </a:path>
                </a:pathLst>
              </a:custGeom>
              <a:solidFill>
                <a:srgbClr val="CCCCCC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72" name="자유형: 도형 2171">
                <a:extLst>
                  <a:ext uri="{FF2B5EF4-FFF2-40B4-BE49-F238E27FC236}">
                    <a16:creationId xmlns:a16="http://schemas.microsoft.com/office/drawing/2014/main" id="{6C0FA351-CDBF-438A-A50D-9C02F61A0520}"/>
                  </a:ext>
                </a:extLst>
              </p:cNvPr>
              <p:cNvSpPr/>
              <p:nvPr/>
            </p:nvSpPr>
            <p:spPr>
              <a:xfrm>
                <a:off x="6969757" y="6333832"/>
                <a:ext cx="12735" cy="12729"/>
              </a:xfrm>
              <a:custGeom>
                <a:avLst/>
                <a:gdLst>
                  <a:gd name="connsiteX0" fmla="*/ 0 w 12734"/>
                  <a:gd name="connsiteY0" fmla="*/ 7928 h 0"/>
                  <a:gd name="connsiteX1" fmla="*/ 1033 w 12734"/>
                  <a:gd name="connsiteY1" fmla="*/ 0 h 0"/>
                  <a:gd name="connsiteX2" fmla="*/ 18954 w 12734"/>
                  <a:gd name="connsiteY2" fmla="*/ 0 h 0"/>
                  <a:gd name="connsiteX3" fmla="*/ 19873 w 12734"/>
                  <a:gd name="connsiteY3" fmla="*/ 7928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>
                    <a:moveTo>
                      <a:pt x="0" y="7928"/>
                    </a:moveTo>
                    <a:lnTo>
                      <a:pt x="1033" y="0"/>
                    </a:lnTo>
                    <a:lnTo>
                      <a:pt x="18954" y="0"/>
                    </a:lnTo>
                    <a:lnTo>
                      <a:pt x="19873" y="7928"/>
                    </a:lnTo>
                    <a:close/>
                  </a:path>
                </a:pathLst>
              </a:custGeom>
              <a:solidFill>
                <a:srgbClr val="939393"/>
              </a:solidFill>
              <a:ln w="5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73" name="자유형: 도형 2172">
                <a:extLst>
                  <a:ext uri="{FF2B5EF4-FFF2-40B4-BE49-F238E27FC236}">
                    <a16:creationId xmlns:a16="http://schemas.microsoft.com/office/drawing/2014/main" id="{EC48A9FF-5F1E-4D96-AB06-A57830D6E6B7}"/>
                  </a:ext>
                </a:extLst>
              </p:cNvPr>
              <p:cNvSpPr/>
              <p:nvPr/>
            </p:nvSpPr>
            <p:spPr>
              <a:xfrm>
                <a:off x="6969260" y="6341760"/>
                <a:ext cx="12735" cy="12729"/>
              </a:xfrm>
              <a:custGeom>
                <a:avLst/>
                <a:gdLst>
                  <a:gd name="connsiteX0" fmla="*/ 498 w 12734"/>
                  <a:gd name="connsiteY0" fmla="*/ 0 h 0"/>
                  <a:gd name="connsiteX1" fmla="*/ 0 w 12734"/>
                  <a:gd name="connsiteY1" fmla="*/ 3294 h 0"/>
                  <a:gd name="connsiteX2" fmla="*/ 20918 w 12734"/>
                  <a:gd name="connsiteY2" fmla="*/ 3294 h 0"/>
                  <a:gd name="connsiteX3" fmla="*/ 20370 w 12734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>
                    <a:moveTo>
                      <a:pt x="498" y="0"/>
                    </a:moveTo>
                    <a:lnTo>
                      <a:pt x="0" y="3294"/>
                    </a:lnTo>
                    <a:lnTo>
                      <a:pt x="20918" y="3294"/>
                    </a:lnTo>
                    <a:lnTo>
                      <a:pt x="20370" y="0"/>
                    </a:lnTo>
                    <a:close/>
                  </a:path>
                </a:pathLst>
              </a:custGeom>
              <a:solidFill>
                <a:srgbClr val="666666"/>
              </a:solidFill>
              <a:ln w="5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74" name="자유형: 도형 2173">
                <a:extLst>
                  <a:ext uri="{FF2B5EF4-FFF2-40B4-BE49-F238E27FC236}">
                    <a16:creationId xmlns:a16="http://schemas.microsoft.com/office/drawing/2014/main" id="{5A28F908-4C9D-4E25-87E1-E8AB82D39926}"/>
                  </a:ext>
                </a:extLst>
              </p:cNvPr>
              <p:cNvSpPr/>
              <p:nvPr/>
            </p:nvSpPr>
            <p:spPr>
              <a:xfrm>
                <a:off x="7184906" y="6278361"/>
                <a:ext cx="12735" cy="152746"/>
              </a:xfrm>
              <a:custGeom>
                <a:avLst/>
                <a:gdLst>
                  <a:gd name="connsiteX0" fmla="*/ 0 w 0"/>
                  <a:gd name="connsiteY0" fmla="*/ 0 h 152746"/>
                  <a:gd name="connsiteX1" fmla="*/ 8900 w 0"/>
                  <a:gd name="connsiteY1" fmla="*/ 0 h 152746"/>
                  <a:gd name="connsiteX2" fmla="*/ 8900 w 0"/>
                  <a:gd name="connsiteY2" fmla="*/ 160940 h 152746"/>
                  <a:gd name="connsiteX3" fmla="*/ 0 w 0"/>
                  <a:gd name="connsiteY3" fmla="*/ 160940 h 152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152746">
                    <a:moveTo>
                      <a:pt x="0" y="0"/>
                    </a:moveTo>
                    <a:lnTo>
                      <a:pt x="8900" y="0"/>
                    </a:lnTo>
                    <a:lnTo>
                      <a:pt x="8900" y="160940"/>
                    </a:lnTo>
                    <a:lnTo>
                      <a:pt x="0" y="160940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75" name="자유형: 도형 2174">
                <a:extLst>
                  <a:ext uri="{FF2B5EF4-FFF2-40B4-BE49-F238E27FC236}">
                    <a16:creationId xmlns:a16="http://schemas.microsoft.com/office/drawing/2014/main" id="{4729EF3D-C2FA-4181-A779-E6C84AC3A43A}"/>
                  </a:ext>
                </a:extLst>
              </p:cNvPr>
              <p:cNvSpPr/>
              <p:nvPr/>
            </p:nvSpPr>
            <p:spPr>
              <a:xfrm>
                <a:off x="6617946" y="5630352"/>
                <a:ext cx="420239" cy="305493"/>
              </a:xfrm>
              <a:custGeom>
                <a:avLst/>
                <a:gdLst>
                  <a:gd name="connsiteX0" fmla="*/ 13954 w 420238"/>
                  <a:gd name="connsiteY0" fmla="*/ 297421 h 305492"/>
                  <a:gd name="connsiteX1" fmla="*/ 44456 w 420238"/>
                  <a:gd name="connsiteY1" fmla="*/ 297266 h 305492"/>
                  <a:gd name="connsiteX2" fmla="*/ 44589 w 420238"/>
                  <a:gd name="connsiteY2" fmla="*/ 314274 h 305492"/>
                  <a:gd name="connsiteX3" fmla="*/ 430883 w 420238"/>
                  <a:gd name="connsiteY3" fmla="*/ 312311 h 305492"/>
                  <a:gd name="connsiteX4" fmla="*/ 428554 w 420238"/>
                  <a:gd name="connsiteY4" fmla="*/ 15016 h 305492"/>
                  <a:gd name="connsiteX5" fmla="*/ 234025 w 420238"/>
                  <a:gd name="connsiteY5" fmla="*/ 16005 h 305492"/>
                  <a:gd name="connsiteX6" fmla="*/ 233907 w 420238"/>
                  <a:gd name="connsiteY6" fmla="*/ 989 h 305492"/>
                  <a:gd name="connsiteX7" fmla="*/ 33125 w 420238"/>
                  <a:gd name="connsiteY7" fmla="*/ 2009 h 305492"/>
                  <a:gd name="connsiteX8" fmla="*/ 33308 w 420238"/>
                  <a:gd name="connsiteY8" fmla="*/ 25401 h 305492"/>
                  <a:gd name="connsiteX9" fmla="*/ 166824 w 420238"/>
                  <a:gd name="connsiteY9" fmla="*/ 24722 h 305492"/>
                  <a:gd name="connsiteX10" fmla="*/ 168421 w 420238"/>
                  <a:gd name="connsiteY10" fmla="*/ 228481 h 305492"/>
                  <a:gd name="connsiteX11" fmla="*/ 1780 w 420238"/>
                  <a:gd name="connsiteY11" fmla="*/ 229328 h 305492"/>
                  <a:gd name="connsiteX12" fmla="*/ 2447 w 420238"/>
                  <a:gd name="connsiteY12" fmla="*/ 314488 h 305492"/>
                  <a:gd name="connsiteX13" fmla="*/ 14088 w 420238"/>
                  <a:gd name="connsiteY13" fmla="*/ 314429 h 305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20238" h="305492">
                    <a:moveTo>
                      <a:pt x="13954" y="297421"/>
                    </a:moveTo>
                    <a:lnTo>
                      <a:pt x="44456" y="297266"/>
                    </a:lnTo>
                    <a:lnTo>
                      <a:pt x="44589" y="314274"/>
                    </a:lnTo>
                    <a:lnTo>
                      <a:pt x="430883" y="312311"/>
                    </a:lnTo>
                    <a:lnTo>
                      <a:pt x="428554" y="15016"/>
                    </a:lnTo>
                    <a:lnTo>
                      <a:pt x="234025" y="16005"/>
                    </a:lnTo>
                    <a:lnTo>
                      <a:pt x="233907" y="989"/>
                    </a:lnTo>
                    <a:lnTo>
                      <a:pt x="33125" y="2009"/>
                    </a:lnTo>
                    <a:lnTo>
                      <a:pt x="33308" y="25401"/>
                    </a:lnTo>
                    <a:lnTo>
                      <a:pt x="166824" y="24722"/>
                    </a:lnTo>
                    <a:lnTo>
                      <a:pt x="168421" y="228481"/>
                    </a:lnTo>
                    <a:lnTo>
                      <a:pt x="1780" y="229328"/>
                    </a:lnTo>
                    <a:lnTo>
                      <a:pt x="2447" y="314488"/>
                    </a:lnTo>
                    <a:lnTo>
                      <a:pt x="14088" y="314429"/>
                    </a:lnTo>
                    <a:close/>
                  </a:path>
                </a:pathLst>
              </a:custGeom>
              <a:solidFill>
                <a:srgbClr val="404040"/>
              </a:solidFill>
              <a:ln w="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76" name="자유형: 도형 2175">
                <a:extLst>
                  <a:ext uri="{FF2B5EF4-FFF2-40B4-BE49-F238E27FC236}">
                    <a16:creationId xmlns:a16="http://schemas.microsoft.com/office/drawing/2014/main" id="{00A678EC-70C3-4252-B7F6-CC2193ED5E30}"/>
                  </a:ext>
                </a:extLst>
              </p:cNvPr>
              <p:cNvSpPr/>
              <p:nvPr/>
            </p:nvSpPr>
            <p:spPr>
              <a:xfrm>
                <a:off x="6618353" y="5859665"/>
                <a:ext cx="12735" cy="63644"/>
              </a:xfrm>
              <a:custGeom>
                <a:avLst/>
                <a:gdLst>
                  <a:gd name="connsiteX0" fmla="*/ 1373 w 0"/>
                  <a:gd name="connsiteY0" fmla="*/ 15 h 63644"/>
                  <a:gd name="connsiteX1" fmla="*/ 1916 w 0"/>
                  <a:gd name="connsiteY1" fmla="*/ 69379 h 63644"/>
                  <a:gd name="connsiteX2" fmla="*/ 543 w 0"/>
                  <a:gd name="connsiteY2" fmla="*/ 69242 h 63644"/>
                  <a:gd name="connsiteX3" fmla="*/ 0 w 0"/>
                  <a:gd name="connsiteY3" fmla="*/ 7 h 636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63644">
                    <a:moveTo>
                      <a:pt x="1373" y="15"/>
                    </a:moveTo>
                    <a:lnTo>
                      <a:pt x="1916" y="69379"/>
                    </a:lnTo>
                    <a:lnTo>
                      <a:pt x="543" y="69242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808080"/>
              </a:solidFill>
              <a:ln w="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77" name="자유형: 도형 2176">
                <a:extLst>
                  <a:ext uri="{FF2B5EF4-FFF2-40B4-BE49-F238E27FC236}">
                    <a16:creationId xmlns:a16="http://schemas.microsoft.com/office/drawing/2014/main" id="{CCB027FC-E425-4735-B26F-9D5B8F2D45C6}"/>
                  </a:ext>
                </a:extLst>
              </p:cNvPr>
              <p:cNvSpPr/>
              <p:nvPr/>
            </p:nvSpPr>
            <p:spPr>
              <a:xfrm>
                <a:off x="6782317" y="5646698"/>
                <a:ext cx="12735" cy="203662"/>
              </a:xfrm>
              <a:custGeom>
                <a:avLst/>
                <a:gdLst>
                  <a:gd name="connsiteX0" fmla="*/ 2388 w 0"/>
                  <a:gd name="connsiteY0" fmla="*/ 0 h 203661"/>
                  <a:gd name="connsiteX1" fmla="*/ 4051 w 0"/>
                  <a:gd name="connsiteY1" fmla="*/ 212134 h 203661"/>
                  <a:gd name="connsiteX2" fmla="*/ 1662 w 0"/>
                  <a:gd name="connsiteY2" fmla="*/ 212146 h 203661"/>
                  <a:gd name="connsiteX3" fmla="*/ 0 w 0"/>
                  <a:gd name="connsiteY3" fmla="*/ 12 h 2036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03661">
                    <a:moveTo>
                      <a:pt x="2388" y="0"/>
                    </a:moveTo>
                    <a:lnTo>
                      <a:pt x="4051" y="212134"/>
                    </a:lnTo>
                    <a:lnTo>
                      <a:pt x="1662" y="212146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202020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78" name="자유형: 도형 2177">
                <a:extLst>
                  <a:ext uri="{FF2B5EF4-FFF2-40B4-BE49-F238E27FC236}">
                    <a16:creationId xmlns:a16="http://schemas.microsoft.com/office/drawing/2014/main" id="{9C7F9C68-804D-407B-90F0-8CCC66D8BB5E}"/>
                  </a:ext>
                </a:extLst>
              </p:cNvPr>
              <p:cNvSpPr/>
              <p:nvPr/>
            </p:nvSpPr>
            <p:spPr>
              <a:xfrm>
                <a:off x="6786087" y="5822896"/>
                <a:ext cx="12735" cy="12729"/>
              </a:xfrm>
              <a:custGeom>
                <a:avLst/>
                <a:gdLst>
                  <a:gd name="connsiteX0" fmla="*/ 23469 w 12734"/>
                  <a:gd name="connsiteY0" fmla="*/ 0 h 12728"/>
                  <a:gd name="connsiteX1" fmla="*/ 23603 w 12734"/>
                  <a:gd name="connsiteY1" fmla="*/ 17182 h 12728"/>
                  <a:gd name="connsiteX2" fmla="*/ 135 w 12734"/>
                  <a:gd name="connsiteY2" fmla="*/ 17301 h 12728"/>
                  <a:gd name="connsiteX3" fmla="*/ 0 w 12734"/>
                  <a:gd name="connsiteY3" fmla="*/ 119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23469" y="0"/>
                    </a:moveTo>
                    <a:lnTo>
                      <a:pt x="23603" y="17182"/>
                    </a:lnTo>
                    <a:lnTo>
                      <a:pt x="135" y="17301"/>
                    </a:lnTo>
                    <a:lnTo>
                      <a:pt x="0" y="119"/>
                    </a:lnTo>
                    <a:close/>
                  </a:path>
                </a:pathLst>
              </a:custGeom>
              <a:solidFill>
                <a:srgbClr val="999999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79" name="자유형: 도형 2178">
                <a:extLst>
                  <a:ext uri="{FF2B5EF4-FFF2-40B4-BE49-F238E27FC236}">
                    <a16:creationId xmlns:a16="http://schemas.microsoft.com/office/drawing/2014/main" id="{FF4B0C40-C363-4E39-B0B1-03596EF6D953}"/>
                  </a:ext>
                </a:extLst>
              </p:cNvPr>
              <p:cNvSpPr/>
              <p:nvPr/>
            </p:nvSpPr>
            <p:spPr>
              <a:xfrm>
                <a:off x="6787441" y="5822889"/>
                <a:ext cx="12735" cy="12729"/>
              </a:xfrm>
              <a:custGeom>
                <a:avLst/>
                <a:gdLst>
                  <a:gd name="connsiteX0" fmla="*/ 23469 w 12734"/>
                  <a:gd name="connsiteY0" fmla="*/ 0 h 12728"/>
                  <a:gd name="connsiteX1" fmla="*/ 23603 w 12734"/>
                  <a:gd name="connsiteY1" fmla="*/ 17182 h 12728"/>
                  <a:gd name="connsiteX2" fmla="*/ 135 w 12734"/>
                  <a:gd name="connsiteY2" fmla="*/ 17301 h 12728"/>
                  <a:gd name="connsiteX3" fmla="*/ 0 w 12734"/>
                  <a:gd name="connsiteY3" fmla="*/ 119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23469" y="0"/>
                    </a:moveTo>
                    <a:lnTo>
                      <a:pt x="23603" y="17182"/>
                    </a:lnTo>
                    <a:lnTo>
                      <a:pt x="135" y="17301"/>
                    </a:lnTo>
                    <a:lnTo>
                      <a:pt x="0" y="119"/>
                    </a:lnTo>
                    <a:close/>
                  </a:path>
                </a:pathLst>
              </a:custGeom>
              <a:solidFill>
                <a:srgbClr val="CCCCCC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80" name="자유형: 도형 2179">
                <a:extLst>
                  <a:ext uri="{FF2B5EF4-FFF2-40B4-BE49-F238E27FC236}">
                    <a16:creationId xmlns:a16="http://schemas.microsoft.com/office/drawing/2014/main" id="{16102795-ABD4-460B-9783-91EF4C60C693}"/>
                  </a:ext>
                </a:extLst>
              </p:cNvPr>
              <p:cNvSpPr/>
              <p:nvPr/>
            </p:nvSpPr>
            <p:spPr>
              <a:xfrm>
                <a:off x="6734364" y="5826500"/>
                <a:ext cx="63673" cy="12729"/>
              </a:xfrm>
              <a:custGeom>
                <a:avLst/>
                <a:gdLst>
                  <a:gd name="connsiteX0" fmla="*/ 75220 w 63672"/>
                  <a:gd name="connsiteY0" fmla="*/ 0 h 0"/>
                  <a:gd name="connsiteX1" fmla="*/ 75293 w 63672"/>
                  <a:gd name="connsiteY1" fmla="*/ 9276 h 0"/>
                  <a:gd name="connsiteX2" fmla="*/ 73 w 63672"/>
                  <a:gd name="connsiteY2" fmla="*/ 9659 h 0"/>
                  <a:gd name="connsiteX3" fmla="*/ 0 w 63672"/>
                  <a:gd name="connsiteY3" fmla="*/ 382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672">
                    <a:moveTo>
                      <a:pt x="75220" y="0"/>
                    </a:moveTo>
                    <a:lnTo>
                      <a:pt x="75293" y="9276"/>
                    </a:lnTo>
                    <a:lnTo>
                      <a:pt x="73" y="9659"/>
                    </a:lnTo>
                    <a:lnTo>
                      <a:pt x="0" y="382"/>
                    </a:lnTo>
                    <a:close/>
                  </a:path>
                </a:pathLst>
              </a:custGeom>
              <a:solidFill>
                <a:srgbClr val="D6D6D6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81" name="자유형: 도형 2180">
                <a:extLst>
                  <a:ext uri="{FF2B5EF4-FFF2-40B4-BE49-F238E27FC236}">
                    <a16:creationId xmlns:a16="http://schemas.microsoft.com/office/drawing/2014/main" id="{E117FE83-8234-4AC8-A9AC-8AAC870160E3}"/>
                  </a:ext>
                </a:extLst>
              </p:cNvPr>
              <p:cNvSpPr/>
              <p:nvPr/>
            </p:nvSpPr>
            <p:spPr>
              <a:xfrm>
                <a:off x="6768683" y="5826664"/>
                <a:ext cx="12735" cy="12729"/>
              </a:xfrm>
              <a:custGeom>
                <a:avLst/>
                <a:gdLst>
                  <a:gd name="connsiteX0" fmla="*/ 8726 w 0"/>
                  <a:gd name="connsiteY0" fmla="*/ 0 h 0"/>
                  <a:gd name="connsiteX1" fmla="*/ 8798 w 0"/>
                  <a:gd name="connsiteY1" fmla="*/ 9276 h 0"/>
                  <a:gd name="connsiteX2" fmla="*/ 73 w 0"/>
                  <a:gd name="connsiteY2" fmla="*/ 9321 h 0"/>
                  <a:gd name="connsiteX3" fmla="*/ 0 w 0"/>
                  <a:gd name="connsiteY3" fmla="*/ 44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8726" y="0"/>
                    </a:moveTo>
                    <a:lnTo>
                      <a:pt x="8798" y="9276"/>
                    </a:lnTo>
                    <a:lnTo>
                      <a:pt x="73" y="9321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C2C2C2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82" name="자유형: 도형 2181">
                <a:extLst>
                  <a:ext uri="{FF2B5EF4-FFF2-40B4-BE49-F238E27FC236}">
                    <a16:creationId xmlns:a16="http://schemas.microsoft.com/office/drawing/2014/main" id="{C6DB449F-6F69-43D2-87DD-DD6FD3957A34}"/>
                  </a:ext>
                </a:extLst>
              </p:cNvPr>
              <p:cNvSpPr/>
              <p:nvPr/>
            </p:nvSpPr>
            <p:spPr>
              <a:xfrm>
                <a:off x="6776562" y="5826639"/>
                <a:ext cx="12735" cy="12729"/>
              </a:xfrm>
              <a:custGeom>
                <a:avLst/>
                <a:gdLst>
                  <a:gd name="connsiteX0" fmla="*/ 5679 w 0"/>
                  <a:gd name="connsiteY0" fmla="*/ 0 h 0"/>
                  <a:gd name="connsiteX1" fmla="*/ 5752 w 0"/>
                  <a:gd name="connsiteY1" fmla="*/ 9276 h 0"/>
                  <a:gd name="connsiteX2" fmla="*/ 73 w 0"/>
                  <a:gd name="connsiteY2" fmla="*/ 9305 h 0"/>
                  <a:gd name="connsiteX3" fmla="*/ 0 w 0"/>
                  <a:gd name="connsiteY3" fmla="*/ 29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5679" y="0"/>
                    </a:moveTo>
                    <a:lnTo>
                      <a:pt x="5752" y="9276"/>
                    </a:lnTo>
                    <a:lnTo>
                      <a:pt x="73" y="9305"/>
                    </a:lnTo>
                    <a:lnTo>
                      <a:pt x="0" y="29"/>
                    </a:lnTo>
                    <a:close/>
                  </a:path>
                </a:pathLst>
              </a:custGeom>
              <a:solidFill>
                <a:srgbClr val="ADADAD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83" name="자유형: 도형 2182">
                <a:extLst>
                  <a:ext uri="{FF2B5EF4-FFF2-40B4-BE49-F238E27FC236}">
                    <a16:creationId xmlns:a16="http://schemas.microsoft.com/office/drawing/2014/main" id="{881515F1-AF24-4E9B-AC0A-9D1B5D91E885}"/>
                  </a:ext>
                </a:extLst>
              </p:cNvPr>
              <p:cNvSpPr/>
              <p:nvPr/>
            </p:nvSpPr>
            <p:spPr>
              <a:xfrm>
                <a:off x="6782241" y="5826437"/>
                <a:ext cx="38204" cy="12729"/>
              </a:xfrm>
              <a:custGeom>
                <a:avLst/>
                <a:gdLst>
                  <a:gd name="connsiteX0" fmla="*/ 39773 w 38203"/>
                  <a:gd name="connsiteY0" fmla="*/ 0 h 0"/>
                  <a:gd name="connsiteX1" fmla="*/ 39845 w 38203"/>
                  <a:gd name="connsiteY1" fmla="*/ 9276 h 0"/>
                  <a:gd name="connsiteX2" fmla="*/ 73 w 38203"/>
                  <a:gd name="connsiteY2" fmla="*/ 9478 h 0"/>
                  <a:gd name="connsiteX3" fmla="*/ 0 w 38203"/>
                  <a:gd name="connsiteY3" fmla="*/ 202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03">
                    <a:moveTo>
                      <a:pt x="39773" y="0"/>
                    </a:moveTo>
                    <a:lnTo>
                      <a:pt x="39845" y="9276"/>
                    </a:lnTo>
                    <a:lnTo>
                      <a:pt x="73" y="9478"/>
                    </a:lnTo>
                    <a:lnTo>
                      <a:pt x="0" y="202"/>
                    </a:lnTo>
                    <a:close/>
                  </a:path>
                </a:pathLst>
              </a:custGeom>
              <a:solidFill>
                <a:srgbClr val="999999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84" name="자유형: 도형 2183">
                <a:extLst>
                  <a:ext uri="{FF2B5EF4-FFF2-40B4-BE49-F238E27FC236}">
                    <a16:creationId xmlns:a16="http://schemas.microsoft.com/office/drawing/2014/main" id="{4C03F38B-7278-48F3-8C24-49406574C93B}"/>
                  </a:ext>
                </a:extLst>
              </p:cNvPr>
              <p:cNvSpPr/>
              <p:nvPr/>
            </p:nvSpPr>
            <p:spPr>
              <a:xfrm>
                <a:off x="6785899" y="5798908"/>
                <a:ext cx="12735" cy="12729"/>
              </a:xfrm>
              <a:custGeom>
                <a:avLst/>
                <a:gdLst>
                  <a:gd name="connsiteX0" fmla="*/ 23469 w 12734"/>
                  <a:gd name="connsiteY0" fmla="*/ 0 h 12728"/>
                  <a:gd name="connsiteX1" fmla="*/ 23603 w 12734"/>
                  <a:gd name="connsiteY1" fmla="*/ 17182 h 12728"/>
                  <a:gd name="connsiteX2" fmla="*/ 135 w 12734"/>
                  <a:gd name="connsiteY2" fmla="*/ 17301 h 12728"/>
                  <a:gd name="connsiteX3" fmla="*/ 0 w 12734"/>
                  <a:gd name="connsiteY3" fmla="*/ 119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23469" y="0"/>
                    </a:moveTo>
                    <a:lnTo>
                      <a:pt x="23603" y="17182"/>
                    </a:lnTo>
                    <a:lnTo>
                      <a:pt x="135" y="17301"/>
                    </a:lnTo>
                    <a:lnTo>
                      <a:pt x="0" y="119"/>
                    </a:lnTo>
                    <a:close/>
                  </a:path>
                </a:pathLst>
              </a:custGeom>
              <a:solidFill>
                <a:srgbClr val="999999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85" name="자유형: 도형 2184">
                <a:extLst>
                  <a:ext uri="{FF2B5EF4-FFF2-40B4-BE49-F238E27FC236}">
                    <a16:creationId xmlns:a16="http://schemas.microsoft.com/office/drawing/2014/main" id="{32D91764-44B6-408A-823C-6B019ABC587A}"/>
                  </a:ext>
                </a:extLst>
              </p:cNvPr>
              <p:cNvSpPr/>
              <p:nvPr/>
            </p:nvSpPr>
            <p:spPr>
              <a:xfrm>
                <a:off x="6787253" y="5798901"/>
                <a:ext cx="12735" cy="12729"/>
              </a:xfrm>
              <a:custGeom>
                <a:avLst/>
                <a:gdLst>
                  <a:gd name="connsiteX0" fmla="*/ 23469 w 12734"/>
                  <a:gd name="connsiteY0" fmla="*/ 0 h 12728"/>
                  <a:gd name="connsiteX1" fmla="*/ 23603 w 12734"/>
                  <a:gd name="connsiteY1" fmla="*/ 17182 h 12728"/>
                  <a:gd name="connsiteX2" fmla="*/ 135 w 12734"/>
                  <a:gd name="connsiteY2" fmla="*/ 17301 h 12728"/>
                  <a:gd name="connsiteX3" fmla="*/ 0 w 12734"/>
                  <a:gd name="connsiteY3" fmla="*/ 119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23469" y="0"/>
                    </a:moveTo>
                    <a:lnTo>
                      <a:pt x="23603" y="17182"/>
                    </a:lnTo>
                    <a:lnTo>
                      <a:pt x="135" y="17301"/>
                    </a:lnTo>
                    <a:lnTo>
                      <a:pt x="0" y="119"/>
                    </a:lnTo>
                    <a:close/>
                  </a:path>
                </a:pathLst>
              </a:custGeom>
              <a:solidFill>
                <a:srgbClr val="CCCCCC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86" name="자유형: 도형 2185">
                <a:extLst>
                  <a:ext uri="{FF2B5EF4-FFF2-40B4-BE49-F238E27FC236}">
                    <a16:creationId xmlns:a16="http://schemas.microsoft.com/office/drawing/2014/main" id="{F320A3B8-9514-48C4-AA92-E5DE0D7B0FBF}"/>
                  </a:ext>
                </a:extLst>
              </p:cNvPr>
              <p:cNvSpPr/>
              <p:nvPr/>
            </p:nvSpPr>
            <p:spPr>
              <a:xfrm>
                <a:off x="6734176" y="5802511"/>
                <a:ext cx="63673" cy="12729"/>
              </a:xfrm>
              <a:custGeom>
                <a:avLst/>
                <a:gdLst>
                  <a:gd name="connsiteX0" fmla="*/ 75220 w 63672"/>
                  <a:gd name="connsiteY0" fmla="*/ 0 h 0"/>
                  <a:gd name="connsiteX1" fmla="*/ 75293 w 63672"/>
                  <a:gd name="connsiteY1" fmla="*/ 9276 h 0"/>
                  <a:gd name="connsiteX2" fmla="*/ 73 w 63672"/>
                  <a:gd name="connsiteY2" fmla="*/ 9659 h 0"/>
                  <a:gd name="connsiteX3" fmla="*/ 0 w 63672"/>
                  <a:gd name="connsiteY3" fmla="*/ 382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672">
                    <a:moveTo>
                      <a:pt x="75220" y="0"/>
                    </a:moveTo>
                    <a:lnTo>
                      <a:pt x="75293" y="9276"/>
                    </a:lnTo>
                    <a:lnTo>
                      <a:pt x="73" y="9659"/>
                    </a:lnTo>
                    <a:lnTo>
                      <a:pt x="0" y="382"/>
                    </a:lnTo>
                    <a:close/>
                  </a:path>
                </a:pathLst>
              </a:custGeom>
              <a:solidFill>
                <a:srgbClr val="D6D6D6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87" name="자유형: 도형 2186">
                <a:extLst>
                  <a:ext uri="{FF2B5EF4-FFF2-40B4-BE49-F238E27FC236}">
                    <a16:creationId xmlns:a16="http://schemas.microsoft.com/office/drawing/2014/main" id="{C6A74C70-6A84-44C9-A399-47189A5D48E8}"/>
                  </a:ext>
                </a:extLst>
              </p:cNvPr>
              <p:cNvSpPr/>
              <p:nvPr/>
            </p:nvSpPr>
            <p:spPr>
              <a:xfrm>
                <a:off x="6768495" y="5802675"/>
                <a:ext cx="12735" cy="12729"/>
              </a:xfrm>
              <a:custGeom>
                <a:avLst/>
                <a:gdLst>
                  <a:gd name="connsiteX0" fmla="*/ 8726 w 0"/>
                  <a:gd name="connsiteY0" fmla="*/ 0 h 0"/>
                  <a:gd name="connsiteX1" fmla="*/ 8798 w 0"/>
                  <a:gd name="connsiteY1" fmla="*/ 9276 h 0"/>
                  <a:gd name="connsiteX2" fmla="*/ 73 w 0"/>
                  <a:gd name="connsiteY2" fmla="*/ 9321 h 0"/>
                  <a:gd name="connsiteX3" fmla="*/ 0 w 0"/>
                  <a:gd name="connsiteY3" fmla="*/ 44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8726" y="0"/>
                    </a:moveTo>
                    <a:lnTo>
                      <a:pt x="8798" y="9276"/>
                    </a:lnTo>
                    <a:lnTo>
                      <a:pt x="73" y="9321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C2C2C2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88" name="자유형: 도형 2187">
                <a:extLst>
                  <a:ext uri="{FF2B5EF4-FFF2-40B4-BE49-F238E27FC236}">
                    <a16:creationId xmlns:a16="http://schemas.microsoft.com/office/drawing/2014/main" id="{0BC5E8DA-7F2B-49EB-BBCA-6D842A4F3CD4}"/>
                  </a:ext>
                </a:extLst>
              </p:cNvPr>
              <p:cNvSpPr/>
              <p:nvPr/>
            </p:nvSpPr>
            <p:spPr>
              <a:xfrm>
                <a:off x="6776374" y="5802650"/>
                <a:ext cx="12735" cy="12729"/>
              </a:xfrm>
              <a:custGeom>
                <a:avLst/>
                <a:gdLst>
                  <a:gd name="connsiteX0" fmla="*/ 5679 w 0"/>
                  <a:gd name="connsiteY0" fmla="*/ 0 h 0"/>
                  <a:gd name="connsiteX1" fmla="*/ 5752 w 0"/>
                  <a:gd name="connsiteY1" fmla="*/ 9276 h 0"/>
                  <a:gd name="connsiteX2" fmla="*/ 73 w 0"/>
                  <a:gd name="connsiteY2" fmla="*/ 9305 h 0"/>
                  <a:gd name="connsiteX3" fmla="*/ 0 w 0"/>
                  <a:gd name="connsiteY3" fmla="*/ 29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5679" y="0"/>
                    </a:moveTo>
                    <a:lnTo>
                      <a:pt x="5752" y="9276"/>
                    </a:lnTo>
                    <a:lnTo>
                      <a:pt x="73" y="9305"/>
                    </a:lnTo>
                    <a:lnTo>
                      <a:pt x="0" y="29"/>
                    </a:lnTo>
                    <a:close/>
                  </a:path>
                </a:pathLst>
              </a:custGeom>
              <a:solidFill>
                <a:srgbClr val="ADADAD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89" name="자유형: 도형 2188">
                <a:extLst>
                  <a:ext uri="{FF2B5EF4-FFF2-40B4-BE49-F238E27FC236}">
                    <a16:creationId xmlns:a16="http://schemas.microsoft.com/office/drawing/2014/main" id="{E3BB486B-8F63-4E91-85B5-CEC4AF18F46F}"/>
                  </a:ext>
                </a:extLst>
              </p:cNvPr>
              <p:cNvSpPr/>
              <p:nvPr/>
            </p:nvSpPr>
            <p:spPr>
              <a:xfrm>
                <a:off x="6782053" y="5802448"/>
                <a:ext cx="38204" cy="12729"/>
              </a:xfrm>
              <a:custGeom>
                <a:avLst/>
                <a:gdLst>
                  <a:gd name="connsiteX0" fmla="*/ 39773 w 38203"/>
                  <a:gd name="connsiteY0" fmla="*/ 0 h 0"/>
                  <a:gd name="connsiteX1" fmla="*/ 39845 w 38203"/>
                  <a:gd name="connsiteY1" fmla="*/ 9276 h 0"/>
                  <a:gd name="connsiteX2" fmla="*/ 73 w 38203"/>
                  <a:gd name="connsiteY2" fmla="*/ 9478 h 0"/>
                  <a:gd name="connsiteX3" fmla="*/ 0 w 38203"/>
                  <a:gd name="connsiteY3" fmla="*/ 202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03">
                    <a:moveTo>
                      <a:pt x="39773" y="0"/>
                    </a:moveTo>
                    <a:lnTo>
                      <a:pt x="39845" y="9276"/>
                    </a:lnTo>
                    <a:lnTo>
                      <a:pt x="73" y="9478"/>
                    </a:lnTo>
                    <a:lnTo>
                      <a:pt x="0" y="202"/>
                    </a:lnTo>
                    <a:close/>
                  </a:path>
                </a:pathLst>
              </a:custGeom>
              <a:solidFill>
                <a:srgbClr val="999999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90" name="자유형: 도형 2189">
                <a:extLst>
                  <a:ext uri="{FF2B5EF4-FFF2-40B4-BE49-F238E27FC236}">
                    <a16:creationId xmlns:a16="http://schemas.microsoft.com/office/drawing/2014/main" id="{124A43FA-D214-4136-A903-E98B26254B8B}"/>
                  </a:ext>
                </a:extLst>
              </p:cNvPr>
              <p:cNvSpPr/>
              <p:nvPr/>
            </p:nvSpPr>
            <p:spPr>
              <a:xfrm>
                <a:off x="6785711" y="5774909"/>
                <a:ext cx="12735" cy="12729"/>
              </a:xfrm>
              <a:custGeom>
                <a:avLst/>
                <a:gdLst>
                  <a:gd name="connsiteX0" fmla="*/ 23469 w 12734"/>
                  <a:gd name="connsiteY0" fmla="*/ 0 h 12728"/>
                  <a:gd name="connsiteX1" fmla="*/ 23603 w 12734"/>
                  <a:gd name="connsiteY1" fmla="*/ 17159 h 12728"/>
                  <a:gd name="connsiteX2" fmla="*/ 134 w 12734"/>
                  <a:gd name="connsiteY2" fmla="*/ 17278 h 12728"/>
                  <a:gd name="connsiteX3" fmla="*/ 0 w 12734"/>
                  <a:gd name="connsiteY3" fmla="*/ 119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23469" y="0"/>
                    </a:moveTo>
                    <a:lnTo>
                      <a:pt x="23603" y="17159"/>
                    </a:lnTo>
                    <a:lnTo>
                      <a:pt x="134" y="17278"/>
                    </a:lnTo>
                    <a:lnTo>
                      <a:pt x="0" y="119"/>
                    </a:lnTo>
                    <a:close/>
                  </a:path>
                </a:pathLst>
              </a:custGeom>
              <a:solidFill>
                <a:srgbClr val="999999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91" name="자유형: 도형 2190">
                <a:extLst>
                  <a:ext uri="{FF2B5EF4-FFF2-40B4-BE49-F238E27FC236}">
                    <a16:creationId xmlns:a16="http://schemas.microsoft.com/office/drawing/2014/main" id="{81DFB1FB-E738-4B0F-8752-C75DDE48BBC4}"/>
                  </a:ext>
                </a:extLst>
              </p:cNvPr>
              <p:cNvSpPr/>
              <p:nvPr/>
            </p:nvSpPr>
            <p:spPr>
              <a:xfrm>
                <a:off x="6787065" y="5774902"/>
                <a:ext cx="12735" cy="12729"/>
              </a:xfrm>
              <a:custGeom>
                <a:avLst/>
                <a:gdLst>
                  <a:gd name="connsiteX0" fmla="*/ 23469 w 12734"/>
                  <a:gd name="connsiteY0" fmla="*/ 0 h 12728"/>
                  <a:gd name="connsiteX1" fmla="*/ 23603 w 12734"/>
                  <a:gd name="connsiteY1" fmla="*/ 17159 h 12728"/>
                  <a:gd name="connsiteX2" fmla="*/ 134 w 12734"/>
                  <a:gd name="connsiteY2" fmla="*/ 17278 h 12728"/>
                  <a:gd name="connsiteX3" fmla="*/ 0 w 12734"/>
                  <a:gd name="connsiteY3" fmla="*/ 119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23469" y="0"/>
                    </a:moveTo>
                    <a:lnTo>
                      <a:pt x="23603" y="17159"/>
                    </a:lnTo>
                    <a:lnTo>
                      <a:pt x="134" y="17278"/>
                    </a:lnTo>
                    <a:lnTo>
                      <a:pt x="0" y="119"/>
                    </a:lnTo>
                    <a:close/>
                  </a:path>
                </a:pathLst>
              </a:custGeom>
              <a:solidFill>
                <a:srgbClr val="CCCCCC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92" name="자유형: 도형 2191">
                <a:extLst>
                  <a:ext uri="{FF2B5EF4-FFF2-40B4-BE49-F238E27FC236}">
                    <a16:creationId xmlns:a16="http://schemas.microsoft.com/office/drawing/2014/main" id="{2AF9419A-471B-4C38-9B24-3EB69BE4515B}"/>
                  </a:ext>
                </a:extLst>
              </p:cNvPr>
              <p:cNvSpPr/>
              <p:nvPr/>
            </p:nvSpPr>
            <p:spPr>
              <a:xfrm>
                <a:off x="6733988" y="5778529"/>
                <a:ext cx="63673" cy="12729"/>
              </a:xfrm>
              <a:custGeom>
                <a:avLst/>
                <a:gdLst>
                  <a:gd name="connsiteX0" fmla="*/ 75220 w 63672"/>
                  <a:gd name="connsiteY0" fmla="*/ 0 h 0"/>
                  <a:gd name="connsiteX1" fmla="*/ 75293 w 63672"/>
                  <a:gd name="connsiteY1" fmla="*/ 9269 h 0"/>
                  <a:gd name="connsiteX2" fmla="*/ 73 w 63672"/>
                  <a:gd name="connsiteY2" fmla="*/ 9651 h 0"/>
                  <a:gd name="connsiteX3" fmla="*/ 0 w 63672"/>
                  <a:gd name="connsiteY3" fmla="*/ 382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672">
                    <a:moveTo>
                      <a:pt x="75220" y="0"/>
                    </a:moveTo>
                    <a:lnTo>
                      <a:pt x="75293" y="9269"/>
                    </a:lnTo>
                    <a:lnTo>
                      <a:pt x="73" y="9651"/>
                    </a:lnTo>
                    <a:lnTo>
                      <a:pt x="0" y="382"/>
                    </a:lnTo>
                    <a:close/>
                  </a:path>
                </a:pathLst>
              </a:custGeom>
              <a:solidFill>
                <a:srgbClr val="D6D6D6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93" name="자유형: 도형 2192">
                <a:extLst>
                  <a:ext uri="{FF2B5EF4-FFF2-40B4-BE49-F238E27FC236}">
                    <a16:creationId xmlns:a16="http://schemas.microsoft.com/office/drawing/2014/main" id="{72815ADC-7A36-44F7-88DF-FECBA65E5C31}"/>
                  </a:ext>
                </a:extLst>
              </p:cNvPr>
              <p:cNvSpPr/>
              <p:nvPr/>
            </p:nvSpPr>
            <p:spPr>
              <a:xfrm>
                <a:off x="6768307" y="5778693"/>
                <a:ext cx="12735" cy="12729"/>
              </a:xfrm>
              <a:custGeom>
                <a:avLst/>
                <a:gdLst>
                  <a:gd name="connsiteX0" fmla="*/ 8726 w 0"/>
                  <a:gd name="connsiteY0" fmla="*/ 0 h 0"/>
                  <a:gd name="connsiteX1" fmla="*/ 8798 w 0"/>
                  <a:gd name="connsiteY1" fmla="*/ 9269 h 0"/>
                  <a:gd name="connsiteX2" fmla="*/ 73 w 0"/>
                  <a:gd name="connsiteY2" fmla="*/ 9313 h 0"/>
                  <a:gd name="connsiteX3" fmla="*/ 0 w 0"/>
                  <a:gd name="connsiteY3" fmla="*/ 44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8726" y="0"/>
                    </a:moveTo>
                    <a:lnTo>
                      <a:pt x="8798" y="9269"/>
                    </a:lnTo>
                    <a:lnTo>
                      <a:pt x="73" y="9313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C2C2C2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94" name="자유형: 도형 2193">
                <a:extLst>
                  <a:ext uri="{FF2B5EF4-FFF2-40B4-BE49-F238E27FC236}">
                    <a16:creationId xmlns:a16="http://schemas.microsoft.com/office/drawing/2014/main" id="{B0D7B886-4F46-4F30-8A8E-258942D0CAC1}"/>
                  </a:ext>
                </a:extLst>
              </p:cNvPr>
              <p:cNvSpPr/>
              <p:nvPr/>
            </p:nvSpPr>
            <p:spPr>
              <a:xfrm>
                <a:off x="6776186" y="5778668"/>
                <a:ext cx="12735" cy="12729"/>
              </a:xfrm>
              <a:custGeom>
                <a:avLst/>
                <a:gdLst>
                  <a:gd name="connsiteX0" fmla="*/ 5679 w 0"/>
                  <a:gd name="connsiteY0" fmla="*/ 0 h 0"/>
                  <a:gd name="connsiteX1" fmla="*/ 5752 w 0"/>
                  <a:gd name="connsiteY1" fmla="*/ 9269 h 0"/>
                  <a:gd name="connsiteX2" fmla="*/ 73 w 0"/>
                  <a:gd name="connsiteY2" fmla="*/ 9298 h 0"/>
                  <a:gd name="connsiteX3" fmla="*/ 0 w 0"/>
                  <a:gd name="connsiteY3" fmla="*/ 29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5679" y="0"/>
                    </a:moveTo>
                    <a:lnTo>
                      <a:pt x="5752" y="9269"/>
                    </a:lnTo>
                    <a:lnTo>
                      <a:pt x="73" y="9298"/>
                    </a:lnTo>
                    <a:lnTo>
                      <a:pt x="0" y="29"/>
                    </a:lnTo>
                    <a:close/>
                  </a:path>
                </a:pathLst>
              </a:custGeom>
              <a:solidFill>
                <a:srgbClr val="ADADAD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95" name="자유형: 도형 2194">
                <a:extLst>
                  <a:ext uri="{FF2B5EF4-FFF2-40B4-BE49-F238E27FC236}">
                    <a16:creationId xmlns:a16="http://schemas.microsoft.com/office/drawing/2014/main" id="{7D6B5E8D-8936-48DD-BD91-94A51C57DA90}"/>
                  </a:ext>
                </a:extLst>
              </p:cNvPr>
              <p:cNvSpPr/>
              <p:nvPr/>
            </p:nvSpPr>
            <p:spPr>
              <a:xfrm>
                <a:off x="6781865" y="5778466"/>
                <a:ext cx="38204" cy="12729"/>
              </a:xfrm>
              <a:custGeom>
                <a:avLst/>
                <a:gdLst>
                  <a:gd name="connsiteX0" fmla="*/ 39773 w 38203"/>
                  <a:gd name="connsiteY0" fmla="*/ 0 h 0"/>
                  <a:gd name="connsiteX1" fmla="*/ 39845 w 38203"/>
                  <a:gd name="connsiteY1" fmla="*/ 9269 h 0"/>
                  <a:gd name="connsiteX2" fmla="*/ 73 w 38203"/>
                  <a:gd name="connsiteY2" fmla="*/ 9471 h 0"/>
                  <a:gd name="connsiteX3" fmla="*/ 0 w 38203"/>
                  <a:gd name="connsiteY3" fmla="*/ 202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03">
                    <a:moveTo>
                      <a:pt x="39773" y="0"/>
                    </a:moveTo>
                    <a:lnTo>
                      <a:pt x="39845" y="9269"/>
                    </a:lnTo>
                    <a:lnTo>
                      <a:pt x="73" y="9471"/>
                    </a:lnTo>
                    <a:lnTo>
                      <a:pt x="0" y="202"/>
                    </a:lnTo>
                    <a:close/>
                  </a:path>
                </a:pathLst>
              </a:custGeom>
              <a:solidFill>
                <a:srgbClr val="999999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96" name="자유형: 도형 2195">
                <a:extLst>
                  <a:ext uri="{FF2B5EF4-FFF2-40B4-BE49-F238E27FC236}">
                    <a16:creationId xmlns:a16="http://schemas.microsoft.com/office/drawing/2014/main" id="{F3B56B6C-D9FC-4F56-90BE-E1C42B88D2C0}"/>
                  </a:ext>
                </a:extLst>
              </p:cNvPr>
              <p:cNvSpPr/>
              <p:nvPr/>
            </p:nvSpPr>
            <p:spPr>
              <a:xfrm>
                <a:off x="6785523" y="5750920"/>
                <a:ext cx="12735" cy="12729"/>
              </a:xfrm>
              <a:custGeom>
                <a:avLst/>
                <a:gdLst>
                  <a:gd name="connsiteX0" fmla="*/ 23469 w 12734"/>
                  <a:gd name="connsiteY0" fmla="*/ 0 h 12728"/>
                  <a:gd name="connsiteX1" fmla="*/ 23603 w 12734"/>
                  <a:gd name="connsiteY1" fmla="*/ 17167 h 12728"/>
                  <a:gd name="connsiteX2" fmla="*/ 135 w 12734"/>
                  <a:gd name="connsiteY2" fmla="*/ 17286 h 12728"/>
                  <a:gd name="connsiteX3" fmla="*/ 0 w 12734"/>
                  <a:gd name="connsiteY3" fmla="*/ 119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23469" y="0"/>
                    </a:moveTo>
                    <a:lnTo>
                      <a:pt x="23603" y="17167"/>
                    </a:lnTo>
                    <a:lnTo>
                      <a:pt x="135" y="17286"/>
                    </a:lnTo>
                    <a:lnTo>
                      <a:pt x="0" y="119"/>
                    </a:lnTo>
                    <a:close/>
                  </a:path>
                </a:pathLst>
              </a:custGeom>
              <a:solidFill>
                <a:srgbClr val="999999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97" name="자유형: 도형 2196">
                <a:extLst>
                  <a:ext uri="{FF2B5EF4-FFF2-40B4-BE49-F238E27FC236}">
                    <a16:creationId xmlns:a16="http://schemas.microsoft.com/office/drawing/2014/main" id="{E537F228-FAF1-404A-85F8-40FD873130A4}"/>
                  </a:ext>
                </a:extLst>
              </p:cNvPr>
              <p:cNvSpPr/>
              <p:nvPr/>
            </p:nvSpPr>
            <p:spPr>
              <a:xfrm>
                <a:off x="6786877" y="5750913"/>
                <a:ext cx="12735" cy="12729"/>
              </a:xfrm>
              <a:custGeom>
                <a:avLst/>
                <a:gdLst>
                  <a:gd name="connsiteX0" fmla="*/ 23469 w 12734"/>
                  <a:gd name="connsiteY0" fmla="*/ 0 h 12728"/>
                  <a:gd name="connsiteX1" fmla="*/ 23603 w 12734"/>
                  <a:gd name="connsiteY1" fmla="*/ 17167 h 12728"/>
                  <a:gd name="connsiteX2" fmla="*/ 135 w 12734"/>
                  <a:gd name="connsiteY2" fmla="*/ 17286 h 12728"/>
                  <a:gd name="connsiteX3" fmla="*/ 0 w 12734"/>
                  <a:gd name="connsiteY3" fmla="*/ 119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23469" y="0"/>
                    </a:moveTo>
                    <a:lnTo>
                      <a:pt x="23603" y="17167"/>
                    </a:lnTo>
                    <a:lnTo>
                      <a:pt x="135" y="17286"/>
                    </a:lnTo>
                    <a:lnTo>
                      <a:pt x="0" y="119"/>
                    </a:lnTo>
                    <a:close/>
                  </a:path>
                </a:pathLst>
              </a:custGeom>
              <a:solidFill>
                <a:srgbClr val="CCCCCC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98" name="자유형: 도형 2197">
                <a:extLst>
                  <a:ext uri="{FF2B5EF4-FFF2-40B4-BE49-F238E27FC236}">
                    <a16:creationId xmlns:a16="http://schemas.microsoft.com/office/drawing/2014/main" id="{A981896A-5D03-4D14-B13A-161E031E502C}"/>
                  </a:ext>
                </a:extLst>
              </p:cNvPr>
              <p:cNvSpPr/>
              <p:nvPr/>
            </p:nvSpPr>
            <p:spPr>
              <a:xfrm>
                <a:off x="6733800" y="5754540"/>
                <a:ext cx="63673" cy="12729"/>
              </a:xfrm>
              <a:custGeom>
                <a:avLst/>
                <a:gdLst>
                  <a:gd name="connsiteX0" fmla="*/ 75220 w 63672"/>
                  <a:gd name="connsiteY0" fmla="*/ 0 h 0"/>
                  <a:gd name="connsiteX1" fmla="*/ 75293 w 63672"/>
                  <a:gd name="connsiteY1" fmla="*/ 9269 h 0"/>
                  <a:gd name="connsiteX2" fmla="*/ 73 w 63672"/>
                  <a:gd name="connsiteY2" fmla="*/ 9651 h 0"/>
                  <a:gd name="connsiteX3" fmla="*/ 0 w 63672"/>
                  <a:gd name="connsiteY3" fmla="*/ 382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672">
                    <a:moveTo>
                      <a:pt x="75220" y="0"/>
                    </a:moveTo>
                    <a:lnTo>
                      <a:pt x="75293" y="9269"/>
                    </a:lnTo>
                    <a:lnTo>
                      <a:pt x="73" y="9651"/>
                    </a:lnTo>
                    <a:lnTo>
                      <a:pt x="0" y="382"/>
                    </a:lnTo>
                    <a:close/>
                  </a:path>
                </a:pathLst>
              </a:custGeom>
              <a:solidFill>
                <a:srgbClr val="D6D6D6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99" name="자유형: 도형 2198">
                <a:extLst>
                  <a:ext uri="{FF2B5EF4-FFF2-40B4-BE49-F238E27FC236}">
                    <a16:creationId xmlns:a16="http://schemas.microsoft.com/office/drawing/2014/main" id="{98E01CD5-418B-445D-AAE1-CA3DE6839607}"/>
                  </a:ext>
                </a:extLst>
              </p:cNvPr>
              <p:cNvSpPr/>
              <p:nvPr/>
            </p:nvSpPr>
            <p:spPr>
              <a:xfrm>
                <a:off x="6768119" y="5754704"/>
                <a:ext cx="12735" cy="12729"/>
              </a:xfrm>
              <a:custGeom>
                <a:avLst/>
                <a:gdLst>
                  <a:gd name="connsiteX0" fmla="*/ 8726 w 0"/>
                  <a:gd name="connsiteY0" fmla="*/ 0 h 0"/>
                  <a:gd name="connsiteX1" fmla="*/ 8798 w 0"/>
                  <a:gd name="connsiteY1" fmla="*/ 9269 h 0"/>
                  <a:gd name="connsiteX2" fmla="*/ 73 w 0"/>
                  <a:gd name="connsiteY2" fmla="*/ 9313 h 0"/>
                  <a:gd name="connsiteX3" fmla="*/ 0 w 0"/>
                  <a:gd name="connsiteY3" fmla="*/ 44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8726" y="0"/>
                    </a:moveTo>
                    <a:lnTo>
                      <a:pt x="8798" y="9269"/>
                    </a:lnTo>
                    <a:lnTo>
                      <a:pt x="73" y="9313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C2C2C2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00" name="자유형: 도형 2199">
                <a:extLst>
                  <a:ext uri="{FF2B5EF4-FFF2-40B4-BE49-F238E27FC236}">
                    <a16:creationId xmlns:a16="http://schemas.microsoft.com/office/drawing/2014/main" id="{10197D6B-2A1B-4309-82AE-05C2797AFA30}"/>
                  </a:ext>
                </a:extLst>
              </p:cNvPr>
              <p:cNvSpPr/>
              <p:nvPr/>
            </p:nvSpPr>
            <p:spPr>
              <a:xfrm>
                <a:off x="6775998" y="5754679"/>
                <a:ext cx="12735" cy="12729"/>
              </a:xfrm>
              <a:custGeom>
                <a:avLst/>
                <a:gdLst>
                  <a:gd name="connsiteX0" fmla="*/ 5679 w 0"/>
                  <a:gd name="connsiteY0" fmla="*/ 0 h 0"/>
                  <a:gd name="connsiteX1" fmla="*/ 5752 w 0"/>
                  <a:gd name="connsiteY1" fmla="*/ 9269 h 0"/>
                  <a:gd name="connsiteX2" fmla="*/ 73 w 0"/>
                  <a:gd name="connsiteY2" fmla="*/ 9298 h 0"/>
                  <a:gd name="connsiteX3" fmla="*/ 0 w 0"/>
                  <a:gd name="connsiteY3" fmla="*/ 29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5679" y="0"/>
                    </a:moveTo>
                    <a:lnTo>
                      <a:pt x="5752" y="9269"/>
                    </a:lnTo>
                    <a:lnTo>
                      <a:pt x="73" y="9298"/>
                    </a:lnTo>
                    <a:lnTo>
                      <a:pt x="0" y="29"/>
                    </a:lnTo>
                    <a:close/>
                  </a:path>
                </a:pathLst>
              </a:custGeom>
              <a:solidFill>
                <a:srgbClr val="ADADAD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01" name="자유형: 도형 2200">
                <a:extLst>
                  <a:ext uri="{FF2B5EF4-FFF2-40B4-BE49-F238E27FC236}">
                    <a16:creationId xmlns:a16="http://schemas.microsoft.com/office/drawing/2014/main" id="{472CB78F-1D48-43FA-B20C-868F9967DFE3}"/>
                  </a:ext>
                </a:extLst>
              </p:cNvPr>
              <p:cNvSpPr/>
              <p:nvPr/>
            </p:nvSpPr>
            <p:spPr>
              <a:xfrm>
                <a:off x="6781677" y="5754477"/>
                <a:ext cx="38204" cy="12729"/>
              </a:xfrm>
              <a:custGeom>
                <a:avLst/>
                <a:gdLst>
                  <a:gd name="connsiteX0" fmla="*/ 39773 w 38203"/>
                  <a:gd name="connsiteY0" fmla="*/ 0 h 0"/>
                  <a:gd name="connsiteX1" fmla="*/ 39845 w 38203"/>
                  <a:gd name="connsiteY1" fmla="*/ 9269 h 0"/>
                  <a:gd name="connsiteX2" fmla="*/ 73 w 38203"/>
                  <a:gd name="connsiteY2" fmla="*/ 9471 h 0"/>
                  <a:gd name="connsiteX3" fmla="*/ 0 w 38203"/>
                  <a:gd name="connsiteY3" fmla="*/ 202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03">
                    <a:moveTo>
                      <a:pt x="39773" y="0"/>
                    </a:moveTo>
                    <a:lnTo>
                      <a:pt x="39845" y="9269"/>
                    </a:lnTo>
                    <a:lnTo>
                      <a:pt x="73" y="9471"/>
                    </a:lnTo>
                    <a:lnTo>
                      <a:pt x="0" y="202"/>
                    </a:lnTo>
                    <a:close/>
                  </a:path>
                </a:pathLst>
              </a:custGeom>
              <a:solidFill>
                <a:srgbClr val="999999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02" name="자유형: 도형 2201">
                <a:extLst>
                  <a:ext uri="{FF2B5EF4-FFF2-40B4-BE49-F238E27FC236}">
                    <a16:creationId xmlns:a16="http://schemas.microsoft.com/office/drawing/2014/main" id="{F378C885-F96A-46D5-8421-647824B633E2}"/>
                  </a:ext>
                </a:extLst>
              </p:cNvPr>
              <p:cNvSpPr/>
              <p:nvPr/>
            </p:nvSpPr>
            <p:spPr>
              <a:xfrm>
                <a:off x="6785335" y="5726931"/>
                <a:ext cx="12735" cy="12729"/>
              </a:xfrm>
              <a:custGeom>
                <a:avLst/>
                <a:gdLst>
                  <a:gd name="connsiteX0" fmla="*/ 23469 w 12734"/>
                  <a:gd name="connsiteY0" fmla="*/ 0 h 12728"/>
                  <a:gd name="connsiteX1" fmla="*/ 23603 w 12734"/>
                  <a:gd name="connsiteY1" fmla="*/ 17167 h 12728"/>
                  <a:gd name="connsiteX2" fmla="*/ 135 w 12734"/>
                  <a:gd name="connsiteY2" fmla="*/ 17286 h 12728"/>
                  <a:gd name="connsiteX3" fmla="*/ 0 w 12734"/>
                  <a:gd name="connsiteY3" fmla="*/ 119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23469" y="0"/>
                    </a:moveTo>
                    <a:lnTo>
                      <a:pt x="23603" y="17167"/>
                    </a:lnTo>
                    <a:lnTo>
                      <a:pt x="135" y="17286"/>
                    </a:lnTo>
                    <a:lnTo>
                      <a:pt x="0" y="119"/>
                    </a:lnTo>
                    <a:close/>
                  </a:path>
                </a:pathLst>
              </a:custGeom>
              <a:solidFill>
                <a:srgbClr val="999999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03" name="자유형: 도형 2202">
                <a:extLst>
                  <a:ext uri="{FF2B5EF4-FFF2-40B4-BE49-F238E27FC236}">
                    <a16:creationId xmlns:a16="http://schemas.microsoft.com/office/drawing/2014/main" id="{F7C7817A-964C-4741-802F-EDF6C2823A84}"/>
                  </a:ext>
                </a:extLst>
              </p:cNvPr>
              <p:cNvSpPr/>
              <p:nvPr/>
            </p:nvSpPr>
            <p:spPr>
              <a:xfrm>
                <a:off x="6786689" y="5726924"/>
                <a:ext cx="12735" cy="12729"/>
              </a:xfrm>
              <a:custGeom>
                <a:avLst/>
                <a:gdLst>
                  <a:gd name="connsiteX0" fmla="*/ 23469 w 12734"/>
                  <a:gd name="connsiteY0" fmla="*/ 0 h 12728"/>
                  <a:gd name="connsiteX1" fmla="*/ 23603 w 12734"/>
                  <a:gd name="connsiteY1" fmla="*/ 17167 h 12728"/>
                  <a:gd name="connsiteX2" fmla="*/ 135 w 12734"/>
                  <a:gd name="connsiteY2" fmla="*/ 17286 h 12728"/>
                  <a:gd name="connsiteX3" fmla="*/ 0 w 12734"/>
                  <a:gd name="connsiteY3" fmla="*/ 119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23469" y="0"/>
                    </a:moveTo>
                    <a:lnTo>
                      <a:pt x="23603" y="17167"/>
                    </a:lnTo>
                    <a:lnTo>
                      <a:pt x="135" y="17286"/>
                    </a:lnTo>
                    <a:lnTo>
                      <a:pt x="0" y="119"/>
                    </a:lnTo>
                    <a:close/>
                  </a:path>
                </a:pathLst>
              </a:custGeom>
              <a:solidFill>
                <a:srgbClr val="CCCCCC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04" name="자유형: 도형 2203">
                <a:extLst>
                  <a:ext uri="{FF2B5EF4-FFF2-40B4-BE49-F238E27FC236}">
                    <a16:creationId xmlns:a16="http://schemas.microsoft.com/office/drawing/2014/main" id="{49455A74-6A88-4ADE-AB23-9554FC19761F}"/>
                  </a:ext>
                </a:extLst>
              </p:cNvPr>
              <p:cNvSpPr/>
              <p:nvPr/>
            </p:nvSpPr>
            <p:spPr>
              <a:xfrm>
                <a:off x="6733612" y="5730543"/>
                <a:ext cx="63673" cy="12729"/>
              </a:xfrm>
              <a:custGeom>
                <a:avLst/>
                <a:gdLst>
                  <a:gd name="connsiteX0" fmla="*/ 75220 w 63672"/>
                  <a:gd name="connsiteY0" fmla="*/ 0 h 0"/>
                  <a:gd name="connsiteX1" fmla="*/ 75293 w 63672"/>
                  <a:gd name="connsiteY1" fmla="*/ 9269 h 0"/>
                  <a:gd name="connsiteX2" fmla="*/ 73 w 63672"/>
                  <a:gd name="connsiteY2" fmla="*/ 9651 h 0"/>
                  <a:gd name="connsiteX3" fmla="*/ 0 w 63672"/>
                  <a:gd name="connsiteY3" fmla="*/ 382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672">
                    <a:moveTo>
                      <a:pt x="75220" y="0"/>
                    </a:moveTo>
                    <a:lnTo>
                      <a:pt x="75293" y="9269"/>
                    </a:lnTo>
                    <a:lnTo>
                      <a:pt x="73" y="9651"/>
                    </a:lnTo>
                    <a:lnTo>
                      <a:pt x="0" y="382"/>
                    </a:lnTo>
                    <a:close/>
                  </a:path>
                </a:pathLst>
              </a:custGeom>
              <a:solidFill>
                <a:srgbClr val="D6D6D6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05" name="자유형: 도형 2204">
                <a:extLst>
                  <a:ext uri="{FF2B5EF4-FFF2-40B4-BE49-F238E27FC236}">
                    <a16:creationId xmlns:a16="http://schemas.microsoft.com/office/drawing/2014/main" id="{F36B1823-E556-49E6-AF42-717C57A794AE}"/>
                  </a:ext>
                </a:extLst>
              </p:cNvPr>
              <p:cNvSpPr/>
              <p:nvPr/>
            </p:nvSpPr>
            <p:spPr>
              <a:xfrm>
                <a:off x="6767931" y="5730707"/>
                <a:ext cx="12735" cy="12729"/>
              </a:xfrm>
              <a:custGeom>
                <a:avLst/>
                <a:gdLst>
                  <a:gd name="connsiteX0" fmla="*/ 8726 w 0"/>
                  <a:gd name="connsiteY0" fmla="*/ 0 h 0"/>
                  <a:gd name="connsiteX1" fmla="*/ 8798 w 0"/>
                  <a:gd name="connsiteY1" fmla="*/ 9269 h 0"/>
                  <a:gd name="connsiteX2" fmla="*/ 73 w 0"/>
                  <a:gd name="connsiteY2" fmla="*/ 9313 h 0"/>
                  <a:gd name="connsiteX3" fmla="*/ 0 w 0"/>
                  <a:gd name="connsiteY3" fmla="*/ 44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8726" y="0"/>
                    </a:moveTo>
                    <a:lnTo>
                      <a:pt x="8798" y="9269"/>
                    </a:lnTo>
                    <a:lnTo>
                      <a:pt x="73" y="9313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C2C2C2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06" name="자유형: 도형 2205">
                <a:extLst>
                  <a:ext uri="{FF2B5EF4-FFF2-40B4-BE49-F238E27FC236}">
                    <a16:creationId xmlns:a16="http://schemas.microsoft.com/office/drawing/2014/main" id="{AFC94FA1-CD15-494F-BA0B-5FBDB70D244B}"/>
                  </a:ext>
                </a:extLst>
              </p:cNvPr>
              <p:cNvSpPr/>
              <p:nvPr/>
            </p:nvSpPr>
            <p:spPr>
              <a:xfrm>
                <a:off x="6775810" y="5730682"/>
                <a:ext cx="12735" cy="12729"/>
              </a:xfrm>
              <a:custGeom>
                <a:avLst/>
                <a:gdLst>
                  <a:gd name="connsiteX0" fmla="*/ 5679 w 0"/>
                  <a:gd name="connsiteY0" fmla="*/ 0 h 0"/>
                  <a:gd name="connsiteX1" fmla="*/ 5752 w 0"/>
                  <a:gd name="connsiteY1" fmla="*/ 9269 h 0"/>
                  <a:gd name="connsiteX2" fmla="*/ 73 w 0"/>
                  <a:gd name="connsiteY2" fmla="*/ 9298 h 0"/>
                  <a:gd name="connsiteX3" fmla="*/ 0 w 0"/>
                  <a:gd name="connsiteY3" fmla="*/ 29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5679" y="0"/>
                    </a:moveTo>
                    <a:lnTo>
                      <a:pt x="5752" y="9269"/>
                    </a:lnTo>
                    <a:lnTo>
                      <a:pt x="73" y="9298"/>
                    </a:lnTo>
                    <a:lnTo>
                      <a:pt x="0" y="29"/>
                    </a:lnTo>
                    <a:close/>
                  </a:path>
                </a:pathLst>
              </a:custGeom>
              <a:solidFill>
                <a:srgbClr val="ADADAD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07" name="자유형: 도형 2206">
                <a:extLst>
                  <a:ext uri="{FF2B5EF4-FFF2-40B4-BE49-F238E27FC236}">
                    <a16:creationId xmlns:a16="http://schemas.microsoft.com/office/drawing/2014/main" id="{7C1050BD-0D20-4DAC-9A6B-DE468EF9716A}"/>
                  </a:ext>
                </a:extLst>
              </p:cNvPr>
              <p:cNvSpPr/>
              <p:nvPr/>
            </p:nvSpPr>
            <p:spPr>
              <a:xfrm>
                <a:off x="6781489" y="5730480"/>
                <a:ext cx="38204" cy="12729"/>
              </a:xfrm>
              <a:custGeom>
                <a:avLst/>
                <a:gdLst>
                  <a:gd name="connsiteX0" fmla="*/ 39773 w 38203"/>
                  <a:gd name="connsiteY0" fmla="*/ 0 h 0"/>
                  <a:gd name="connsiteX1" fmla="*/ 39845 w 38203"/>
                  <a:gd name="connsiteY1" fmla="*/ 9269 h 0"/>
                  <a:gd name="connsiteX2" fmla="*/ 73 w 38203"/>
                  <a:gd name="connsiteY2" fmla="*/ 9471 h 0"/>
                  <a:gd name="connsiteX3" fmla="*/ 0 w 38203"/>
                  <a:gd name="connsiteY3" fmla="*/ 202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03">
                    <a:moveTo>
                      <a:pt x="39773" y="0"/>
                    </a:moveTo>
                    <a:lnTo>
                      <a:pt x="39845" y="9269"/>
                    </a:lnTo>
                    <a:lnTo>
                      <a:pt x="73" y="9471"/>
                    </a:lnTo>
                    <a:lnTo>
                      <a:pt x="0" y="202"/>
                    </a:lnTo>
                    <a:close/>
                  </a:path>
                </a:pathLst>
              </a:custGeom>
              <a:solidFill>
                <a:srgbClr val="999999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08" name="자유형: 도형 2207">
                <a:extLst>
                  <a:ext uri="{FF2B5EF4-FFF2-40B4-BE49-F238E27FC236}">
                    <a16:creationId xmlns:a16="http://schemas.microsoft.com/office/drawing/2014/main" id="{A4E52A82-1A52-4E71-8C86-5316428E6C1B}"/>
                  </a:ext>
                </a:extLst>
              </p:cNvPr>
              <p:cNvSpPr/>
              <p:nvPr/>
            </p:nvSpPr>
            <p:spPr>
              <a:xfrm>
                <a:off x="6785147" y="5702934"/>
                <a:ext cx="12735" cy="12729"/>
              </a:xfrm>
              <a:custGeom>
                <a:avLst/>
                <a:gdLst>
                  <a:gd name="connsiteX0" fmla="*/ 23469 w 12734"/>
                  <a:gd name="connsiteY0" fmla="*/ 0 h 12728"/>
                  <a:gd name="connsiteX1" fmla="*/ 23603 w 12734"/>
                  <a:gd name="connsiteY1" fmla="*/ 17167 h 12728"/>
                  <a:gd name="connsiteX2" fmla="*/ 135 w 12734"/>
                  <a:gd name="connsiteY2" fmla="*/ 17286 h 12728"/>
                  <a:gd name="connsiteX3" fmla="*/ 0 w 12734"/>
                  <a:gd name="connsiteY3" fmla="*/ 119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23469" y="0"/>
                    </a:moveTo>
                    <a:lnTo>
                      <a:pt x="23603" y="17167"/>
                    </a:lnTo>
                    <a:lnTo>
                      <a:pt x="135" y="17286"/>
                    </a:lnTo>
                    <a:lnTo>
                      <a:pt x="0" y="119"/>
                    </a:lnTo>
                    <a:close/>
                  </a:path>
                </a:pathLst>
              </a:custGeom>
              <a:solidFill>
                <a:srgbClr val="999999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09" name="자유형: 도형 2208">
                <a:extLst>
                  <a:ext uri="{FF2B5EF4-FFF2-40B4-BE49-F238E27FC236}">
                    <a16:creationId xmlns:a16="http://schemas.microsoft.com/office/drawing/2014/main" id="{B6F7B0E1-14D9-4502-82E3-84002D7EE758}"/>
                  </a:ext>
                </a:extLst>
              </p:cNvPr>
              <p:cNvSpPr/>
              <p:nvPr/>
            </p:nvSpPr>
            <p:spPr>
              <a:xfrm>
                <a:off x="6786501" y="5702927"/>
                <a:ext cx="12735" cy="12729"/>
              </a:xfrm>
              <a:custGeom>
                <a:avLst/>
                <a:gdLst>
                  <a:gd name="connsiteX0" fmla="*/ 23469 w 12734"/>
                  <a:gd name="connsiteY0" fmla="*/ 0 h 12728"/>
                  <a:gd name="connsiteX1" fmla="*/ 23603 w 12734"/>
                  <a:gd name="connsiteY1" fmla="*/ 17167 h 12728"/>
                  <a:gd name="connsiteX2" fmla="*/ 135 w 12734"/>
                  <a:gd name="connsiteY2" fmla="*/ 17286 h 12728"/>
                  <a:gd name="connsiteX3" fmla="*/ 0 w 12734"/>
                  <a:gd name="connsiteY3" fmla="*/ 119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23469" y="0"/>
                    </a:moveTo>
                    <a:lnTo>
                      <a:pt x="23603" y="17167"/>
                    </a:lnTo>
                    <a:lnTo>
                      <a:pt x="135" y="17286"/>
                    </a:lnTo>
                    <a:lnTo>
                      <a:pt x="0" y="119"/>
                    </a:lnTo>
                    <a:close/>
                  </a:path>
                </a:pathLst>
              </a:custGeom>
              <a:solidFill>
                <a:srgbClr val="CCCCCC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10" name="자유형: 도형 2209">
                <a:extLst>
                  <a:ext uri="{FF2B5EF4-FFF2-40B4-BE49-F238E27FC236}">
                    <a16:creationId xmlns:a16="http://schemas.microsoft.com/office/drawing/2014/main" id="{0C18DA42-4B59-40A5-B6EE-7B453E871A41}"/>
                  </a:ext>
                </a:extLst>
              </p:cNvPr>
              <p:cNvSpPr/>
              <p:nvPr/>
            </p:nvSpPr>
            <p:spPr>
              <a:xfrm>
                <a:off x="6733424" y="5706554"/>
                <a:ext cx="63673" cy="12729"/>
              </a:xfrm>
              <a:custGeom>
                <a:avLst/>
                <a:gdLst>
                  <a:gd name="connsiteX0" fmla="*/ 75220 w 63672"/>
                  <a:gd name="connsiteY0" fmla="*/ 0 h 0"/>
                  <a:gd name="connsiteX1" fmla="*/ 75293 w 63672"/>
                  <a:gd name="connsiteY1" fmla="*/ 9269 h 0"/>
                  <a:gd name="connsiteX2" fmla="*/ 73 w 63672"/>
                  <a:gd name="connsiteY2" fmla="*/ 9651 h 0"/>
                  <a:gd name="connsiteX3" fmla="*/ 0 w 63672"/>
                  <a:gd name="connsiteY3" fmla="*/ 382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672">
                    <a:moveTo>
                      <a:pt x="75220" y="0"/>
                    </a:moveTo>
                    <a:lnTo>
                      <a:pt x="75293" y="9269"/>
                    </a:lnTo>
                    <a:lnTo>
                      <a:pt x="73" y="9651"/>
                    </a:lnTo>
                    <a:lnTo>
                      <a:pt x="0" y="382"/>
                    </a:lnTo>
                    <a:close/>
                  </a:path>
                </a:pathLst>
              </a:custGeom>
              <a:solidFill>
                <a:srgbClr val="D6D6D6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11" name="자유형: 도형 2210">
                <a:extLst>
                  <a:ext uri="{FF2B5EF4-FFF2-40B4-BE49-F238E27FC236}">
                    <a16:creationId xmlns:a16="http://schemas.microsoft.com/office/drawing/2014/main" id="{A7E670D2-FBD2-4A22-BEF6-FC2A3EDB9393}"/>
                  </a:ext>
                </a:extLst>
              </p:cNvPr>
              <p:cNvSpPr/>
              <p:nvPr/>
            </p:nvSpPr>
            <p:spPr>
              <a:xfrm>
                <a:off x="6767743" y="5706717"/>
                <a:ext cx="12735" cy="12729"/>
              </a:xfrm>
              <a:custGeom>
                <a:avLst/>
                <a:gdLst>
                  <a:gd name="connsiteX0" fmla="*/ 8726 w 0"/>
                  <a:gd name="connsiteY0" fmla="*/ 0 h 0"/>
                  <a:gd name="connsiteX1" fmla="*/ 8798 w 0"/>
                  <a:gd name="connsiteY1" fmla="*/ 9269 h 0"/>
                  <a:gd name="connsiteX2" fmla="*/ 73 w 0"/>
                  <a:gd name="connsiteY2" fmla="*/ 9313 h 0"/>
                  <a:gd name="connsiteX3" fmla="*/ 0 w 0"/>
                  <a:gd name="connsiteY3" fmla="*/ 44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8726" y="0"/>
                    </a:moveTo>
                    <a:lnTo>
                      <a:pt x="8798" y="9269"/>
                    </a:lnTo>
                    <a:lnTo>
                      <a:pt x="73" y="9313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C2C2C2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12" name="자유형: 도형 2211">
                <a:extLst>
                  <a:ext uri="{FF2B5EF4-FFF2-40B4-BE49-F238E27FC236}">
                    <a16:creationId xmlns:a16="http://schemas.microsoft.com/office/drawing/2014/main" id="{7690B1ED-11B4-4D1A-B15C-60375CE03D8C}"/>
                  </a:ext>
                </a:extLst>
              </p:cNvPr>
              <p:cNvSpPr/>
              <p:nvPr/>
            </p:nvSpPr>
            <p:spPr>
              <a:xfrm>
                <a:off x="6775622" y="5706693"/>
                <a:ext cx="12735" cy="12729"/>
              </a:xfrm>
              <a:custGeom>
                <a:avLst/>
                <a:gdLst>
                  <a:gd name="connsiteX0" fmla="*/ 5679 w 0"/>
                  <a:gd name="connsiteY0" fmla="*/ 0 h 0"/>
                  <a:gd name="connsiteX1" fmla="*/ 5752 w 0"/>
                  <a:gd name="connsiteY1" fmla="*/ 9269 h 0"/>
                  <a:gd name="connsiteX2" fmla="*/ 73 w 0"/>
                  <a:gd name="connsiteY2" fmla="*/ 9298 h 0"/>
                  <a:gd name="connsiteX3" fmla="*/ 0 w 0"/>
                  <a:gd name="connsiteY3" fmla="*/ 29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5679" y="0"/>
                    </a:moveTo>
                    <a:lnTo>
                      <a:pt x="5752" y="9269"/>
                    </a:lnTo>
                    <a:lnTo>
                      <a:pt x="73" y="9298"/>
                    </a:lnTo>
                    <a:lnTo>
                      <a:pt x="0" y="29"/>
                    </a:lnTo>
                    <a:close/>
                  </a:path>
                </a:pathLst>
              </a:custGeom>
              <a:solidFill>
                <a:srgbClr val="ADADAD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13" name="자유형: 도형 2212">
                <a:extLst>
                  <a:ext uri="{FF2B5EF4-FFF2-40B4-BE49-F238E27FC236}">
                    <a16:creationId xmlns:a16="http://schemas.microsoft.com/office/drawing/2014/main" id="{FAA1FED2-2477-4B38-BB68-9B596D8A2CA7}"/>
                  </a:ext>
                </a:extLst>
              </p:cNvPr>
              <p:cNvSpPr/>
              <p:nvPr/>
            </p:nvSpPr>
            <p:spPr>
              <a:xfrm>
                <a:off x="6781301" y="5706490"/>
                <a:ext cx="38204" cy="12729"/>
              </a:xfrm>
              <a:custGeom>
                <a:avLst/>
                <a:gdLst>
                  <a:gd name="connsiteX0" fmla="*/ 39773 w 38203"/>
                  <a:gd name="connsiteY0" fmla="*/ 0 h 0"/>
                  <a:gd name="connsiteX1" fmla="*/ 39845 w 38203"/>
                  <a:gd name="connsiteY1" fmla="*/ 9269 h 0"/>
                  <a:gd name="connsiteX2" fmla="*/ 73 w 38203"/>
                  <a:gd name="connsiteY2" fmla="*/ 9471 h 0"/>
                  <a:gd name="connsiteX3" fmla="*/ 0 w 38203"/>
                  <a:gd name="connsiteY3" fmla="*/ 202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03">
                    <a:moveTo>
                      <a:pt x="39773" y="0"/>
                    </a:moveTo>
                    <a:lnTo>
                      <a:pt x="39845" y="9269"/>
                    </a:lnTo>
                    <a:lnTo>
                      <a:pt x="73" y="9471"/>
                    </a:lnTo>
                    <a:lnTo>
                      <a:pt x="0" y="202"/>
                    </a:lnTo>
                    <a:close/>
                  </a:path>
                </a:pathLst>
              </a:custGeom>
              <a:solidFill>
                <a:srgbClr val="999999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14" name="자유형: 도형 2213">
                <a:extLst>
                  <a:ext uri="{FF2B5EF4-FFF2-40B4-BE49-F238E27FC236}">
                    <a16:creationId xmlns:a16="http://schemas.microsoft.com/office/drawing/2014/main" id="{D535597D-A38B-4987-BCC1-A7EB0A87C8E3}"/>
                  </a:ext>
                </a:extLst>
              </p:cNvPr>
              <p:cNvSpPr/>
              <p:nvPr/>
            </p:nvSpPr>
            <p:spPr>
              <a:xfrm>
                <a:off x="6784959" y="5678943"/>
                <a:ext cx="12735" cy="12729"/>
              </a:xfrm>
              <a:custGeom>
                <a:avLst/>
                <a:gdLst>
                  <a:gd name="connsiteX0" fmla="*/ 23469 w 12734"/>
                  <a:gd name="connsiteY0" fmla="*/ 0 h 12728"/>
                  <a:gd name="connsiteX1" fmla="*/ 23603 w 12734"/>
                  <a:gd name="connsiteY1" fmla="*/ 17167 h 12728"/>
                  <a:gd name="connsiteX2" fmla="*/ 135 w 12734"/>
                  <a:gd name="connsiteY2" fmla="*/ 17286 h 12728"/>
                  <a:gd name="connsiteX3" fmla="*/ 0 w 12734"/>
                  <a:gd name="connsiteY3" fmla="*/ 119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23469" y="0"/>
                    </a:moveTo>
                    <a:lnTo>
                      <a:pt x="23603" y="17167"/>
                    </a:lnTo>
                    <a:lnTo>
                      <a:pt x="135" y="17286"/>
                    </a:lnTo>
                    <a:lnTo>
                      <a:pt x="0" y="119"/>
                    </a:lnTo>
                    <a:close/>
                  </a:path>
                </a:pathLst>
              </a:custGeom>
              <a:solidFill>
                <a:srgbClr val="999999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15" name="자유형: 도형 2214">
                <a:extLst>
                  <a:ext uri="{FF2B5EF4-FFF2-40B4-BE49-F238E27FC236}">
                    <a16:creationId xmlns:a16="http://schemas.microsoft.com/office/drawing/2014/main" id="{A6016E8A-AAD3-41E4-B251-9861D05DFF10}"/>
                  </a:ext>
                </a:extLst>
              </p:cNvPr>
              <p:cNvSpPr/>
              <p:nvPr/>
            </p:nvSpPr>
            <p:spPr>
              <a:xfrm>
                <a:off x="6786313" y="5678936"/>
                <a:ext cx="12735" cy="12729"/>
              </a:xfrm>
              <a:custGeom>
                <a:avLst/>
                <a:gdLst>
                  <a:gd name="connsiteX0" fmla="*/ 23469 w 12734"/>
                  <a:gd name="connsiteY0" fmla="*/ 0 h 12728"/>
                  <a:gd name="connsiteX1" fmla="*/ 23603 w 12734"/>
                  <a:gd name="connsiteY1" fmla="*/ 17167 h 12728"/>
                  <a:gd name="connsiteX2" fmla="*/ 135 w 12734"/>
                  <a:gd name="connsiteY2" fmla="*/ 17286 h 12728"/>
                  <a:gd name="connsiteX3" fmla="*/ 0 w 12734"/>
                  <a:gd name="connsiteY3" fmla="*/ 119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23469" y="0"/>
                    </a:moveTo>
                    <a:lnTo>
                      <a:pt x="23603" y="17167"/>
                    </a:lnTo>
                    <a:lnTo>
                      <a:pt x="135" y="17286"/>
                    </a:lnTo>
                    <a:lnTo>
                      <a:pt x="0" y="119"/>
                    </a:lnTo>
                    <a:close/>
                  </a:path>
                </a:pathLst>
              </a:custGeom>
              <a:solidFill>
                <a:srgbClr val="CCCCCC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16" name="자유형: 도형 2215">
                <a:extLst>
                  <a:ext uri="{FF2B5EF4-FFF2-40B4-BE49-F238E27FC236}">
                    <a16:creationId xmlns:a16="http://schemas.microsoft.com/office/drawing/2014/main" id="{BCAA3721-14EE-40F9-85C7-A97C3B1628D2}"/>
                  </a:ext>
                </a:extLst>
              </p:cNvPr>
              <p:cNvSpPr/>
              <p:nvPr/>
            </p:nvSpPr>
            <p:spPr>
              <a:xfrm>
                <a:off x="6733236" y="5682563"/>
                <a:ext cx="63673" cy="12729"/>
              </a:xfrm>
              <a:custGeom>
                <a:avLst/>
                <a:gdLst>
                  <a:gd name="connsiteX0" fmla="*/ 75220 w 63672"/>
                  <a:gd name="connsiteY0" fmla="*/ 0 h 0"/>
                  <a:gd name="connsiteX1" fmla="*/ 75293 w 63672"/>
                  <a:gd name="connsiteY1" fmla="*/ 9269 h 0"/>
                  <a:gd name="connsiteX2" fmla="*/ 73 w 63672"/>
                  <a:gd name="connsiteY2" fmla="*/ 9651 h 0"/>
                  <a:gd name="connsiteX3" fmla="*/ 0 w 63672"/>
                  <a:gd name="connsiteY3" fmla="*/ 382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672">
                    <a:moveTo>
                      <a:pt x="75220" y="0"/>
                    </a:moveTo>
                    <a:lnTo>
                      <a:pt x="75293" y="9269"/>
                    </a:lnTo>
                    <a:lnTo>
                      <a:pt x="73" y="9651"/>
                    </a:lnTo>
                    <a:lnTo>
                      <a:pt x="0" y="382"/>
                    </a:lnTo>
                    <a:close/>
                  </a:path>
                </a:pathLst>
              </a:custGeom>
              <a:solidFill>
                <a:srgbClr val="D6D6D6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17" name="자유형: 도형 2216">
                <a:extLst>
                  <a:ext uri="{FF2B5EF4-FFF2-40B4-BE49-F238E27FC236}">
                    <a16:creationId xmlns:a16="http://schemas.microsoft.com/office/drawing/2014/main" id="{026B7F18-D457-478F-A468-2EC0D18F9FBE}"/>
                  </a:ext>
                </a:extLst>
              </p:cNvPr>
              <p:cNvSpPr/>
              <p:nvPr/>
            </p:nvSpPr>
            <p:spPr>
              <a:xfrm>
                <a:off x="6767555" y="5682727"/>
                <a:ext cx="12735" cy="12729"/>
              </a:xfrm>
              <a:custGeom>
                <a:avLst/>
                <a:gdLst>
                  <a:gd name="connsiteX0" fmla="*/ 8726 w 0"/>
                  <a:gd name="connsiteY0" fmla="*/ 0 h 0"/>
                  <a:gd name="connsiteX1" fmla="*/ 8798 w 0"/>
                  <a:gd name="connsiteY1" fmla="*/ 9269 h 0"/>
                  <a:gd name="connsiteX2" fmla="*/ 73 w 0"/>
                  <a:gd name="connsiteY2" fmla="*/ 9313 h 0"/>
                  <a:gd name="connsiteX3" fmla="*/ 0 w 0"/>
                  <a:gd name="connsiteY3" fmla="*/ 44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8726" y="0"/>
                    </a:moveTo>
                    <a:lnTo>
                      <a:pt x="8798" y="9269"/>
                    </a:lnTo>
                    <a:lnTo>
                      <a:pt x="73" y="9313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C2C2C2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18" name="자유형: 도형 2217">
                <a:extLst>
                  <a:ext uri="{FF2B5EF4-FFF2-40B4-BE49-F238E27FC236}">
                    <a16:creationId xmlns:a16="http://schemas.microsoft.com/office/drawing/2014/main" id="{6E91724A-0B14-4986-B265-26DBF0091482}"/>
                  </a:ext>
                </a:extLst>
              </p:cNvPr>
              <p:cNvSpPr/>
              <p:nvPr/>
            </p:nvSpPr>
            <p:spPr>
              <a:xfrm>
                <a:off x="6775434" y="5682702"/>
                <a:ext cx="12735" cy="12729"/>
              </a:xfrm>
              <a:custGeom>
                <a:avLst/>
                <a:gdLst>
                  <a:gd name="connsiteX0" fmla="*/ 5679 w 0"/>
                  <a:gd name="connsiteY0" fmla="*/ 0 h 0"/>
                  <a:gd name="connsiteX1" fmla="*/ 5752 w 0"/>
                  <a:gd name="connsiteY1" fmla="*/ 9269 h 0"/>
                  <a:gd name="connsiteX2" fmla="*/ 73 w 0"/>
                  <a:gd name="connsiteY2" fmla="*/ 9298 h 0"/>
                  <a:gd name="connsiteX3" fmla="*/ 0 w 0"/>
                  <a:gd name="connsiteY3" fmla="*/ 29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5679" y="0"/>
                    </a:moveTo>
                    <a:lnTo>
                      <a:pt x="5752" y="9269"/>
                    </a:lnTo>
                    <a:lnTo>
                      <a:pt x="73" y="9298"/>
                    </a:lnTo>
                    <a:lnTo>
                      <a:pt x="0" y="29"/>
                    </a:lnTo>
                    <a:close/>
                  </a:path>
                </a:pathLst>
              </a:custGeom>
              <a:solidFill>
                <a:srgbClr val="ADADAD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19" name="자유형: 도형 2218">
                <a:extLst>
                  <a:ext uri="{FF2B5EF4-FFF2-40B4-BE49-F238E27FC236}">
                    <a16:creationId xmlns:a16="http://schemas.microsoft.com/office/drawing/2014/main" id="{33F5ED6C-158C-43A8-986B-26568E028842}"/>
                  </a:ext>
                </a:extLst>
              </p:cNvPr>
              <p:cNvSpPr/>
              <p:nvPr/>
            </p:nvSpPr>
            <p:spPr>
              <a:xfrm>
                <a:off x="6781113" y="5682500"/>
                <a:ext cx="38204" cy="12729"/>
              </a:xfrm>
              <a:custGeom>
                <a:avLst/>
                <a:gdLst>
                  <a:gd name="connsiteX0" fmla="*/ 39773 w 38203"/>
                  <a:gd name="connsiteY0" fmla="*/ 0 h 0"/>
                  <a:gd name="connsiteX1" fmla="*/ 39845 w 38203"/>
                  <a:gd name="connsiteY1" fmla="*/ 9269 h 0"/>
                  <a:gd name="connsiteX2" fmla="*/ 73 w 38203"/>
                  <a:gd name="connsiteY2" fmla="*/ 9471 h 0"/>
                  <a:gd name="connsiteX3" fmla="*/ 0 w 38203"/>
                  <a:gd name="connsiteY3" fmla="*/ 202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03">
                    <a:moveTo>
                      <a:pt x="39773" y="0"/>
                    </a:moveTo>
                    <a:lnTo>
                      <a:pt x="39845" y="9269"/>
                    </a:lnTo>
                    <a:lnTo>
                      <a:pt x="73" y="9471"/>
                    </a:lnTo>
                    <a:lnTo>
                      <a:pt x="0" y="202"/>
                    </a:lnTo>
                    <a:close/>
                  </a:path>
                </a:pathLst>
              </a:custGeom>
              <a:solidFill>
                <a:srgbClr val="999999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20" name="자유형: 도형 2219">
                <a:extLst>
                  <a:ext uri="{FF2B5EF4-FFF2-40B4-BE49-F238E27FC236}">
                    <a16:creationId xmlns:a16="http://schemas.microsoft.com/office/drawing/2014/main" id="{33597E0E-D3F8-4F28-A456-3EB3977136EA}"/>
                  </a:ext>
                </a:extLst>
              </p:cNvPr>
              <p:cNvSpPr/>
              <p:nvPr/>
            </p:nvSpPr>
            <p:spPr>
              <a:xfrm>
                <a:off x="6784771" y="5654955"/>
                <a:ext cx="12735" cy="12729"/>
              </a:xfrm>
              <a:custGeom>
                <a:avLst/>
                <a:gdLst>
                  <a:gd name="connsiteX0" fmla="*/ 23469 w 12734"/>
                  <a:gd name="connsiteY0" fmla="*/ 0 h 12728"/>
                  <a:gd name="connsiteX1" fmla="*/ 23603 w 12734"/>
                  <a:gd name="connsiteY1" fmla="*/ 17167 h 12728"/>
                  <a:gd name="connsiteX2" fmla="*/ 135 w 12734"/>
                  <a:gd name="connsiteY2" fmla="*/ 17286 h 12728"/>
                  <a:gd name="connsiteX3" fmla="*/ 0 w 12734"/>
                  <a:gd name="connsiteY3" fmla="*/ 119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23469" y="0"/>
                    </a:moveTo>
                    <a:lnTo>
                      <a:pt x="23603" y="17167"/>
                    </a:lnTo>
                    <a:lnTo>
                      <a:pt x="135" y="17286"/>
                    </a:lnTo>
                    <a:lnTo>
                      <a:pt x="0" y="119"/>
                    </a:lnTo>
                    <a:close/>
                  </a:path>
                </a:pathLst>
              </a:custGeom>
              <a:solidFill>
                <a:srgbClr val="999999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21" name="자유형: 도형 2220">
                <a:extLst>
                  <a:ext uri="{FF2B5EF4-FFF2-40B4-BE49-F238E27FC236}">
                    <a16:creationId xmlns:a16="http://schemas.microsoft.com/office/drawing/2014/main" id="{B92CAC5B-6244-4A91-A1D2-1C01D7B9246D}"/>
                  </a:ext>
                </a:extLst>
              </p:cNvPr>
              <p:cNvSpPr/>
              <p:nvPr/>
            </p:nvSpPr>
            <p:spPr>
              <a:xfrm>
                <a:off x="6786125" y="5654948"/>
                <a:ext cx="12735" cy="12729"/>
              </a:xfrm>
              <a:custGeom>
                <a:avLst/>
                <a:gdLst>
                  <a:gd name="connsiteX0" fmla="*/ 23469 w 12734"/>
                  <a:gd name="connsiteY0" fmla="*/ 0 h 12728"/>
                  <a:gd name="connsiteX1" fmla="*/ 23603 w 12734"/>
                  <a:gd name="connsiteY1" fmla="*/ 17167 h 12728"/>
                  <a:gd name="connsiteX2" fmla="*/ 135 w 12734"/>
                  <a:gd name="connsiteY2" fmla="*/ 17286 h 12728"/>
                  <a:gd name="connsiteX3" fmla="*/ 0 w 12734"/>
                  <a:gd name="connsiteY3" fmla="*/ 119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23469" y="0"/>
                    </a:moveTo>
                    <a:lnTo>
                      <a:pt x="23603" y="17167"/>
                    </a:lnTo>
                    <a:lnTo>
                      <a:pt x="135" y="17286"/>
                    </a:lnTo>
                    <a:lnTo>
                      <a:pt x="0" y="119"/>
                    </a:lnTo>
                    <a:close/>
                  </a:path>
                </a:pathLst>
              </a:custGeom>
              <a:solidFill>
                <a:srgbClr val="CCCCCC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22" name="자유형: 도형 2221">
                <a:extLst>
                  <a:ext uri="{FF2B5EF4-FFF2-40B4-BE49-F238E27FC236}">
                    <a16:creationId xmlns:a16="http://schemas.microsoft.com/office/drawing/2014/main" id="{80EC78EA-6C61-4906-95C0-0223884F4218}"/>
                  </a:ext>
                </a:extLst>
              </p:cNvPr>
              <p:cNvSpPr/>
              <p:nvPr/>
            </p:nvSpPr>
            <p:spPr>
              <a:xfrm>
                <a:off x="6733048" y="5658575"/>
                <a:ext cx="63673" cy="12729"/>
              </a:xfrm>
              <a:custGeom>
                <a:avLst/>
                <a:gdLst>
                  <a:gd name="connsiteX0" fmla="*/ 75220 w 63672"/>
                  <a:gd name="connsiteY0" fmla="*/ 0 h 0"/>
                  <a:gd name="connsiteX1" fmla="*/ 75293 w 63672"/>
                  <a:gd name="connsiteY1" fmla="*/ 9269 h 0"/>
                  <a:gd name="connsiteX2" fmla="*/ 73 w 63672"/>
                  <a:gd name="connsiteY2" fmla="*/ 9651 h 0"/>
                  <a:gd name="connsiteX3" fmla="*/ 0 w 63672"/>
                  <a:gd name="connsiteY3" fmla="*/ 382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672">
                    <a:moveTo>
                      <a:pt x="75220" y="0"/>
                    </a:moveTo>
                    <a:lnTo>
                      <a:pt x="75293" y="9269"/>
                    </a:lnTo>
                    <a:lnTo>
                      <a:pt x="73" y="9651"/>
                    </a:lnTo>
                    <a:lnTo>
                      <a:pt x="0" y="382"/>
                    </a:lnTo>
                    <a:close/>
                  </a:path>
                </a:pathLst>
              </a:custGeom>
              <a:solidFill>
                <a:srgbClr val="D6D6D6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23" name="자유형: 도형 2222">
                <a:extLst>
                  <a:ext uri="{FF2B5EF4-FFF2-40B4-BE49-F238E27FC236}">
                    <a16:creationId xmlns:a16="http://schemas.microsoft.com/office/drawing/2014/main" id="{DEEEA9CC-29E4-4343-8C13-6778C20DC094}"/>
                  </a:ext>
                </a:extLst>
              </p:cNvPr>
              <p:cNvSpPr/>
              <p:nvPr/>
            </p:nvSpPr>
            <p:spPr>
              <a:xfrm>
                <a:off x="6767367" y="5658738"/>
                <a:ext cx="12735" cy="12729"/>
              </a:xfrm>
              <a:custGeom>
                <a:avLst/>
                <a:gdLst>
                  <a:gd name="connsiteX0" fmla="*/ 8726 w 0"/>
                  <a:gd name="connsiteY0" fmla="*/ 0 h 0"/>
                  <a:gd name="connsiteX1" fmla="*/ 8798 w 0"/>
                  <a:gd name="connsiteY1" fmla="*/ 9269 h 0"/>
                  <a:gd name="connsiteX2" fmla="*/ 73 w 0"/>
                  <a:gd name="connsiteY2" fmla="*/ 9313 h 0"/>
                  <a:gd name="connsiteX3" fmla="*/ 0 w 0"/>
                  <a:gd name="connsiteY3" fmla="*/ 44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8726" y="0"/>
                    </a:moveTo>
                    <a:lnTo>
                      <a:pt x="8798" y="9269"/>
                    </a:lnTo>
                    <a:lnTo>
                      <a:pt x="73" y="9313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C2C2C2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24" name="자유형: 도형 2223">
                <a:extLst>
                  <a:ext uri="{FF2B5EF4-FFF2-40B4-BE49-F238E27FC236}">
                    <a16:creationId xmlns:a16="http://schemas.microsoft.com/office/drawing/2014/main" id="{19659122-5914-4282-8BDB-88A60F9D2EF0}"/>
                  </a:ext>
                </a:extLst>
              </p:cNvPr>
              <p:cNvSpPr/>
              <p:nvPr/>
            </p:nvSpPr>
            <p:spPr>
              <a:xfrm>
                <a:off x="6775246" y="5658714"/>
                <a:ext cx="12735" cy="12729"/>
              </a:xfrm>
              <a:custGeom>
                <a:avLst/>
                <a:gdLst>
                  <a:gd name="connsiteX0" fmla="*/ 5679 w 0"/>
                  <a:gd name="connsiteY0" fmla="*/ 0 h 0"/>
                  <a:gd name="connsiteX1" fmla="*/ 5752 w 0"/>
                  <a:gd name="connsiteY1" fmla="*/ 9269 h 0"/>
                  <a:gd name="connsiteX2" fmla="*/ 73 w 0"/>
                  <a:gd name="connsiteY2" fmla="*/ 9298 h 0"/>
                  <a:gd name="connsiteX3" fmla="*/ 0 w 0"/>
                  <a:gd name="connsiteY3" fmla="*/ 29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5679" y="0"/>
                    </a:moveTo>
                    <a:lnTo>
                      <a:pt x="5752" y="9269"/>
                    </a:lnTo>
                    <a:lnTo>
                      <a:pt x="73" y="9298"/>
                    </a:lnTo>
                    <a:lnTo>
                      <a:pt x="0" y="29"/>
                    </a:lnTo>
                    <a:close/>
                  </a:path>
                </a:pathLst>
              </a:custGeom>
              <a:solidFill>
                <a:srgbClr val="ADADAD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25" name="자유형: 도형 2224">
                <a:extLst>
                  <a:ext uri="{FF2B5EF4-FFF2-40B4-BE49-F238E27FC236}">
                    <a16:creationId xmlns:a16="http://schemas.microsoft.com/office/drawing/2014/main" id="{BC4C6D48-8622-476A-AAAB-F7088488099F}"/>
                  </a:ext>
                </a:extLst>
              </p:cNvPr>
              <p:cNvSpPr/>
              <p:nvPr/>
            </p:nvSpPr>
            <p:spPr>
              <a:xfrm>
                <a:off x="6780925" y="5658512"/>
                <a:ext cx="38204" cy="12729"/>
              </a:xfrm>
              <a:custGeom>
                <a:avLst/>
                <a:gdLst>
                  <a:gd name="connsiteX0" fmla="*/ 39773 w 38203"/>
                  <a:gd name="connsiteY0" fmla="*/ 0 h 0"/>
                  <a:gd name="connsiteX1" fmla="*/ 39845 w 38203"/>
                  <a:gd name="connsiteY1" fmla="*/ 9269 h 0"/>
                  <a:gd name="connsiteX2" fmla="*/ 73 w 38203"/>
                  <a:gd name="connsiteY2" fmla="*/ 9471 h 0"/>
                  <a:gd name="connsiteX3" fmla="*/ 0 w 38203"/>
                  <a:gd name="connsiteY3" fmla="*/ 202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03">
                    <a:moveTo>
                      <a:pt x="39773" y="0"/>
                    </a:moveTo>
                    <a:lnTo>
                      <a:pt x="39845" y="9269"/>
                    </a:lnTo>
                    <a:lnTo>
                      <a:pt x="73" y="9471"/>
                    </a:lnTo>
                    <a:lnTo>
                      <a:pt x="0" y="202"/>
                    </a:lnTo>
                    <a:close/>
                  </a:path>
                </a:pathLst>
              </a:custGeom>
              <a:solidFill>
                <a:srgbClr val="999999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26" name="자유형: 도형 2225">
                <a:extLst>
                  <a:ext uri="{FF2B5EF4-FFF2-40B4-BE49-F238E27FC236}">
                    <a16:creationId xmlns:a16="http://schemas.microsoft.com/office/drawing/2014/main" id="{AAA742D6-A54F-4E89-99FF-4FF7758B5AEA}"/>
                  </a:ext>
                </a:extLst>
              </p:cNvPr>
              <p:cNvSpPr/>
              <p:nvPr/>
            </p:nvSpPr>
            <p:spPr>
              <a:xfrm>
                <a:off x="6626025" y="5632257"/>
                <a:ext cx="38204" cy="305493"/>
              </a:xfrm>
              <a:custGeom>
                <a:avLst/>
                <a:gdLst>
                  <a:gd name="connsiteX0" fmla="*/ 31055 w 38203"/>
                  <a:gd name="connsiteY0" fmla="*/ 72 h 305492"/>
                  <a:gd name="connsiteX1" fmla="*/ 31200 w 38203"/>
                  <a:gd name="connsiteY1" fmla="*/ 18662 h 305492"/>
                  <a:gd name="connsiteX2" fmla="*/ 45088 w 38203"/>
                  <a:gd name="connsiteY2" fmla="*/ 35410 h 305492"/>
                  <a:gd name="connsiteX3" fmla="*/ 46544 w 38203"/>
                  <a:gd name="connsiteY3" fmla="*/ 221270 h 305492"/>
                  <a:gd name="connsiteX4" fmla="*/ 19225 w 38203"/>
                  <a:gd name="connsiteY4" fmla="*/ 243535 h 305492"/>
                  <a:gd name="connsiteX5" fmla="*/ 16489 w 38203"/>
                  <a:gd name="connsiteY5" fmla="*/ 243535 h 305492"/>
                  <a:gd name="connsiteX6" fmla="*/ 61 w 38203"/>
                  <a:gd name="connsiteY6" fmla="*/ 259106 h 305492"/>
                  <a:gd name="connsiteX7" fmla="*/ 347 w 38203"/>
                  <a:gd name="connsiteY7" fmla="*/ 295544 h 305492"/>
                  <a:gd name="connsiteX8" fmla="*/ 20497 w 38203"/>
                  <a:gd name="connsiteY8" fmla="*/ 295442 h 305492"/>
                  <a:gd name="connsiteX9" fmla="*/ 20356 w 38203"/>
                  <a:gd name="connsiteY9" fmla="*/ 277457 h 305492"/>
                  <a:gd name="connsiteX10" fmla="*/ 36227 w 38203"/>
                  <a:gd name="connsiteY10" fmla="*/ 277355 h 305492"/>
                  <a:gd name="connsiteX11" fmla="*/ 36368 w 38203"/>
                  <a:gd name="connsiteY11" fmla="*/ 295340 h 305492"/>
                  <a:gd name="connsiteX12" fmla="*/ 27548 w 38203"/>
                  <a:gd name="connsiteY12" fmla="*/ 295340 h 305492"/>
                  <a:gd name="connsiteX13" fmla="*/ 27644 w 38203"/>
                  <a:gd name="connsiteY13" fmla="*/ 312363 h 305492"/>
                  <a:gd name="connsiteX14" fmla="*/ 40704 w 38203"/>
                  <a:gd name="connsiteY14" fmla="*/ 312260 h 305492"/>
                  <a:gd name="connsiteX15" fmla="*/ 40430 w 38203"/>
                  <a:gd name="connsiteY15" fmla="*/ 277253 h 305492"/>
                  <a:gd name="connsiteX16" fmla="*/ 15156 w 38203"/>
                  <a:gd name="connsiteY16" fmla="*/ 277386 h 305492"/>
                  <a:gd name="connsiteX17" fmla="*/ 15297 w 38203"/>
                  <a:gd name="connsiteY17" fmla="*/ 295370 h 305492"/>
                  <a:gd name="connsiteX18" fmla="*/ 4540 w 38203"/>
                  <a:gd name="connsiteY18" fmla="*/ 295472 h 305492"/>
                  <a:gd name="connsiteX19" fmla="*/ 4255 w 38203"/>
                  <a:gd name="connsiteY19" fmla="*/ 259033 h 305492"/>
                  <a:gd name="connsiteX20" fmla="*/ 20682 w 38203"/>
                  <a:gd name="connsiteY20" fmla="*/ 243464 h 305492"/>
                  <a:gd name="connsiteX21" fmla="*/ 23418 w 38203"/>
                  <a:gd name="connsiteY21" fmla="*/ 243464 h 305492"/>
                  <a:gd name="connsiteX22" fmla="*/ 50738 w 38203"/>
                  <a:gd name="connsiteY22" fmla="*/ 221197 h 305492"/>
                  <a:gd name="connsiteX23" fmla="*/ 49281 w 38203"/>
                  <a:gd name="connsiteY23" fmla="*/ 35339 h 305492"/>
                  <a:gd name="connsiteX24" fmla="*/ 35394 w 38203"/>
                  <a:gd name="connsiteY24" fmla="*/ 18591 h 305492"/>
                  <a:gd name="connsiteX25" fmla="*/ 35248 w 38203"/>
                  <a:gd name="connsiteY25" fmla="*/ 0 h 305492"/>
                  <a:gd name="connsiteX26" fmla="*/ 31054 w 38203"/>
                  <a:gd name="connsiteY26" fmla="*/ 0 h 305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38203" h="305492">
                    <a:moveTo>
                      <a:pt x="31055" y="72"/>
                    </a:moveTo>
                    <a:lnTo>
                      <a:pt x="31200" y="18662"/>
                    </a:lnTo>
                    <a:cubicBezTo>
                      <a:pt x="31200" y="18662"/>
                      <a:pt x="45010" y="25453"/>
                      <a:pt x="45088" y="35410"/>
                    </a:cubicBezTo>
                    <a:cubicBezTo>
                      <a:pt x="45166" y="45360"/>
                      <a:pt x="46544" y="221270"/>
                      <a:pt x="46544" y="221270"/>
                    </a:cubicBezTo>
                    <a:cubicBezTo>
                      <a:pt x="46254" y="233372"/>
                      <a:pt x="34266" y="243164"/>
                      <a:pt x="19225" y="243535"/>
                    </a:cubicBezTo>
                    <a:cubicBezTo>
                      <a:pt x="18322" y="243433"/>
                      <a:pt x="17410" y="243433"/>
                      <a:pt x="16489" y="243535"/>
                    </a:cubicBezTo>
                    <a:cubicBezTo>
                      <a:pt x="6630" y="244209"/>
                      <a:pt x="-753" y="251166"/>
                      <a:pt x="61" y="259106"/>
                    </a:cubicBezTo>
                    <a:lnTo>
                      <a:pt x="347" y="295544"/>
                    </a:lnTo>
                    <a:lnTo>
                      <a:pt x="20497" y="295442"/>
                    </a:lnTo>
                    <a:lnTo>
                      <a:pt x="20356" y="277457"/>
                    </a:lnTo>
                    <a:lnTo>
                      <a:pt x="36227" y="277355"/>
                    </a:lnTo>
                    <a:lnTo>
                      <a:pt x="36368" y="295340"/>
                    </a:lnTo>
                    <a:lnTo>
                      <a:pt x="27548" y="295340"/>
                    </a:lnTo>
                    <a:lnTo>
                      <a:pt x="27644" y="312363"/>
                    </a:lnTo>
                    <a:lnTo>
                      <a:pt x="40704" y="312260"/>
                    </a:lnTo>
                    <a:lnTo>
                      <a:pt x="40430" y="277253"/>
                    </a:lnTo>
                    <a:lnTo>
                      <a:pt x="15156" y="277386"/>
                    </a:lnTo>
                    <a:lnTo>
                      <a:pt x="15297" y="295370"/>
                    </a:lnTo>
                    <a:lnTo>
                      <a:pt x="4540" y="295472"/>
                    </a:lnTo>
                    <a:lnTo>
                      <a:pt x="4255" y="259033"/>
                    </a:lnTo>
                    <a:cubicBezTo>
                      <a:pt x="3440" y="251094"/>
                      <a:pt x="10824" y="244135"/>
                      <a:pt x="20682" y="243464"/>
                    </a:cubicBezTo>
                    <a:cubicBezTo>
                      <a:pt x="21612" y="243362"/>
                      <a:pt x="22515" y="243362"/>
                      <a:pt x="23418" y="243464"/>
                    </a:cubicBezTo>
                    <a:cubicBezTo>
                      <a:pt x="38469" y="243096"/>
                      <a:pt x="50457" y="233300"/>
                      <a:pt x="50738" y="221197"/>
                    </a:cubicBezTo>
                    <a:cubicBezTo>
                      <a:pt x="50738" y="221197"/>
                      <a:pt x="49359" y="45297"/>
                      <a:pt x="49281" y="35339"/>
                    </a:cubicBezTo>
                    <a:cubicBezTo>
                      <a:pt x="49203" y="25382"/>
                      <a:pt x="35394" y="18591"/>
                      <a:pt x="35394" y="18591"/>
                    </a:cubicBezTo>
                    <a:lnTo>
                      <a:pt x="35248" y="0"/>
                    </a:lnTo>
                    <a:lnTo>
                      <a:pt x="31054" y="0"/>
                    </a:lnTo>
                    <a:close/>
                  </a:path>
                </a:pathLst>
              </a:custGeom>
              <a:solidFill>
                <a:srgbClr val="808080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27" name="자유형: 도형 2226">
                <a:extLst>
                  <a:ext uri="{FF2B5EF4-FFF2-40B4-BE49-F238E27FC236}">
                    <a16:creationId xmlns:a16="http://schemas.microsoft.com/office/drawing/2014/main" id="{6B8A22CE-6497-4B9E-AE02-A97FA1A7BE35}"/>
                  </a:ext>
                </a:extLst>
              </p:cNvPr>
              <p:cNvSpPr/>
              <p:nvPr/>
            </p:nvSpPr>
            <p:spPr>
              <a:xfrm>
                <a:off x="6620246" y="5925899"/>
                <a:ext cx="12735" cy="12729"/>
              </a:xfrm>
              <a:custGeom>
                <a:avLst/>
                <a:gdLst>
                  <a:gd name="connsiteX0" fmla="*/ 7992 w 0"/>
                  <a:gd name="connsiteY0" fmla="*/ 0 h 0"/>
                  <a:gd name="connsiteX1" fmla="*/ 8007 w 0"/>
                  <a:gd name="connsiteY1" fmla="*/ 1893 h 0"/>
                  <a:gd name="connsiteX2" fmla="*/ 15 w 0"/>
                  <a:gd name="connsiteY2" fmla="*/ 1934 h 0"/>
                  <a:gd name="connsiteX3" fmla="*/ 0 w 0"/>
                  <a:gd name="connsiteY3" fmla="*/ 41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7992" y="0"/>
                    </a:moveTo>
                    <a:lnTo>
                      <a:pt x="8007" y="1893"/>
                    </a:lnTo>
                    <a:lnTo>
                      <a:pt x="15" y="1934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808080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28" name="자유형: 도형 2227">
                <a:extLst>
                  <a:ext uri="{FF2B5EF4-FFF2-40B4-BE49-F238E27FC236}">
                    <a16:creationId xmlns:a16="http://schemas.microsoft.com/office/drawing/2014/main" id="{C9B9C8C0-6F4B-43E9-B21F-1D59296AED8D}"/>
                  </a:ext>
                </a:extLst>
              </p:cNvPr>
              <p:cNvSpPr/>
              <p:nvPr/>
            </p:nvSpPr>
            <p:spPr>
              <a:xfrm>
                <a:off x="6651071" y="5632321"/>
                <a:ext cx="12735" cy="12729"/>
              </a:xfrm>
              <a:custGeom>
                <a:avLst/>
                <a:gdLst>
                  <a:gd name="connsiteX0" fmla="*/ 8011 w 0"/>
                  <a:gd name="connsiteY0" fmla="*/ 0 h 0"/>
                  <a:gd name="connsiteX1" fmla="*/ 8022 w 0"/>
                  <a:gd name="connsiteY1" fmla="*/ 1424 h 0"/>
                  <a:gd name="connsiteX2" fmla="*/ 11 w 0"/>
                  <a:gd name="connsiteY2" fmla="*/ 1464 h 0"/>
                  <a:gd name="connsiteX3" fmla="*/ 0 w 0"/>
                  <a:gd name="connsiteY3" fmla="*/ 41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>
                    <a:moveTo>
                      <a:pt x="8011" y="0"/>
                    </a:moveTo>
                    <a:lnTo>
                      <a:pt x="8022" y="1424"/>
                    </a:lnTo>
                    <a:lnTo>
                      <a:pt x="11" y="1464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808080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29" name="자유형: 도형 2228">
                <a:extLst>
                  <a:ext uri="{FF2B5EF4-FFF2-40B4-BE49-F238E27FC236}">
                    <a16:creationId xmlns:a16="http://schemas.microsoft.com/office/drawing/2014/main" id="{CD43CEA8-4A29-44A6-97F3-F062ED03134F}"/>
                  </a:ext>
                </a:extLst>
              </p:cNvPr>
              <p:cNvSpPr/>
              <p:nvPr/>
            </p:nvSpPr>
            <p:spPr>
              <a:xfrm>
                <a:off x="6789725" y="5655048"/>
                <a:ext cx="12735" cy="63644"/>
              </a:xfrm>
              <a:custGeom>
                <a:avLst/>
                <a:gdLst>
                  <a:gd name="connsiteX0" fmla="*/ 0 w 0"/>
                  <a:gd name="connsiteY0" fmla="*/ 0 h 63644"/>
                  <a:gd name="connsiteX1" fmla="*/ 6822 w 0"/>
                  <a:gd name="connsiteY1" fmla="*/ 5417 h 63644"/>
                  <a:gd name="connsiteX2" fmla="*/ 7332 w 0"/>
                  <a:gd name="connsiteY2" fmla="*/ 70480 h 63644"/>
                  <a:gd name="connsiteX3" fmla="*/ 595 w 0"/>
                  <a:gd name="connsiteY3" fmla="*/ 75967 h 63644"/>
                  <a:gd name="connsiteX4" fmla="*/ 3219 w 0"/>
                  <a:gd name="connsiteY4" fmla="*/ 75967 h 63644"/>
                  <a:gd name="connsiteX5" fmla="*/ 9955 w 0"/>
                  <a:gd name="connsiteY5" fmla="*/ 70480 h 63644"/>
                  <a:gd name="connsiteX6" fmla="*/ 9445 w 0"/>
                  <a:gd name="connsiteY6" fmla="*/ 5426 h 63644"/>
                  <a:gd name="connsiteX7" fmla="*/ 2623 w 0"/>
                  <a:gd name="connsiteY7" fmla="*/ 8 h 63644"/>
                  <a:gd name="connsiteX8" fmla="*/ 0 w 0"/>
                  <a:gd name="connsiteY8" fmla="*/ 14 h 63644"/>
                  <a:gd name="connsiteX9" fmla="*/ 0 w 0"/>
                  <a:gd name="connsiteY9" fmla="*/ 14 h 636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h="63644">
                    <a:moveTo>
                      <a:pt x="0" y="0"/>
                    </a:moveTo>
                    <a:cubicBezTo>
                      <a:pt x="3723" y="0"/>
                      <a:pt x="6798" y="2419"/>
                      <a:pt x="6822" y="5417"/>
                    </a:cubicBezTo>
                    <a:lnTo>
                      <a:pt x="7332" y="70480"/>
                    </a:lnTo>
                    <a:cubicBezTo>
                      <a:pt x="7355" y="73479"/>
                      <a:pt x="4328" y="75948"/>
                      <a:pt x="595" y="75967"/>
                    </a:cubicBezTo>
                    <a:lnTo>
                      <a:pt x="3219" y="75967"/>
                    </a:lnTo>
                    <a:cubicBezTo>
                      <a:pt x="6942" y="75967"/>
                      <a:pt x="9979" y="73479"/>
                      <a:pt x="9955" y="70480"/>
                    </a:cubicBezTo>
                    <a:lnTo>
                      <a:pt x="9445" y="5426"/>
                    </a:lnTo>
                    <a:cubicBezTo>
                      <a:pt x="9422" y="2427"/>
                      <a:pt x="6356" y="-11"/>
                      <a:pt x="2623" y="8"/>
                    </a:cubicBezTo>
                    <a:lnTo>
                      <a:pt x="0" y="14"/>
                    </a:lnTo>
                    <a:lnTo>
                      <a:pt x="0" y="14"/>
                    </a:lnTo>
                    <a:close/>
                  </a:path>
                </a:pathLst>
              </a:custGeom>
              <a:solidFill>
                <a:srgbClr val="808080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30" name="자유형: 도형 2229">
                <a:extLst>
                  <a:ext uri="{FF2B5EF4-FFF2-40B4-BE49-F238E27FC236}">
                    <a16:creationId xmlns:a16="http://schemas.microsoft.com/office/drawing/2014/main" id="{99270F70-9FE0-49F7-B2EF-E402645EA862}"/>
                  </a:ext>
                </a:extLst>
              </p:cNvPr>
              <p:cNvSpPr/>
              <p:nvPr/>
            </p:nvSpPr>
            <p:spPr>
              <a:xfrm>
                <a:off x="6790468" y="5749824"/>
                <a:ext cx="12735" cy="63644"/>
              </a:xfrm>
              <a:custGeom>
                <a:avLst/>
                <a:gdLst>
                  <a:gd name="connsiteX0" fmla="*/ 0 w 0"/>
                  <a:gd name="connsiteY0" fmla="*/ 0 h 63644"/>
                  <a:gd name="connsiteX1" fmla="*/ 6822 w 0"/>
                  <a:gd name="connsiteY1" fmla="*/ 5419 h 63644"/>
                  <a:gd name="connsiteX2" fmla="*/ 7332 w 0"/>
                  <a:gd name="connsiteY2" fmla="*/ 70488 h 63644"/>
                  <a:gd name="connsiteX3" fmla="*/ 595 w 0"/>
                  <a:gd name="connsiteY3" fmla="*/ 75990 h 63644"/>
                  <a:gd name="connsiteX4" fmla="*/ 3219 w 0"/>
                  <a:gd name="connsiteY4" fmla="*/ 75990 h 63644"/>
                  <a:gd name="connsiteX5" fmla="*/ 9955 w 0"/>
                  <a:gd name="connsiteY5" fmla="*/ 70488 h 63644"/>
                  <a:gd name="connsiteX6" fmla="*/ 9445 w 0"/>
                  <a:gd name="connsiteY6" fmla="*/ 5419 h 63644"/>
                  <a:gd name="connsiteX7" fmla="*/ 2623 w 0"/>
                  <a:gd name="connsiteY7" fmla="*/ 0 h 636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h="63644">
                    <a:moveTo>
                      <a:pt x="0" y="0"/>
                    </a:moveTo>
                    <a:cubicBezTo>
                      <a:pt x="3723" y="0"/>
                      <a:pt x="6798" y="2420"/>
                      <a:pt x="6822" y="5419"/>
                    </a:cubicBezTo>
                    <a:lnTo>
                      <a:pt x="7332" y="70488"/>
                    </a:lnTo>
                    <a:cubicBezTo>
                      <a:pt x="7355" y="73487"/>
                      <a:pt x="4328" y="75971"/>
                      <a:pt x="595" y="75990"/>
                    </a:cubicBezTo>
                    <a:lnTo>
                      <a:pt x="3219" y="75990"/>
                    </a:lnTo>
                    <a:cubicBezTo>
                      <a:pt x="6942" y="75990"/>
                      <a:pt x="9979" y="73502"/>
                      <a:pt x="9955" y="70488"/>
                    </a:cubicBezTo>
                    <a:lnTo>
                      <a:pt x="9445" y="5419"/>
                    </a:lnTo>
                    <a:cubicBezTo>
                      <a:pt x="9422" y="2420"/>
                      <a:pt x="6356" y="-18"/>
                      <a:pt x="2623" y="0"/>
                    </a:cubicBezTo>
                    <a:close/>
                  </a:path>
                </a:pathLst>
              </a:custGeom>
              <a:solidFill>
                <a:srgbClr val="808080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31" name="자유형: 도형 2230">
                <a:extLst>
                  <a:ext uri="{FF2B5EF4-FFF2-40B4-BE49-F238E27FC236}">
                    <a16:creationId xmlns:a16="http://schemas.microsoft.com/office/drawing/2014/main" id="{AC421124-9193-48D4-854D-E57D404F8848}"/>
                  </a:ext>
                </a:extLst>
              </p:cNvPr>
              <p:cNvSpPr/>
              <p:nvPr/>
            </p:nvSpPr>
            <p:spPr>
              <a:xfrm>
                <a:off x="6944429" y="5887366"/>
                <a:ext cx="12735" cy="50915"/>
              </a:xfrm>
              <a:custGeom>
                <a:avLst/>
                <a:gdLst>
                  <a:gd name="connsiteX0" fmla="*/ 1373 w 0"/>
                  <a:gd name="connsiteY0" fmla="*/ 0 h 50915"/>
                  <a:gd name="connsiteX1" fmla="*/ 8185 w 0"/>
                  <a:gd name="connsiteY1" fmla="*/ 5410 h 50915"/>
                  <a:gd name="connsiteX2" fmla="*/ 8580 w 0"/>
                  <a:gd name="connsiteY2" fmla="*/ 55782 h 50915"/>
                  <a:gd name="connsiteX3" fmla="*/ 7207 w 0"/>
                  <a:gd name="connsiteY3" fmla="*/ 55790 h 50915"/>
                  <a:gd name="connsiteX4" fmla="*/ 6812 w 0"/>
                  <a:gd name="connsiteY4" fmla="*/ 5418 h 50915"/>
                  <a:gd name="connsiteX5" fmla="*/ 0 w 0"/>
                  <a:gd name="connsiteY5" fmla="*/ 7 h 50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h="50915">
                    <a:moveTo>
                      <a:pt x="1373" y="0"/>
                    </a:moveTo>
                    <a:cubicBezTo>
                      <a:pt x="5096" y="0"/>
                      <a:pt x="8162" y="2418"/>
                      <a:pt x="8185" y="5410"/>
                    </a:cubicBezTo>
                    <a:lnTo>
                      <a:pt x="8580" y="55782"/>
                    </a:lnTo>
                    <a:lnTo>
                      <a:pt x="7207" y="55790"/>
                    </a:lnTo>
                    <a:lnTo>
                      <a:pt x="6812" y="5418"/>
                    </a:lnTo>
                    <a:cubicBezTo>
                      <a:pt x="6789" y="2426"/>
                      <a:pt x="3723" y="-12"/>
                      <a:pt x="0" y="7"/>
                    </a:cubicBezTo>
                    <a:close/>
                  </a:path>
                </a:pathLst>
              </a:custGeom>
              <a:solidFill>
                <a:srgbClr val="808080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32" name="자유형: 도형 2231">
                <a:extLst>
                  <a:ext uri="{FF2B5EF4-FFF2-40B4-BE49-F238E27FC236}">
                    <a16:creationId xmlns:a16="http://schemas.microsoft.com/office/drawing/2014/main" id="{4388E08C-778D-46FA-89CE-495E996AC74E}"/>
                  </a:ext>
                </a:extLst>
              </p:cNvPr>
              <p:cNvSpPr/>
              <p:nvPr/>
            </p:nvSpPr>
            <p:spPr>
              <a:xfrm>
                <a:off x="6649511" y="5632362"/>
                <a:ext cx="12735" cy="12729"/>
              </a:xfrm>
              <a:custGeom>
                <a:avLst/>
                <a:gdLst>
                  <a:gd name="connsiteX0" fmla="*/ 1561 w 0"/>
                  <a:gd name="connsiteY0" fmla="*/ 0 h 12728"/>
                  <a:gd name="connsiteX1" fmla="*/ 1744 w 0"/>
                  <a:gd name="connsiteY1" fmla="*/ 23399 h 12728"/>
                  <a:gd name="connsiteX2" fmla="*/ 183 w 0"/>
                  <a:gd name="connsiteY2" fmla="*/ 23407 h 12728"/>
                  <a:gd name="connsiteX3" fmla="*/ 0 w 0"/>
                  <a:gd name="connsiteY3" fmla="*/ 8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12728">
                    <a:moveTo>
                      <a:pt x="1561" y="0"/>
                    </a:moveTo>
                    <a:lnTo>
                      <a:pt x="1744" y="23399"/>
                    </a:lnTo>
                    <a:lnTo>
                      <a:pt x="183" y="23407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808080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33" name="자유형: 도형 2232">
                <a:extLst>
                  <a:ext uri="{FF2B5EF4-FFF2-40B4-BE49-F238E27FC236}">
                    <a16:creationId xmlns:a16="http://schemas.microsoft.com/office/drawing/2014/main" id="{693B56E4-BAAD-45C3-B00B-BF66DDA17F15}"/>
                  </a:ext>
                </a:extLst>
              </p:cNvPr>
              <p:cNvSpPr/>
              <p:nvPr/>
            </p:nvSpPr>
            <p:spPr>
              <a:xfrm>
                <a:off x="6756241" y="5925065"/>
                <a:ext cx="191018" cy="12729"/>
              </a:xfrm>
              <a:custGeom>
                <a:avLst/>
                <a:gdLst>
                  <a:gd name="connsiteX0" fmla="*/ 195253 w 191017"/>
                  <a:gd name="connsiteY0" fmla="*/ 0 h 12728"/>
                  <a:gd name="connsiteX1" fmla="*/ 195395 w 191017"/>
                  <a:gd name="connsiteY1" fmla="*/ 18091 h 12728"/>
                  <a:gd name="connsiteX2" fmla="*/ 142 w 191017"/>
                  <a:gd name="connsiteY2" fmla="*/ 19083 h 12728"/>
                  <a:gd name="connsiteX3" fmla="*/ 0 w 191017"/>
                  <a:gd name="connsiteY3" fmla="*/ 992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1017" h="12728">
                    <a:moveTo>
                      <a:pt x="195253" y="0"/>
                    </a:moveTo>
                    <a:lnTo>
                      <a:pt x="195395" y="18091"/>
                    </a:lnTo>
                    <a:lnTo>
                      <a:pt x="142" y="19083"/>
                    </a:lnTo>
                    <a:lnTo>
                      <a:pt x="0" y="992"/>
                    </a:lnTo>
                    <a:close/>
                  </a:path>
                </a:pathLst>
              </a:custGeom>
              <a:solidFill>
                <a:srgbClr val="333333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34" name="자유형: 도형 2233">
                <a:extLst>
                  <a:ext uri="{FF2B5EF4-FFF2-40B4-BE49-F238E27FC236}">
                    <a16:creationId xmlns:a16="http://schemas.microsoft.com/office/drawing/2014/main" id="{D4F08492-0FC1-4F17-A997-D30254CD0608}"/>
                  </a:ext>
                </a:extLst>
              </p:cNvPr>
              <p:cNvSpPr/>
              <p:nvPr/>
            </p:nvSpPr>
            <p:spPr>
              <a:xfrm>
                <a:off x="6627953" y="5630345"/>
                <a:ext cx="420239" cy="305493"/>
              </a:xfrm>
              <a:custGeom>
                <a:avLst/>
                <a:gdLst>
                  <a:gd name="connsiteX0" fmla="*/ 324661 w 420238"/>
                  <a:gd name="connsiteY0" fmla="*/ 262432 h 305492"/>
                  <a:gd name="connsiteX1" fmla="*/ 325056 w 420238"/>
                  <a:gd name="connsiteY1" fmla="*/ 312804 h 305492"/>
                  <a:gd name="connsiteX2" fmla="*/ 420876 w 420238"/>
                  <a:gd name="connsiteY2" fmla="*/ 312315 h 305492"/>
                  <a:gd name="connsiteX3" fmla="*/ 420709 w 420238"/>
                  <a:gd name="connsiteY3" fmla="*/ 290960 h 305492"/>
                  <a:gd name="connsiteX4" fmla="*/ 416835 w 420238"/>
                  <a:gd name="connsiteY4" fmla="*/ 290960 h 305492"/>
                  <a:gd name="connsiteX5" fmla="*/ 412208 w 420238"/>
                  <a:gd name="connsiteY5" fmla="*/ 287289 h 305492"/>
                  <a:gd name="connsiteX6" fmla="*/ 416777 w 420238"/>
                  <a:gd name="connsiteY6" fmla="*/ 283570 h 305492"/>
                  <a:gd name="connsiteX7" fmla="*/ 420651 w 420238"/>
                  <a:gd name="connsiteY7" fmla="*/ 283570 h 305492"/>
                  <a:gd name="connsiteX8" fmla="*/ 419926 w 420238"/>
                  <a:gd name="connsiteY8" fmla="*/ 191050 h 305492"/>
                  <a:gd name="connsiteX9" fmla="*/ 267463 w 420238"/>
                  <a:gd name="connsiteY9" fmla="*/ 191826 h 305492"/>
                  <a:gd name="connsiteX10" fmla="*/ 260651 w 420238"/>
                  <a:gd name="connsiteY10" fmla="*/ 186393 h 305492"/>
                  <a:gd name="connsiteX11" fmla="*/ 260648 w 420238"/>
                  <a:gd name="connsiteY11" fmla="*/ 186036 h 305492"/>
                  <a:gd name="connsiteX12" fmla="*/ 411383 w 420238"/>
                  <a:gd name="connsiteY12" fmla="*/ 180726 h 305492"/>
                  <a:gd name="connsiteX13" fmla="*/ 411242 w 420238"/>
                  <a:gd name="connsiteY13" fmla="*/ 162817 h 305492"/>
                  <a:gd name="connsiteX14" fmla="*/ 260436 w 420238"/>
                  <a:gd name="connsiteY14" fmla="*/ 159032 h 305492"/>
                  <a:gd name="connsiteX15" fmla="*/ 260434 w 420238"/>
                  <a:gd name="connsiteY15" fmla="*/ 158665 h 305492"/>
                  <a:gd name="connsiteX16" fmla="*/ 267161 w 420238"/>
                  <a:gd name="connsiteY16" fmla="*/ 153178 h 305492"/>
                  <a:gd name="connsiteX17" fmla="*/ 419623 w 420238"/>
                  <a:gd name="connsiteY17" fmla="*/ 152403 h 305492"/>
                  <a:gd name="connsiteX18" fmla="*/ 418967 w 420238"/>
                  <a:gd name="connsiteY18" fmla="*/ 68690 h 305492"/>
                  <a:gd name="connsiteX19" fmla="*/ 266477 w 420238"/>
                  <a:gd name="connsiteY19" fmla="*/ 69465 h 305492"/>
                  <a:gd name="connsiteX20" fmla="*/ 259664 w 420238"/>
                  <a:gd name="connsiteY20" fmla="*/ 64048 h 305492"/>
                  <a:gd name="connsiteX21" fmla="*/ 259661 w 420238"/>
                  <a:gd name="connsiteY21" fmla="*/ 63680 h 305492"/>
                  <a:gd name="connsiteX22" fmla="*/ 410424 w 420238"/>
                  <a:gd name="connsiteY22" fmla="*/ 58371 h 305492"/>
                  <a:gd name="connsiteX23" fmla="*/ 410284 w 420238"/>
                  <a:gd name="connsiteY23" fmla="*/ 40455 h 305492"/>
                  <a:gd name="connsiteX24" fmla="*/ 259450 w 420238"/>
                  <a:gd name="connsiteY24" fmla="*/ 36678 h 305492"/>
                  <a:gd name="connsiteX25" fmla="*/ 259447 w 420238"/>
                  <a:gd name="connsiteY25" fmla="*/ 36311 h 305492"/>
                  <a:gd name="connsiteX26" fmla="*/ 266174 w 420238"/>
                  <a:gd name="connsiteY26" fmla="*/ 30824 h 305492"/>
                  <a:gd name="connsiteX27" fmla="*/ 418665 w 420238"/>
                  <a:gd name="connsiteY27" fmla="*/ 30048 h 305492"/>
                  <a:gd name="connsiteX28" fmla="*/ 418430 w 420238"/>
                  <a:gd name="connsiteY28" fmla="*/ 0 h 305492"/>
                  <a:gd name="connsiteX29" fmla="*/ 31055 w 420238"/>
                  <a:gd name="connsiteY29" fmla="*/ 1969 h 305492"/>
                  <a:gd name="connsiteX30" fmla="*/ 31200 w 420238"/>
                  <a:gd name="connsiteY30" fmla="*/ 20559 h 305492"/>
                  <a:gd name="connsiteX31" fmla="*/ 45088 w 420238"/>
                  <a:gd name="connsiteY31" fmla="*/ 37309 h 305492"/>
                  <a:gd name="connsiteX32" fmla="*/ 46544 w 420238"/>
                  <a:gd name="connsiteY32" fmla="*/ 223167 h 305492"/>
                  <a:gd name="connsiteX33" fmla="*/ 19225 w 420238"/>
                  <a:gd name="connsiteY33" fmla="*/ 245433 h 305492"/>
                  <a:gd name="connsiteX34" fmla="*/ 16489 w 420238"/>
                  <a:gd name="connsiteY34" fmla="*/ 245433 h 305492"/>
                  <a:gd name="connsiteX35" fmla="*/ 61 w 420238"/>
                  <a:gd name="connsiteY35" fmla="*/ 261003 h 305492"/>
                  <a:gd name="connsiteX36" fmla="*/ 347 w 420238"/>
                  <a:gd name="connsiteY36" fmla="*/ 297441 h 305492"/>
                  <a:gd name="connsiteX37" fmla="*/ 20497 w 420238"/>
                  <a:gd name="connsiteY37" fmla="*/ 297339 h 305492"/>
                  <a:gd name="connsiteX38" fmla="*/ 20356 w 420238"/>
                  <a:gd name="connsiteY38" fmla="*/ 279354 h 305492"/>
                  <a:gd name="connsiteX39" fmla="*/ 36227 w 420238"/>
                  <a:gd name="connsiteY39" fmla="*/ 279252 h 305492"/>
                  <a:gd name="connsiteX40" fmla="*/ 36501 w 420238"/>
                  <a:gd name="connsiteY40" fmla="*/ 314259 h 305492"/>
                  <a:gd name="connsiteX41" fmla="*/ 128411 w 420238"/>
                  <a:gd name="connsiteY41" fmla="*/ 313790 h 305492"/>
                  <a:gd name="connsiteX42" fmla="*/ 128295 w 420238"/>
                  <a:gd name="connsiteY42" fmla="*/ 298971 h 305492"/>
                  <a:gd name="connsiteX43" fmla="*/ 229739 w 420238"/>
                  <a:gd name="connsiteY43" fmla="*/ 298451 h 305492"/>
                  <a:gd name="connsiteX44" fmla="*/ 229751 w 420238"/>
                  <a:gd name="connsiteY44" fmla="*/ 300042 h 305492"/>
                  <a:gd name="connsiteX45" fmla="*/ 236564 w 420238"/>
                  <a:gd name="connsiteY45" fmla="*/ 305475 h 305492"/>
                  <a:gd name="connsiteX46" fmla="*/ 261810 w 420238"/>
                  <a:gd name="connsiteY46" fmla="*/ 305342 h 305492"/>
                  <a:gd name="connsiteX47" fmla="*/ 268537 w 420238"/>
                  <a:gd name="connsiteY47" fmla="*/ 299840 h 305492"/>
                  <a:gd name="connsiteX48" fmla="*/ 268348 w 420238"/>
                  <a:gd name="connsiteY48" fmla="*/ 275707 h 305492"/>
                  <a:gd name="connsiteX49" fmla="*/ 261535 w 420238"/>
                  <a:gd name="connsiteY49" fmla="*/ 270297 h 305492"/>
                  <a:gd name="connsiteX50" fmla="*/ 236289 w 420238"/>
                  <a:gd name="connsiteY50" fmla="*/ 270429 h 305492"/>
                  <a:gd name="connsiteX51" fmla="*/ 229562 w 420238"/>
                  <a:gd name="connsiteY51" fmla="*/ 275908 h 305492"/>
                  <a:gd name="connsiteX52" fmla="*/ 229574 w 420238"/>
                  <a:gd name="connsiteY52" fmla="*/ 277521 h 305492"/>
                  <a:gd name="connsiteX53" fmla="*/ 128149 w 420238"/>
                  <a:gd name="connsiteY53" fmla="*/ 278031 h 305492"/>
                  <a:gd name="connsiteX54" fmla="*/ 128034 w 420238"/>
                  <a:gd name="connsiteY54" fmla="*/ 263371 h 305492"/>
                  <a:gd name="connsiteX55" fmla="*/ 134752 w 420238"/>
                  <a:gd name="connsiteY55" fmla="*/ 257893 h 305492"/>
                  <a:gd name="connsiteX56" fmla="*/ 317848 w 420238"/>
                  <a:gd name="connsiteY56" fmla="*/ 256964 h 305492"/>
                  <a:gd name="connsiteX57" fmla="*/ 324660 w 420238"/>
                  <a:gd name="connsiteY57" fmla="*/ 262381 h 305492"/>
                  <a:gd name="connsiteX58" fmla="*/ 113541 w 420238"/>
                  <a:gd name="connsiteY58" fmla="*/ 100925 h 305492"/>
                  <a:gd name="connsiteX59" fmla="*/ 106719 w 420238"/>
                  <a:gd name="connsiteY59" fmla="*/ 95507 h 305492"/>
                  <a:gd name="connsiteX60" fmla="*/ 106209 w 420238"/>
                  <a:gd name="connsiteY60" fmla="*/ 30445 h 305492"/>
                  <a:gd name="connsiteX61" fmla="*/ 112945 w 420238"/>
                  <a:gd name="connsiteY61" fmla="*/ 24958 h 305492"/>
                  <a:gd name="connsiteX62" fmla="*/ 164434 w 420238"/>
                  <a:gd name="connsiteY62" fmla="*/ 24693 h 305492"/>
                  <a:gd name="connsiteX63" fmla="*/ 171237 w 420238"/>
                  <a:gd name="connsiteY63" fmla="*/ 30112 h 305492"/>
                  <a:gd name="connsiteX64" fmla="*/ 171746 w 420238"/>
                  <a:gd name="connsiteY64" fmla="*/ 95174 h 305492"/>
                  <a:gd name="connsiteX65" fmla="*/ 165029 w 420238"/>
                  <a:gd name="connsiteY65" fmla="*/ 100660 h 305492"/>
                  <a:gd name="connsiteX66" fmla="*/ 113540 w 420238"/>
                  <a:gd name="connsiteY66" fmla="*/ 100926 h 305492"/>
                  <a:gd name="connsiteX67" fmla="*/ 114283 w 420238"/>
                  <a:gd name="connsiteY67" fmla="*/ 195717 h 305492"/>
                  <a:gd name="connsiteX68" fmla="*/ 107461 w 420238"/>
                  <a:gd name="connsiteY68" fmla="*/ 190292 h 305492"/>
                  <a:gd name="connsiteX69" fmla="*/ 106951 w 420238"/>
                  <a:gd name="connsiteY69" fmla="*/ 125222 h 305492"/>
                  <a:gd name="connsiteX70" fmla="*/ 113688 w 420238"/>
                  <a:gd name="connsiteY70" fmla="*/ 119735 h 305492"/>
                  <a:gd name="connsiteX71" fmla="*/ 165176 w 420238"/>
                  <a:gd name="connsiteY71" fmla="*/ 119470 h 305492"/>
                  <a:gd name="connsiteX72" fmla="*/ 171979 w 420238"/>
                  <a:gd name="connsiteY72" fmla="*/ 124888 h 305492"/>
                  <a:gd name="connsiteX73" fmla="*/ 172489 w 420238"/>
                  <a:gd name="connsiteY73" fmla="*/ 189958 h 305492"/>
                  <a:gd name="connsiteX74" fmla="*/ 165772 w 420238"/>
                  <a:gd name="connsiteY74" fmla="*/ 195452 h 305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</a:cxnLst>
                <a:rect l="l" t="t" r="r" b="b"/>
                <a:pathLst>
                  <a:path w="420238" h="305492">
                    <a:moveTo>
                      <a:pt x="324661" y="262432"/>
                    </a:moveTo>
                    <a:lnTo>
                      <a:pt x="325056" y="312804"/>
                    </a:lnTo>
                    <a:lnTo>
                      <a:pt x="420876" y="312315"/>
                    </a:lnTo>
                    <a:lnTo>
                      <a:pt x="420709" y="290960"/>
                    </a:lnTo>
                    <a:lnTo>
                      <a:pt x="416835" y="290960"/>
                    </a:lnTo>
                    <a:cubicBezTo>
                      <a:pt x="414297" y="290960"/>
                      <a:pt x="412224" y="289326"/>
                      <a:pt x="412208" y="287289"/>
                    </a:cubicBezTo>
                    <a:cubicBezTo>
                      <a:pt x="412192" y="285252"/>
                      <a:pt x="414239" y="283583"/>
                      <a:pt x="416777" y="283570"/>
                    </a:cubicBezTo>
                    <a:lnTo>
                      <a:pt x="420651" y="283570"/>
                    </a:lnTo>
                    <a:lnTo>
                      <a:pt x="419926" y="191050"/>
                    </a:lnTo>
                    <a:lnTo>
                      <a:pt x="267463" y="191826"/>
                    </a:lnTo>
                    <a:cubicBezTo>
                      <a:pt x="263740" y="191826"/>
                      <a:pt x="260674" y="189407"/>
                      <a:pt x="260651" y="186393"/>
                    </a:cubicBezTo>
                    <a:lnTo>
                      <a:pt x="260648" y="186036"/>
                    </a:lnTo>
                    <a:lnTo>
                      <a:pt x="411383" y="180726"/>
                    </a:lnTo>
                    <a:lnTo>
                      <a:pt x="411242" y="162817"/>
                    </a:lnTo>
                    <a:lnTo>
                      <a:pt x="260436" y="159032"/>
                    </a:lnTo>
                    <a:lnTo>
                      <a:pt x="260434" y="158665"/>
                    </a:lnTo>
                    <a:cubicBezTo>
                      <a:pt x="260410" y="155666"/>
                      <a:pt x="263437" y="153198"/>
                      <a:pt x="267161" y="153178"/>
                    </a:cubicBezTo>
                    <a:lnTo>
                      <a:pt x="419623" y="152403"/>
                    </a:lnTo>
                    <a:lnTo>
                      <a:pt x="418967" y="68690"/>
                    </a:lnTo>
                    <a:lnTo>
                      <a:pt x="266477" y="69465"/>
                    </a:lnTo>
                    <a:cubicBezTo>
                      <a:pt x="262753" y="69465"/>
                      <a:pt x="259688" y="67046"/>
                      <a:pt x="259664" y="64048"/>
                    </a:cubicBezTo>
                    <a:lnTo>
                      <a:pt x="259661" y="63680"/>
                    </a:lnTo>
                    <a:lnTo>
                      <a:pt x="410424" y="58371"/>
                    </a:lnTo>
                    <a:lnTo>
                      <a:pt x="410284" y="40455"/>
                    </a:lnTo>
                    <a:lnTo>
                      <a:pt x="259450" y="36678"/>
                    </a:lnTo>
                    <a:lnTo>
                      <a:pt x="259447" y="36311"/>
                    </a:lnTo>
                    <a:cubicBezTo>
                      <a:pt x="259424" y="33312"/>
                      <a:pt x="262451" y="30843"/>
                      <a:pt x="266174" y="30824"/>
                    </a:cubicBezTo>
                    <a:lnTo>
                      <a:pt x="418665" y="30048"/>
                    </a:lnTo>
                    <a:lnTo>
                      <a:pt x="418430" y="0"/>
                    </a:lnTo>
                    <a:lnTo>
                      <a:pt x="31055" y="1969"/>
                    </a:lnTo>
                    <a:lnTo>
                      <a:pt x="31200" y="20559"/>
                    </a:lnTo>
                    <a:cubicBezTo>
                      <a:pt x="31200" y="20559"/>
                      <a:pt x="45010" y="27350"/>
                      <a:pt x="45088" y="37309"/>
                    </a:cubicBezTo>
                    <a:cubicBezTo>
                      <a:pt x="45166" y="47259"/>
                      <a:pt x="46544" y="223167"/>
                      <a:pt x="46544" y="223167"/>
                    </a:cubicBezTo>
                    <a:cubicBezTo>
                      <a:pt x="46254" y="235269"/>
                      <a:pt x="34266" y="245061"/>
                      <a:pt x="19225" y="245433"/>
                    </a:cubicBezTo>
                    <a:cubicBezTo>
                      <a:pt x="18322" y="245331"/>
                      <a:pt x="17410" y="245331"/>
                      <a:pt x="16489" y="245433"/>
                    </a:cubicBezTo>
                    <a:cubicBezTo>
                      <a:pt x="6630" y="246107"/>
                      <a:pt x="-753" y="253063"/>
                      <a:pt x="61" y="261003"/>
                    </a:cubicBezTo>
                    <a:lnTo>
                      <a:pt x="347" y="297441"/>
                    </a:lnTo>
                    <a:lnTo>
                      <a:pt x="20497" y="297339"/>
                    </a:lnTo>
                    <a:lnTo>
                      <a:pt x="20356" y="279354"/>
                    </a:lnTo>
                    <a:lnTo>
                      <a:pt x="36227" y="279252"/>
                    </a:lnTo>
                    <a:lnTo>
                      <a:pt x="36501" y="314259"/>
                    </a:lnTo>
                    <a:lnTo>
                      <a:pt x="128411" y="313790"/>
                    </a:lnTo>
                    <a:lnTo>
                      <a:pt x="128295" y="298971"/>
                    </a:lnTo>
                    <a:lnTo>
                      <a:pt x="229739" y="298451"/>
                    </a:lnTo>
                    <a:lnTo>
                      <a:pt x="229751" y="300042"/>
                    </a:lnTo>
                    <a:cubicBezTo>
                      <a:pt x="229774" y="303040"/>
                      <a:pt x="232840" y="305493"/>
                      <a:pt x="236564" y="305475"/>
                    </a:cubicBezTo>
                    <a:lnTo>
                      <a:pt x="261810" y="305342"/>
                    </a:lnTo>
                    <a:cubicBezTo>
                      <a:pt x="265533" y="305342"/>
                      <a:pt x="268560" y="302854"/>
                      <a:pt x="268537" y="299840"/>
                    </a:cubicBezTo>
                    <a:lnTo>
                      <a:pt x="268348" y="275707"/>
                    </a:lnTo>
                    <a:cubicBezTo>
                      <a:pt x="268324" y="272708"/>
                      <a:pt x="265258" y="270277"/>
                      <a:pt x="261535" y="270297"/>
                    </a:cubicBezTo>
                    <a:lnTo>
                      <a:pt x="236289" y="270429"/>
                    </a:lnTo>
                    <a:cubicBezTo>
                      <a:pt x="232566" y="270429"/>
                      <a:pt x="229538" y="272902"/>
                      <a:pt x="229562" y="275908"/>
                    </a:cubicBezTo>
                    <a:lnTo>
                      <a:pt x="229574" y="277521"/>
                    </a:lnTo>
                    <a:lnTo>
                      <a:pt x="128149" y="278031"/>
                    </a:lnTo>
                    <a:lnTo>
                      <a:pt x="128034" y="263371"/>
                    </a:lnTo>
                    <a:cubicBezTo>
                      <a:pt x="128011" y="260380"/>
                      <a:pt x="131038" y="257911"/>
                      <a:pt x="134752" y="257893"/>
                    </a:cubicBezTo>
                    <a:lnTo>
                      <a:pt x="317848" y="256964"/>
                    </a:lnTo>
                    <a:cubicBezTo>
                      <a:pt x="321562" y="256964"/>
                      <a:pt x="324637" y="259390"/>
                      <a:pt x="324660" y="262381"/>
                    </a:cubicBezTo>
                    <a:close/>
                    <a:moveTo>
                      <a:pt x="113541" y="100925"/>
                    </a:moveTo>
                    <a:cubicBezTo>
                      <a:pt x="109817" y="100925"/>
                      <a:pt x="106742" y="98506"/>
                      <a:pt x="106719" y="95507"/>
                    </a:cubicBezTo>
                    <a:lnTo>
                      <a:pt x="106209" y="30445"/>
                    </a:lnTo>
                    <a:cubicBezTo>
                      <a:pt x="106185" y="27446"/>
                      <a:pt x="109212" y="24977"/>
                      <a:pt x="112945" y="24958"/>
                    </a:cubicBezTo>
                    <a:lnTo>
                      <a:pt x="164434" y="24693"/>
                    </a:lnTo>
                    <a:cubicBezTo>
                      <a:pt x="168148" y="24693"/>
                      <a:pt x="171213" y="27113"/>
                      <a:pt x="171237" y="30112"/>
                    </a:cubicBezTo>
                    <a:lnTo>
                      <a:pt x="171746" y="95174"/>
                    </a:lnTo>
                    <a:cubicBezTo>
                      <a:pt x="171770" y="98173"/>
                      <a:pt x="168743" y="100641"/>
                      <a:pt x="165029" y="100660"/>
                    </a:cubicBezTo>
                    <a:lnTo>
                      <a:pt x="113540" y="100926"/>
                    </a:lnTo>
                    <a:close/>
                    <a:moveTo>
                      <a:pt x="114283" y="195717"/>
                    </a:moveTo>
                    <a:cubicBezTo>
                      <a:pt x="110560" y="195717"/>
                      <a:pt x="107485" y="193298"/>
                      <a:pt x="107461" y="190292"/>
                    </a:cubicBezTo>
                    <a:lnTo>
                      <a:pt x="106951" y="125222"/>
                    </a:lnTo>
                    <a:cubicBezTo>
                      <a:pt x="106928" y="122223"/>
                      <a:pt x="109955" y="119755"/>
                      <a:pt x="113688" y="119735"/>
                    </a:cubicBezTo>
                    <a:lnTo>
                      <a:pt x="165176" y="119470"/>
                    </a:lnTo>
                    <a:cubicBezTo>
                      <a:pt x="168890" y="119470"/>
                      <a:pt x="171956" y="121889"/>
                      <a:pt x="171979" y="124888"/>
                    </a:cubicBezTo>
                    <a:lnTo>
                      <a:pt x="172489" y="189958"/>
                    </a:lnTo>
                    <a:cubicBezTo>
                      <a:pt x="172513" y="192956"/>
                      <a:pt x="169486" y="195432"/>
                      <a:pt x="165772" y="195452"/>
                    </a:cubicBezTo>
                    <a:close/>
                  </a:path>
                </a:pathLst>
              </a:custGeom>
              <a:solidFill>
                <a:srgbClr val="D1D1D1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35" name="자유형: 도형 2234">
                <a:extLst>
                  <a:ext uri="{FF2B5EF4-FFF2-40B4-BE49-F238E27FC236}">
                    <a16:creationId xmlns:a16="http://schemas.microsoft.com/office/drawing/2014/main" id="{8E8FF3A9-BB70-4961-AF91-A57624C03638}"/>
                  </a:ext>
                </a:extLst>
              </p:cNvPr>
              <p:cNvSpPr/>
              <p:nvPr/>
            </p:nvSpPr>
            <p:spPr>
              <a:xfrm>
                <a:off x="6769321" y="5900665"/>
                <a:ext cx="114611" cy="25458"/>
              </a:xfrm>
              <a:custGeom>
                <a:avLst/>
                <a:gdLst>
                  <a:gd name="connsiteX0" fmla="*/ 165 w 114610"/>
                  <a:gd name="connsiteY0" fmla="*/ 28612 h 25457"/>
                  <a:gd name="connsiteX1" fmla="*/ 88361 w 114610"/>
                  <a:gd name="connsiteY1" fmla="*/ 28163 h 25457"/>
                  <a:gd name="connsiteX2" fmla="*/ 88373 w 114610"/>
                  <a:gd name="connsiteY2" fmla="*/ 29761 h 25457"/>
                  <a:gd name="connsiteX3" fmla="*/ 95186 w 114610"/>
                  <a:gd name="connsiteY3" fmla="*/ 35171 h 25457"/>
                  <a:gd name="connsiteX4" fmla="*/ 120431 w 114610"/>
                  <a:gd name="connsiteY4" fmla="*/ 35038 h 25457"/>
                  <a:gd name="connsiteX5" fmla="*/ 127158 w 114610"/>
                  <a:gd name="connsiteY5" fmla="*/ 29560 h 25457"/>
                  <a:gd name="connsiteX6" fmla="*/ 126969 w 114610"/>
                  <a:gd name="connsiteY6" fmla="*/ 5434 h 25457"/>
                  <a:gd name="connsiteX7" fmla="*/ 120156 w 114610"/>
                  <a:gd name="connsiteY7" fmla="*/ 0 h 25457"/>
                  <a:gd name="connsiteX8" fmla="*/ 94911 w 114610"/>
                  <a:gd name="connsiteY8" fmla="*/ 133 h 25457"/>
                  <a:gd name="connsiteX9" fmla="*/ 88184 w 114610"/>
                  <a:gd name="connsiteY9" fmla="*/ 5635 h 25457"/>
                  <a:gd name="connsiteX10" fmla="*/ 88196 w 114610"/>
                  <a:gd name="connsiteY10" fmla="*/ 7233 h 25457"/>
                  <a:gd name="connsiteX11" fmla="*/ 0 w 114610"/>
                  <a:gd name="connsiteY11" fmla="*/ 7682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14610" h="25457">
                    <a:moveTo>
                      <a:pt x="165" y="28612"/>
                    </a:moveTo>
                    <a:lnTo>
                      <a:pt x="88361" y="28163"/>
                    </a:lnTo>
                    <a:lnTo>
                      <a:pt x="88373" y="29761"/>
                    </a:lnTo>
                    <a:cubicBezTo>
                      <a:pt x="88397" y="32760"/>
                      <a:pt x="91462" y="35190"/>
                      <a:pt x="95186" y="35171"/>
                    </a:cubicBezTo>
                    <a:lnTo>
                      <a:pt x="120431" y="35038"/>
                    </a:lnTo>
                    <a:cubicBezTo>
                      <a:pt x="124154" y="35038"/>
                      <a:pt x="127182" y="32566"/>
                      <a:pt x="127158" y="29560"/>
                    </a:cubicBezTo>
                    <a:lnTo>
                      <a:pt x="126969" y="5434"/>
                    </a:lnTo>
                    <a:cubicBezTo>
                      <a:pt x="126946" y="2435"/>
                      <a:pt x="123880" y="-18"/>
                      <a:pt x="120156" y="0"/>
                    </a:cubicBezTo>
                    <a:lnTo>
                      <a:pt x="94911" y="133"/>
                    </a:lnTo>
                    <a:cubicBezTo>
                      <a:pt x="91187" y="133"/>
                      <a:pt x="88160" y="2621"/>
                      <a:pt x="88184" y="5635"/>
                    </a:cubicBezTo>
                    <a:lnTo>
                      <a:pt x="88196" y="7233"/>
                    </a:lnTo>
                    <a:lnTo>
                      <a:pt x="0" y="7682"/>
                    </a:lnTo>
                  </a:path>
                </a:pathLst>
              </a:custGeom>
              <a:solidFill>
                <a:srgbClr val="DADADA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36" name="자유형: 도형 2235">
                <a:extLst>
                  <a:ext uri="{FF2B5EF4-FFF2-40B4-BE49-F238E27FC236}">
                    <a16:creationId xmlns:a16="http://schemas.microsoft.com/office/drawing/2014/main" id="{61D7A0E6-7E6F-45EB-92AB-B99FF283508B}"/>
                  </a:ext>
                </a:extLst>
              </p:cNvPr>
              <p:cNvSpPr/>
              <p:nvPr/>
            </p:nvSpPr>
            <p:spPr>
              <a:xfrm>
                <a:off x="6822653" y="5900671"/>
                <a:ext cx="63673" cy="25458"/>
              </a:xfrm>
              <a:custGeom>
                <a:avLst/>
                <a:gdLst>
                  <a:gd name="connsiteX0" fmla="*/ 165 w 63672"/>
                  <a:gd name="connsiteY0" fmla="*/ 28335 h 25457"/>
                  <a:gd name="connsiteX1" fmla="*/ 35030 w 63672"/>
                  <a:gd name="connsiteY1" fmla="*/ 28162 h 25457"/>
                  <a:gd name="connsiteX2" fmla="*/ 35042 w 63672"/>
                  <a:gd name="connsiteY2" fmla="*/ 29760 h 25457"/>
                  <a:gd name="connsiteX3" fmla="*/ 41854 w 63672"/>
                  <a:gd name="connsiteY3" fmla="*/ 35170 h 25457"/>
                  <a:gd name="connsiteX4" fmla="*/ 67100 w 63672"/>
                  <a:gd name="connsiteY4" fmla="*/ 35037 h 25457"/>
                  <a:gd name="connsiteX5" fmla="*/ 73827 w 63672"/>
                  <a:gd name="connsiteY5" fmla="*/ 29559 h 25457"/>
                  <a:gd name="connsiteX6" fmla="*/ 73638 w 63672"/>
                  <a:gd name="connsiteY6" fmla="*/ 5433 h 25457"/>
                  <a:gd name="connsiteX7" fmla="*/ 66825 w 63672"/>
                  <a:gd name="connsiteY7" fmla="*/ 0 h 25457"/>
                  <a:gd name="connsiteX8" fmla="*/ 41579 w 63672"/>
                  <a:gd name="connsiteY8" fmla="*/ 133 h 25457"/>
                  <a:gd name="connsiteX9" fmla="*/ 34852 w 63672"/>
                  <a:gd name="connsiteY9" fmla="*/ 5635 h 25457"/>
                  <a:gd name="connsiteX10" fmla="*/ 34865 w 63672"/>
                  <a:gd name="connsiteY10" fmla="*/ 7233 h 25457"/>
                  <a:gd name="connsiteX11" fmla="*/ 0 w 63672"/>
                  <a:gd name="connsiteY11" fmla="*/ 7406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3672" h="25457">
                    <a:moveTo>
                      <a:pt x="165" y="28335"/>
                    </a:moveTo>
                    <a:lnTo>
                      <a:pt x="35030" y="28162"/>
                    </a:lnTo>
                    <a:lnTo>
                      <a:pt x="35042" y="29760"/>
                    </a:lnTo>
                    <a:cubicBezTo>
                      <a:pt x="35065" y="32759"/>
                      <a:pt x="38131" y="35189"/>
                      <a:pt x="41854" y="35170"/>
                    </a:cubicBezTo>
                    <a:lnTo>
                      <a:pt x="67100" y="35037"/>
                    </a:lnTo>
                    <a:cubicBezTo>
                      <a:pt x="70823" y="35037"/>
                      <a:pt x="73850" y="32565"/>
                      <a:pt x="73827" y="29559"/>
                    </a:cubicBezTo>
                    <a:lnTo>
                      <a:pt x="73638" y="5433"/>
                    </a:lnTo>
                    <a:cubicBezTo>
                      <a:pt x="73614" y="2434"/>
                      <a:pt x="70549" y="-19"/>
                      <a:pt x="66825" y="0"/>
                    </a:cubicBezTo>
                    <a:lnTo>
                      <a:pt x="41579" y="133"/>
                    </a:lnTo>
                    <a:cubicBezTo>
                      <a:pt x="37856" y="133"/>
                      <a:pt x="34829" y="2621"/>
                      <a:pt x="34852" y="5635"/>
                    </a:cubicBezTo>
                    <a:lnTo>
                      <a:pt x="34865" y="7233"/>
                    </a:lnTo>
                    <a:lnTo>
                      <a:pt x="0" y="7406"/>
                    </a:lnTo>
                  </a:path>
                </a:pathLst>
              </a:custGeom>
              <a:solidFill>
                <a:srgbClr val="E3E3E3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37" name="자유형: 도형 2236">
                <a:extLst>
                  <a:ext uri="{FF2B5EF4-FFF2-40B4-BE49-F238E27FC236}">
                    <a16:creationId xmlns:a16="http://schemas.microsoft.com/office/drawing/2014/main" id="{FB89AEBF-9D76-4067-9C9C-343C359FFDB1}"/>
                  </a:ext>
                </a:extLst>
              </p:cNvPr>
              <p:cNvSpPr/>
              <p:nvPr/>
            </p:nvSpPr>
            <p:spPr>
              <a:xfrm>
                <a:off x="6618859" y="5927773"/>
                <a:ext cx="12735" cy="12729"/>
              </a:xfrm>
              <a:custGeom>
                <a:avLst/>
                <a:gdLst>
                  <a:gd name="connsiteX0" fmla="*/ 13041 w 12734"/>
                  <a:gd name="connsiteY0" fmla="*/ 0 h 12728"/>
                  <a:gd name="connsiteX1" fmla="*/ 13175 w 12734"/>
                  <a:gd name="connsiteY1" fmla="*/ 17008 h 12728"/>
                  <a:gd name="connsiteX2" fmla="*/ 133 w 12734"/>
                  <a:gd name="connsiteY2" fmla="*/ 17074 h 12728"/>
                  <a:gd name="connsiteX3" fmla="*/ 0 w 12734"/>
                  <a:gd name="connsiteY3" fmla="*/ 66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13041" y="0"/>
                    </a:moveTo>
                    <a:lnTo>
                      <a:pt x="13175" y="17008"/>
                    </a:lnTo>
                    <a:lnTo>
                      <a:pt x="133" y="17074"/>
                    </a:lnTo>
                    <a:lnTo>
                      <a:pt x="0" y="66"/>
                    </a:lnTo>
                    <a:close/>
                  </a:path>
                </a:pathLst>
              </a:custGeom>
              <a:solidFill>
                <a:srgbClr val="AF7418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38" name="자유형: 도형 2237">
                <a:extLst>
                  <a:ext uri="{FF2B5EF4-FFF2-40B4-BE49-F238E27FC236}">
                    <a16:creationId xmlns:a16="http://schemas.microsoft.com/office/drawing/2014/main" id="{1BEB230D-1316-414E-B2F2-E3AECDCC3927}"/>
                  </a:ext>
                </a:extLst>
              </p:cNvPr>
              <p:cNvSpPr/>
              <p:nvPr/>
            </p:nvSpPr>
            <p:spPr>
              <a:xfrm>
                <a:off x="6620260" y="5927730"/>
                <a:ext cx="12735" cy="12729"/>
              </a:xfrm>
              <a:custGeom>
                <a:avLst/>
                <a:gdLst>
                  <a:gd name="connsiteX0" fmla="*/ 20131 w 12734"/>
                  <a:gd name="connsiteY0" fmla="*/ 0 h 12728"/>
                  <a:gd name="connsiteX1" fmla="*/ 20264 w 12734"/>
                  <a:gd name="connsiteY1" fmla="*/ 17008 h 12728"/>
                  <a:gd name="connsiteX2" fmla="*/ 133 w 12734"/>
                  <a:gd name="connsiteY2" fmla="*/ 17110 h 12728"/>
                  <a:gd name="connsiteX3" fmla="*/ 0 w 12734"/>
                  <a:gd name="connsiteY3" fmla="*/ 102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20131" y="0"/>
                    </a:moveTo>
                    <a:lnTo>
                      <a:pt x="20264" y="17008"/>
                    </a:lnTo>
                    <a:lnTo>
                      <a:pt x="133" y="17110"/>
                    </a:lnTo>
                    <a:lnTo>
                      <a:pt x="0" y="102"/>
                    </a:lnTo>
                    <a:close/>
                  </a:path>
                </a:pathLst>
              </a:custGeom>
              <a:solidFill>
                <a:srgbClr val="F7BD13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39" name="자유형: 도형 2238">
                <a:extLst>
                  <a:ext uri="{FF2B5EF4-FFF2-40B4-BE49-F238E27FC236}">
                    <a16:creationId xmlns:a16="http://schemas.microsoft.com/office/drawing/2014/main" id="{9F3A6FC6-D49D-44A5-8CAE-9BB3420A166C}"/>
                  </a:ext>
                </a:extLst>
              </p:cNvPr>
              <p:cNvSpPr/>
              <p:nvPr/>
            </p:nvSpPr>
            <p:spPr>
              <a:xfrm>
                <a:off x="8188262" y="5611224"/>
                <a:ext cx="165549" cy="216391"/>
              </a:xfrm>
              <a:custGeom>
                <a:avLst/>
                <a:gdLst>
                  <a:gd name="connsiteX0" fmla="*/ 159960 w 165548"/>
                  <a:gd name="connsiteY0" fmla="*/ 103949 h 216390"/>
                  <a:gd name="connsiteX1" fmla="*/ 158375 w 165548"/>
                  <a:gd name="connsiteY1" fmla="*/ 101075 h 216390"/>
                  <a:gd name="connsiteX2" fmla="*/ 138382 w 165548"/>
                  <a:gd name="connsiteY2" fmla="*/ 65449 h 216390"/>
                  <a:gd name="connsiteX3" fmla="*/ 145949 w 165548"/>
                  <a:gd name="connsiteY3" fmla="*/ 59544 h 216390"/>
                  <a:gd name="connsiteX4" fmla="*/ 153294 w 165548"/>
                  <a:gd name="connsiteY4" fmla="*/ 52484 h 216390"/>
                  <a:gd name="connsiteX5" fmla="*/ 159167 w 165548"/>
                  <a:gd name="connsiteY5" fmla="*/ 43701 h 216390"/>
                  <a:gd name="connsiteX6" fmla="*/ 162672 w 165548"/>
                  <a:gd name="connsiteY6" fmla="*/ 35607 h 216390"/>
                  <a:gd name="connsiteX7" fmla="*/ 165154 w 165548"/>
                  <a:gd name="connsiteY7" fmla="*/ 26919 h 216390"/>
                  <a:gd name="connsiteX8" fmla="*/ 165612 w 165548"/>
                  <a:gd name="connsiteY8" fmla="*/ 17550 h 216390"/>
                  <a:gd name="connsiteX9" fmla="*/ 158504 w 165548"/>
                  <a:gd name="connsiteY9" fmla="*/ 8060 h 216390"/>
                  <a:gd name="connsiteX10" fmla="*/ 148101 w 165548"/>
                  <a:gd name="connsiteY10" fmla="*/ 4586 h 216390"/>
                  <a:gd name="connsiteX11" fmla="*/ 140983 w 165548"/>
                  <a:gd name="connsiteY11" fmla="*/ 2503 h 216390"/>
                  <a:gd name="connsiteX12" fmla="*/ 131392 w 165548"/>
                  <a:gd name="connsiteY12" fmla="*/ 1585 h 216390"/>
                  <a:gd name="connsiteX13" fmla="*/ 121684 w 165548"/>
                  <a:gd name="connsiteY13" fmla="*/ 1922 h 216390"/>
                  <a:gd name="connsiteX14" fmla="*/ 113320 w 165548"/>
                  <a:gd name="connsiteY14" fmla="*/ 3434 h 216390"/>
                  <a:gd name="connsiteX15" fmla="*/ 103871 w 165548"/>
                  <a:gd name="connsiteY15" fmla="*/ 7426 h 216390"/>
                  <a:gd name="connsiteX16" fmla="*/ 100899 w 165548"/>
                  <a:gd name="connsiteY16" fmla="*/ 7324 h 216390"/>
                  <a:gd name="connsiteX17" fmla="*/ 87525 w 165548"/>
                  <a:gd name="connsiteY17" fmla="*/ 27042 h 216390"/>
                  <a:gd name="connsiteX18" fmla="*/ 74146 w 165548"/>
                  <a:gd name="connsiteY18" fmla="*/ 7324 h 216390"/>
                  <a:gd name="connsiteX19" fmla="*/ 71198 w 165548"/>
                  <a:gd name="connsiteY19" fmla="*/ 7426 h 216390"/>
                  <a:gd name="connsiteX20" fmla="*/ 61734 w 165548"/>
                  <a:gd name="connsiteY20" fmla="*/ 3434 h 216390"/>
                  <a:gd name="connsiteX21" fmla="*/ 53380 w 165548"/>
                  <a:gd name="connsiteY21" fmla="*/ 1922 h 216390"/>
                  <a:gd name="connsiteX22" fmla="*/ 47384 w 165548"/>
                  <a:gd name="connsiteY22" fmla="*/ 3 h 216390"/>
                  <a:gd name="connsiteX23" fmla="*/ 43657 w 165548"/>
                  <a:gd name="connsiteY23" fmla="*/ 1584 h 216390"/>
                  <a:gd name="connsiteX24" fmla="*/ 34062 w 165548"/>
                  <a:gd name="connsiteY24" fmla="*/ 2502 h 216390"/>
                  <a:gd name="connsiteX25" fmla="*/ 26938 w 165548"/>
                  <a:gd name="connsiteY25" fmla="*/ 4585 h 216390"/>
                  <a:gd name="connsiteX26" fmla="*/ 16546 w 165548"/>
                  <a:gd name="connsiteY26" fmla="*/ 8059 h 216390"/>
                  <a:gd name="connsiteX27" fmla="*/ 9413 w 165548"/>
                  <a:gd name="connsiteY27" fmla="*/ 17549 h 216390"/>
                  <a:gd name="connsiteX28" fmla="*/ 9872 w 165548"/>
                  <a:gd name="connsiteY28" fmla="*/ 26918 h 216390"/>
                  <a:gd name="connsiteX29" fmla="*/ 12363 w 165548"/>
                  <a:gd name="connsiteY29" fmla="*/ 35606 h 216390"/>
                  <a:gd name="connsiteX30" fmla="*/ 15878 w 165548"/>
                  <a:gd name="connsiteY30" fmla="*/ 43700 h 216390"/>
                  <a:gd name="connsiteX31" fmla="*/ 21741 w 165548"/>
                  <a:gd name="connsiteY31" fmla="*/ 52483 h 216390"/>
                  <a:gd name="connsiteX32" fmla="*/ 29096 w 165548"/>
                  <a:gd name="connsiteY32" fmla="*/ 59543 h 216390"/>
                  <a:gd name="connsiteX33" fmla="*/ 36639 w 165548"/>
                  <a:gd name="connsiteY33" fmla="*/ 65448 h 216390"/>
                  <a:gd name="connsiteX34" fmla="*/ 16675 w 165548"/>
                  <a:gd name="connsiteY34" fmla="*/ 101074 h 216390"/>
                  <a:gd name="connsiteX35" fmla="*/ 15090 w 165548"/>
                  <a:gd name="connsiteY35" fmla="*/ 103948 h 216390"/>
                  <a:gd name="connsiteX36" fmla="*/ 8981 w 165548"/>
                  <a:gd name="connsiteY36" fmla="*/ 156588 h 216390"/>
                  <a:gd name="connsiteX37" fmla="*/ 13731 w 165548"/>
                  <a:gd name="connsiteY37" fmla="*/ 172441 h 216390"/>
                  <a:gd name="connsiteX38" fmla="*/ 37219 w 165548"/>
                  <a:gd name="connsiteY38" fmla="*/ 203191 h 216390"/>
                  <a:gd name="connsiteX39" fmla="*/ 59679 w 165548"/>
                  <a:gd name="connsiteY39" fmla="*/ 216252 h 216390"/>
                  <a:gd name="connsiteX40" fmla="*/ 87300 w 165548"/>
                  <a:gd name="connsiteY40" fmla="*/ 228960 h 216390"/>
                  <a:gd name="connsiteX41" fmla="*/ 87716 w 165548"/>
                  <a:gd name="connsiteY41" fmla="*/ 228960 h 216390"/>
                  <a:gd name="connsiteX42" fmla="*/ 115336 w 165548"/>
                  <a:gd name="connsiteY42" fmla="*/ 216252 h 216390"/>
                  <a:gd name="connsiteX43" fmla="*/ 137811 w 165548"/>
                  <a:gd name="connsiteY43" fmla="*/ 203191 h 216390"/>
                  <a:gd name="connsiteX44" fmla="*/ 161303 w 165548"/>
                  <a:gd name="connsiteY44" fmla="*/ 172441 h 216390"/>
                  <a:gd name="connsiteX45" fmla="*/ 166040 w 165548"/>
                  <a:gd name="connsiteY45" fmla="*/ 156588 h 216390"/>
                  <a:gd name="connsiteX46" fmla="*/ 159964 w 165548"/>
                  <a:gd name="connsiteY46" fmla="*/ 103948 h 216390"/>
                  <a:gd name="connsiteX47" fmla="*/ 148756 w 165548"/>
                  <a:gd name="connsiteY47" fmla="*/ 100403 h 216390"/>
                  <a:gd name="connsiteX48" fmla="*/ 113479 w 165548"/>
                  <a:gd name="connsiteY48" fmla="*/ 70063 h 216390"/>
                  <a:gd name="connsiteX49" fmla="*/ 148756 w 165548"/>
                  <a:gd name="connsiteY49" fmla="*/ 100403 h 216390"/>
                  <a:gd name="connsiteX50" fmla="*/ 131434 w 165548"/>
                  <a:gd name="connsiteY50" fmla="*/ 142030 h 216390"/>
                  <a:gd name="connsiteX51" fmla="*/ 97534 w 165548"/>
                  <a:gd name="connsiteY51" fmla="*/ 131849 h 216390"/>
                  <a:gd name="connsiteX52" fmla="*/ 101775 w 165548"/>
                  <a:gd name="connsiteY52" fmla="*/ 96069 h 216390"/>
                  <a:gd name="connsiteX53" fmla="*/ 135679 w 165548"/>
                  <a:gd name="connsiteY53" fmla="*/ 106249 h 216390"/>
                  <a:gd name="connsiteX54" fmla="*/ 131434 w 165548"/>
                  <a:gd name="connsiteY54" fmla="*/ 142030 h 216390"/>
                  <a:gd name="connsiteX55" fmla="*/ 102818 w 165548"/>
                  <a:gd name="connsiteY55" fmla="*/ 13100 h 216390"/>
                  <a:gd name="connsiteX56" fmla="*/ 104049 w 165548"/>
                  <a:gd name="connsiteY56" fmla="*/ 16516 h 216390"/>
                  <a:gd name="connsiteX57" fmla="*/ 111286 w 165548"/>
                  <a:gd name="connsiteY57" fmla="*/ 8761 h 216390"/>
                  <a:gd name="connsiteX58" fmla="*/ 112351 w 165548"/>
                  <a:gd name="connsiteY58" fmla="*/ 12979 h 216390"/>
                  <a:gd name="connsiteX59" fmla="*/ 119022 w 165548"/>
                  <a:gd name="connsiteY59" fmla="*/ 7036 h 216390"/>
                  <a:gd name="connsiteX60" fmla="*/ 119531 w 165548"/>
                  <a:gd name="connsiteY60" fmla="*/ 11312 h 216390"/>
                  <a:gd name="connsiteX61" fmla="*/ 127877 w 165548"/>
                  <a:gd name="connsiteY61" fmla="*/ 5818 h 216390"/>
                  <a:gd name="connsiteX62" fmla="*/ 126872 w 165548"/>
                  <a:gd name="connsiteY62" fmla="*/ 10211 h 216390"/>
                  <a:gd name="connsiteX63" fmla="*/ 136803 w 165548"/>
                  <a:gd name="connsiteY63" fmla="*/ 6215 h 216390"/>
                  <a:gd name="connsiteX64" fmla="*/ 134600 w 165548"/>
                  <a:gd name="connsiteY64" fmla="*/ 10437 h 216390"/>
                  <a:gd name="connsiteX65" fmla="*/ 144086 w 165548"/>
                  <a:gd name="connsiteY65" fmla="*/ 8022 h 216390"/>
                  <a:gd name="connsiteX66" fmla="*/ 142369 w 165548"/>
                  <a:gd name="connsiteY66" fmla="*/ 11946 h 216390"/>
                  <a:gd name="connsiteX67" fmla="*/ 153724 w 165548"/>
                  <a:gd name="connsiteY67" fmla="*/ 10781 h 216390"/>
                  <a:gd name="connsiteX68" fmla="*/ 151130 w 165548"/>
                  <a:gd name="connsiteY68" fmla="*/ 13506 h 216390"/>
                  <a:gd name="connsiteX69" fmla="*/ 161404 w 165548"/>
                  <a:gd name="connsiteY69" fmla="*/ 13843 h 216390"/>
                  <a:gd name="connsiteX70" fmla="*/ 157394 w 165548"/>
                  <a:gd name="connsiteY70" fmla="*/ 21999 h 216390"/>
                  <a:gd name="connsiteX71" fmla="*/ 161852 w 165548"/>
                  <a:gd name="connsiteY71" fmla="*/ 21999 h 216390"/>
                  <a:gd name="connsiteX72" fmla="*/ 155526 w 165548"/>
                  <a:gd name="connsiteY72" fmla="*/ 29401 h 216390"/>
                  <a:gd name="connsiteX73" fmla="*/ 160328 w 165548"/>
                  <a:gd name="connsiteY73" fmla="*/ 29503 h 216390"/>
                  <a:gd name="connsiteX74" fmla="*/ 153441 w 165548"/>
                  <a:gd name="connsiteY74" fmla="*/ 37258 h 216390"/>
                  <a:gd name="connsiteX75" fmla="*/ 157621 w 165548"/>
                  <a:gd name="connsiteY75" fmla="*/ 37666 h 216390"/>
                  <a:gd name="connsiteX76" fmla="*/ 149554 w 165548"/>
                  <a:gd name="connsiteY76" fmla="*/ 44367 h 216390"/>
                  <a:gd name="connsiteX77" fmla="*/ 153851 w 165548"/>
                  <a:gd name="connsiteY77" fmla="*/ 45061 h 216390"/>
                  <a:gd name="connsiteX78" fmla="*/ 143794 w 165548"/>
                  <a:gd name="connsiteY78" fmla="*/ 51425 h 216390"/>
                  <a:gd name="connsiteX79" fmla="*/ 148082 w 165548"/>
                  <a:gd name="connsiteY79" fmla="*/ 52353 h 216390"/>
                  <a:gd name="connsiteX80" fmla="*/ 137572 w 165548"/>
                  <a:gd name="connsiteY80" fmla="*/ 56808 h 216390"/>
                  <a:gd name="connsiteX81" fmla="*/ 140624 w 165548"/>
                  <a:gd name="connsiteY81" fmla="*/ 58669 h 216390"/>
                  <a:gd name="connsiteX82" fmla="*/ 128991 w 165548"/>
                  <a:gd name="connsiteY82" fmla="*/ 61152 h 216390"/>
                  <a:gd name="connsiteX83" fmla="*/ 131863 w 165548"/>
                  <a:gd name="connsiteY83" fmla="*/ 63747 h 216390"/>
                  <a:gd name="connsiteX84" fmla="*/ 103743 w 165548"/>
                  <a:gd name="connsiteY84" fmla="*/ 49295 h 216390"/>
                  <a:gd name="connsiteX85" fmla="*/ 144063 w 165548"/>
                  <a:gd name="connsiteY85" fmla="*/ 21294 h 216390"/>
                  <a:gd name="connsiteX86" fmla="*/ 100205 w 165548"/>
                  <a:gd name="connsiteY86" fmla="*/ 45246 h 216390"/>
                  <a:gd name="connsiteX87" fmla="*/ 102818 w 165548"/>
                  <a:gd name="connsiteY87" fmla="*/ 13142 h 216390"/>
                  <a:gd name="connsiteX88" fmla="*/ 110658 w 165548"/>
                  <a:gd name="connsiteY88" fmla="*/ 79863 h 216390"/>
                  <a:gd name="connsiteX89" fmla="*/ 87538 w 165548"/>
                  <a:gd name="connsiteY89" fmla="*/ 91894 h 216390"/>
                  <a:gd name="connsiteX90" fmla="*/ 64474 w 165548"/>
                  <a:gd name="connsiteY90" fmla="*/ 78573 h 216390"/>
                  <a:gd name="connsiteX91" fmla="*/ 87448 w 165548"/>
                  <a:gd name="connsiteY91" fmla="*/ 64328 h 216390"/>
                  <a:gd name="connsiteX92" fmla="*/ 110658 w 165548"/>
                  <a:gd name="connsiteY92" fmla="*/ 79863 h 216390"/>
                  <a:gd name="connsiteX93" fmla="*/ 34891 w 165548"/>
                  <a:gd name="connsiteY93" fmla="*/ 58617 h 216390"/>
                  <a:gd name="connsiteX94" fmla="*/ 37934 w 165548"/>
                  <a:gd name="connsiteY94" fmla="*/ 56756 h 216390"/>
                  <a:gd name="connsiteX95" fmla="*/ 27428 w 165548"/>
                  <a:gd name="connsiteY95" fmla="*/ 52301 h 216390"/>
                  <a:gd name="connsiteX96" fmla="*/ 31721 w 165548"/>
                  <a:gd name="connsiteY96" fmla="*/ 51373 h 216390"/>
                  <a:gd name="connsiteX97" fmla="*/ 21668 w 165548"/>
                  <a:gd name="connsiteY97" fmla="*/ 45009 h 216390"/>
                  <a:gd name="connsiteX98" fmla="*/ 25966 w 165548"/>
                  <a:gd name="connsiteY98" fmla="*/ 44315 h 216390"/>
                  <a:gd name="connsiteX99" fmla="*/ 17889 w 165548"/>
                  <a:gd name="connsiteY99" fmla="*/ 37613 h 216390"/>
                  <a:gd name="connsiteX100" fmla="*/ 22064 w 165548"/>
                  <a:gd name="connsiteY100" fmla="*/ 37205 h 216390"/>
                  <a:gd name="connsiteX101" fmla="*/ 15182 w 165548"/>
                  <a:gd name="connsiteY101" fmla="*/ 29450 h 216390"/>
                  <a:gd name="connsiteX102" fmla="*/ 19974 w 165548"/>
                  <a:gd name="connsiteY102" fmla="*/ 29348 h 216390"/>
                  <a:gd name="connsiteX103" fmla="*/ 13658 w 165548"/>
                  <a:gd name="connsiteY103" fmla="*/ 21945 h 216390"/>
                  <a:gd name="connsiteX104" fmla="*/ 18121 w 165548"/>
                  <a:gd name="connsiteY104" fmla="*/ 21945 h 216390"/>
                  <a:gd name="connsiteX105" fmla="*/ 14111 w 165548"/>
                  <a:gd name="connsiteY105" fmla="*/ 13788 h 216390"/>
                  <a:gd name="connsiteX106" fmla="*/ 24390 w 165548"/>
                  <a:gd name="connsiteY106" fmla="*/ 13452 h 216390"/>
                  <a:gd name="connsiteX107" fmla="*/ 21791 w 165548"/>
                  <a:gd name="connsiteY107" fmla="*/ 10726 h 216390"/>
                  <a:gd name="connsiteX108" fmla="*/ 33131 w 165548"/>
                  <a:gd name="connsiteY108" fmla="*/ 11890 h 216390"/>
                  <a:gd name="connsiteX109" fmla="*/ 31443 w 165548"/>
                  <a:gd name="connsiteY109" fmla="*/ 7967 h 216390"/>
                  <a:gd name="connsiteX110" fmla="*/ 40929 w 165548"/>
                  <a:gd name="connsiteY110" fmla="*/ 10383 h 216390"/>
                  <a:gd name="connsiteX111" fmla="*/ 38722 w 165548"/>
                  <a:gd name="connsiteY111" fmla="*/ 6160 h 216390"/>
                  <a:gd name="connsiteX112" fmla="*/ 48661 w 165548"/>
                  <a:gd name="connsiteY112" fmla="*/ 10156 h 216390"/>
                  <a:gd name="connsiteX113" fmla="*/ 47647 w 165548"/>
                  <a:gd name="connsiteY113" fmla="*/ 5764 h 216390"/>
                  <a:gd name="connsiteX114" fmla="*/ 55991 w 165548"/>
                  <a:gd name="connsiteY114" fmla="*/ 11258 h 216390"/>
                  <a:gd name="connsiteX115" fmla="*/ 56501 w 165548"/>
                  <a:gd name="connsiteY115" fmla="*/ 6981 h 216390"/>
                  <a:gd name="connsiteX116" fmla="*/ 63167 w 165548"/>
                  <a:gd name="connsiteY116" fmla="*/ 12925 h 216390"/>
                  <a:gd name="connsiteX117" fmla="*/ 64247 w 165548"/>
                  <a:gd name="connsiteY117" fmla="*/ 8707 h 216390"/>
                  <a:gd name="connsiteX118" fmla="*/ 71474 w 165548"/>
                  <a:gd name="connsiteY118" fmla="*/ 16462 h 216390"/>
                  <a:gd name="connsiteX119" fmla="*/ 72721 w 165548"/>
                  <a:gd name="connsiteY119" fmla="*/ 13046 h 216390"/>
                  <a:gd name="connsiteX120" fmla="*/ 75320 w 165548"/>
                  <a:gd name="connsiteY120" fmla="*/ 45139 h 216390"/>
                  <a:gd name="connsiteX121" fmla="*/ 31471 w 165548"/>
                  <a:gd name="connsiteY121" fmla="*/ 21188 h 216390"/>
                  <a:gd name="connsiteX122" fmla="*/ 71782 w 165548"/>
                  <a:gd name="connsiteY122" fmla="*/ 49188 h 216390"/>
                  <a:gd name="connsiteX123" fmla="*/ 43652 w 165548"/>
                  <a:gd name="connsiteY123" fmla="*/ 63640 h 216390"/>
                  <a:gd name="connsiteX124" fmla="*/ 46525 w 165548"/>
                  <a:gd name="connsiteY124" fmla="*/ 61046 h 216390"/>
                  <a:gd name="connsiteX125" fmla="*/ 34891 w 165548"/>
                  <a:gd name="connsiteY125" fmla="*/ 58572 h 216390"/>
                  <a:gd name="connsiteX126" fmla="*/ 59257 w 165548"/>
                  <a:gd name="connsiteY126" fmla="*/ 69412 h 216390"/>
                  <a:gd name="connsiteX127" fmla="*/ 23966 w 165548"/>
                  <a:gd name="connsiteY127" fmla="*/ 99756 h 216390"/>
                  <a:gd name="connsiteX128" fmla="*/ 59257 w 165548"/>
                  <a:gd name="connsiteY128" fmla="*/ 69412 h 216390"/>
                  <a:gd name="connsiteX129" fmla="*/ 15281 w 165548"/>
                  <a:gd name="connsiteY129" fmla="*/ 152878 h 216390"/>
                  <a:gd name="connsiteX130" fmla="*/ 20701 w 165548"/>
                  <a:gd name="connsiteY130" fmla="*/ 108917 h 216390"/>
                  <a:gd name="connsiteX131" fmla="*/ 15281 w 165548"/>
                  <a:gd name="connsiteY131" fmla="*/ 152878 h 216390"/>
                  <a:gd name="connsiteX132" fmla="*/ 54973 w 165548"/>
                  <a:gd name="connsiteY132" fmla="*/ 196833 h 216390"/>
                  <a:gd name="connsiteX133" fmla="*/ 25381 w 165548"/>
                  <a:gd name="connsiteY133" fmla="*/ 184329 h 216390"/>
                  <a:gd name="connsiteX134" fmla="*/ 24244 w 165548"/>
                  <a:gd name="connsiteY134" fmla="*/ 155994 h 216390"/>
                  <a:gd name="connsiteX135" fmla="*/ 50444 w 165548"/>
                  <a:gd name="connsiteY135" fmla="*/ 167436 h 216390"/>
                  <a:gd name="connsiteX136" fmla="*/ 54973 w 165548"/>
                  <a:gd name="connsiteY136" fmla="*/ 196833 h 216390"/>
                  <a:gd name="connsiteX137" fmla="*/ 43765 w 165548"/>
                  <a:gd name="connsiteY137" fmla="*/ 143383 h 216390"/>
                  <a:gd name="connsiteX138" fmla="*/ 43650 w 165548"/>
                  <a:gd name="connsiteY138" fmla="*/ 143281 h 216390"/>
                  <a:gd name="connsiteX139" fmla="*/ 39494 w 165548"/>
                  <a:gd name="connsiteY139" fmla="*/ 107482 h 216390"/>
                  <a:gd name="connsiteX140" fmla="*/ 73333 w 165548"/>
                  <a:gd name="connsiteY140" fmla="*/ 97325 h 216390"/>
                  <a:gd name="connsiteX141" fmla="*/ 77654 w 165548"/>
                  <a:gd name="connsiteY141" fmla="*/ 133076 h 216390"/>
                  <a:gd name="connsiteX142" fmla="*/ 43754 w 165548"/>
                  <a:gd name="connsiteY142" fmla="*/ 143359 h 216390"/>
                  <a:gd name="connsiteX143" fmla="*/ 87467 w 165548"/>
                  <a:gd name="connsiteY143" fmla="*/ 221835 h 216390"/>
                  <a:gd name="connsiteX144" fmla="*/ 62620 w 165548"/>
                  <a:gd name="connsiteY144" fmla="*/ 207358 h 216390"/>
                  <a:gd name="connsiteX145" fmla="*/ 88156 w 165548"/>
                  <a:gd name="connsiteY145" fmla="*/ 197525 h 216390"/>
                  <a:gd name="connsiteX146" fmla="*/ 112097 w 165548"/>
                  <a:gd name="connsiteY146" fmla="*/ 205971 h 216390"/>
                  <a:gd name="connsiteX147" fmla="*/ 87467 w 165548"/>
                  <a:gd name="connsiteY147" fmla="*/ 221835 h 216390"/>
                  <a:gd name="connsiteX148" fmla="*/ 113469 w 165548"/>
                  <a:gd name="connsiteY148" fmla="*/ 165924 h 216390"/>
                  <a:gd name="connsiteX149" fmla="*/ 87986 w 165548"/>
                  <a:gd name="connsiteY149" fmla="*/ 189885 h 216390"/>
                  <a:gd name="connsiteX150" fmla="*/ 62616 w 165548"/>
                  <a:gd name="connsiteY150" fmla="*/ 165924 h 216390"/>
                  <a:gd name="connsiteX151" fmla="*/ 87986 w 165548"/>
                  <a:gd name="connsiteY151" fmla="*/ 141885 h 216390"/>
                  <a:gd name="connsiteX152" fmla="*/ 113469 w 165548"/>
                  <a:gd name="connsiteY152" fmla="*/ 165851 h 216390"/>
                  <a:gd name="connsiteX153" fmla="*/ 113469 w 165548"/>
                  <a:gd name="connsiteY153" fmla="*/ 165953 h 216390"/>
                  <a:gd name="connsiteX154" fmla="*/ 149015 w 165548"/>
                  <a:gd name="connsiteY154" fmla="*/ 185034 h 216390"/>
                  <a:gd name="connsiteX155" fmla="*/ 117932 w 165548"/>
                  <a:gd name="connsiteY155" fmla="*/ 196800 h 216390"/>
                  <a:gd name="connsiteX156" fmla="*/ 124428 w 165548"/>
                  <a:gd name="connsiteY156" fmla="*/ 164610 h 216390"/>
                  <a:gd name="connsiteX157" fmla="*/ 149751 w 165548"/>
                  <a:gd name="connsiteY157" fmla="*/ 152724 h 216390"/>
                  <a:gd name="connsiteX158" fmla="*/ 149016 w 165548"/>
                  <a:gd name="connsiteY158" fmla="*/ 185034 h 216390"/>
                  <a:gd name="connsiteX159" fmla="*/ 157530 w 165548"/>
                  <a:gd name="connsiteY159" fmla="*/ 152226 h 216390"/>
                  <a:gd name="connsiteX160" fmla="*/ 152115 w 165548"/>
                  <a:gd name="connsiteY160" fmla="*/ 108260 h 216390"/>
                  <a:gd name="connsiteX161" fmla="*/ 157530 w 165548"/>
                  <a:gd name="connsiteY161" fmla="*/ 152226 h 216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</a:cxnLst>
                <a:rect l="l" t="t" r="r" b="b"/>
                <a:pathLst>
                  <a:path w="165548" h="216390">
                    <a:moveTo>
                      <a:pt x="159960" y="103949"/>
                    </a:moveTo>
                    <a:lnTo>
                      <a:pt x="158375" y="101075"/>
                    </a:lnTo>
                    <a:cubicBezTo>
                      <a:pt x="158456" y="80331"/>
                      <a:pt x="149171" y="71870"/>
                      <a:pt x="138382" y="65449"/>
                    </a:cubicBezTo>
                    <a:cubicBezTo>
                      <a:pt x="141670" y="64551"/>
                      <a:pt x="145015" y="63811"/>
                      <a:pt x="145949" y="59544"/>
                    </a:cubicBezTo>
                    <a:cubicBezTo>
                      <a:pt x="151549" y="58051"/>
                      <a:pt x="152728" y="55350"/>
                      <a:pt x="153294" y="52484"/>
                    </a:cubicBezTo>
                    <a:cubicBezTo>
                      <a:pt x="154756" y="51474"/>
                      <a:pt x="159677" y="48610"/>
                      <a:pt x="159167" y="43701"/>
                    </a:cubicBezTo>
                    <a:cubicBezTo>
                      <a:pt x="161913" y="41729"/>
                      <a:pt x="163441" y="39187"/>
                      <a:pt x="162672" y="35607"/>
                    </a:cubicBezTo>
                    <a:cubicBezTo>
                      <a:pt x="165625" y="32254"/>
                      <a:pt x="166404" y="29475"/>
                      <a:pt x="165154" y="26919"/>
                    </a:cubicBezTo>
                    <a:cubicBezTo>
                      <a:pt x="168715" y="22333"/>
                      <a:pt x="167140" y="19957"/>
                      <a:pt x="165612" y="17550"/>
                    </a:cubicBezTo>
                    <a:cubicBezTo>
                      <a:pt x="168264" y="12525"/>
                      <a:pt x="165939" y="7161"/>
                      <a:pt x="158504" y="8060"/>
                    </a:cubicBezTo>
                    <a:cubicBezTo>
                      <a:pt x="155541" y="3547"/>
                      <a:pt x="149111" y="4576"/>
                      <a:pt x="148101" y="4586"/>
                    </a:cubicBezTo>
                    <a:cubicBezTo>
                      <a:pt x="146988" y="3141"/>
                      <a:pt x="145516" y="1894"/>
                      <a:pt x="140983" y="2503"/>
                    </a:cubicBezTo>
                    <a:cubicBezTo>
                      <a:pt x="138053" y="-217"/>
                      <a:pt x="134765" y="247"/>
                      <a:pt x="131392" y="1585"/>
                    </a:cubicBezTo>
                    <a:cubicBezTo>
                      <a:pt x="127363" y="-1653"/>
                      <a:pt x="124708" y="942"/>
                      <a:pt x="121684" y="1922"/>
                    </a:cubicBezTo>
                    <a:cubicBezTo>
                      <a:pt x="116810" y="298"/>
                      <a:pt x="115716" y="2524"/>
                      <a:pt x="113320" y="3434"/>
                    </a:cubicBezTo>
                    <a:cubicBezTo>
                      <a:pt x="108017" y="2289"/>
                      <a:pt x="106409" y="4787"/>
                      <a:pt x="103871" y="7426"/>
                    </a:cubicBezTo>
                    <a:lnTo>
                      <a:pt x="100899" y="7324"/>
                    </a:lnTo>
                    <a:cubicBezTo>
                      <a:pt x="92898" y="12150"/>
                      <a:pt x="88926" y="21979"/>
                      <a:pt x="87525" y="27042"/>
                    </a:cubicBezTo>
                    <a:cubicBezTo>
                      <a:pt x="86109" y="21988"/>
                      <a:pt x="82142" y="12150"/>
                      <a:pt x="74146" y="7324"/>
                    </a:cubicBezTo>
                    <a:lnTo>
                      <a:pt x="71198" y="7426"/>
                    </a:lnTo>
                    <a:cubicBezTo>
                      <a:pt x="68655" y="4787"/>
                      <a:pt x="67037" y="2289"/>
                      <a:pt x="61734" y="3434"/>
                    </a:cubicBezTo>
                    <a:cubicBezTo>
                      <a:pt x="59348" y="2526"/>
                      <a:pt x="58229" y="308"/>
                      <a:pt x="53380" y="1922"/>
                    </a:cubicBezTo>
                    <a:cubicBezTo>
                      <a:pt x="51375" y="1279"/>
                      <a:pt x="49540" y="-74"/>
                      <a:pt x="47384" y="3"/>
                    </a:cubicBezTo>
                    <a:cubicBezTo>
                      <a:pt x="46252" y="3"/>
                      <a:pt x="45040" y="473"/>
                      <a:pt x="43657" y="1584"/>
                    </a:cubicBezTo>
                    <a:cubicBezTo>
                      <a:pt x="40280" y="245"/>
                      <a:pt x="36991" y="-214"/>
                      <a:pt x="34062" y="2502"/>
                    </a:cubicBezTo>
                    <a:cubicBezTo>
                      <a:pt x="29533" y="1900"/>
                      <a:pt x="28066" y="3135"/>
                      <a:pt x="26938" y="4585"/>
                    </a:cubicBezTo>
                    <a:cubicBezTo>
                      <a:pt x="25963" y="4585"/>
                      <a:pt x="19499" y="3541"/>
                      <a:pt x="16546" y="8059"/>
                    </a:cubicBezTo>
                    <a:cubicBezTo>
                      <a:pt x="9121" y="7151"/>
                      <a:pt x="6762" y="12529"/>
                      <a:pt x="9413" y="17549"/>
                    </a:cubicBezTo>
                    <a:cubicBezTo>
                      <a:pt x="7904" y="19955"/>
                      <a:pt x="6338" y="22332"/>
                      <a:pt x="9872" y="26918"/>
                    </a:cubicBezTo>
                    <a:cubicBezTo>
                      <a:pt x="8626" y="29479"/>
                      <a:pt x="9396" y="32242"/>
                      <a:pt x="12363" y="35606"/>
                    </a:cubicBezTo>
                    <a:cubicBezTo>
                      <a:pt x="11579" y="39186"/>
                      <a:pt x="13118" y="41728"/>
                      <a:pt x="15878" y="43700"/>
                    </a:cubicBezTo>
                    <a:cubicBezTo>
                      <a:pt x="15353" y="48613"/>
                      <a:pt x="20265" y="51474"/>
                      <a:pt x="21741" y="52483"/>
                    </a:cubicBezTo>
                    <a:cubicBezTo>
                      <a:pt x="22298" y="55349"/>
                      <a:pt x="23464" y="58046"/>
                      <a:pt x="29096" y="59543"/>
                    </a:cubicBezTo>
                    <a:cubicBezTo>
                      <a:pt x="30018" y="63800"/>
                      <a:pt x="33394" y="64554"/>
                      <a:pt x="36639" y="65448"/>
                    </a:cubicBezTo>
                    <a:cubicBezTo>
                      <a:pt x="25855" y="71864"/>
                      <a:pt x="16595" y="80326"/>
                      <a:pt x="16675" y="101074"/>
                    </a:cubicBezTo>
                    <a:lnTo>
                      <a:pt x="15090" y="103948"/>
                    </a:lnTo>
                    <a:cubicBezTo>
                      <a:pt x="2707" y="111675"/>
                      <a:pt x="-8422" y="136463"/>
                      <a:pt x="8981" y="156588"/>
                    </a:cubicBezTo>
                    <a:cubicBezTo>
                      <a:pt x="10136" y="162907"/>
                      <a:pt x="12024" y="167420"/>
                      <a:pt x="13731" y="172441"/>
                    </a:cubicBezTo>
                    <a:cubicBezTo>
                      <a:pt x="16260" y="192629"/>
                      <a:pt x="32851" y="202075"/>
                      <a:pt x="37219" y="203191"/>
                    </a:cubicBezTo>
                    <a:cubicBezTo>
                      <a:pt x="43640" y="208212"/>
                      <a:pt x="50452" y="212948"/>
                      <a:pt x="59679" y="216252"/>
                    </a:cubicBezTo>
                    <a:cubicBezTo>
                      <a:pt x="68388" y="225452"/>
                      <a:pt x="77813" y="228970"/>
                      <a:pt x="87300" y="228960"/>
                    </a:cubicBezTo>
                    <a:cubicBezTo>
                      <a:pt x="87427" y="228960"/>
                      <a:pt x="87594" y="228960"/>
                      <a:pt x="87716" y="228960"/>
                    </a:cubicBezTo>
                    <a:cubicBezTo>
                      <a:pt x="97207" y="228960"/>
                      <a:pt x="106628" y="225452"/>
                      <a:pt x="115336" y="216252"/>
                    </a:cubicBezTo>
                    <a:cubicBezTo>
                      <a:pt x="124573" y="212932"/>
                      <a:pt x="131404" y="208183"/>
                      <a:pt x="137811" y="203191"/>
                    </a:cubicBezTo>
                    <a:cubicBezTo>
                      <a:pt x="142183" y="202085"/>
                      <a:pt x="158760" y="192619"/>
                      <a:pt x="161303" y="172441"/>
                    </a:cubicBezTo>
                    <a:cubicBezTo>
                      <a:pt x="162997" y="167420"/>
                      <a:pt x="164903" y="162898"/>
                      <a:pt x="166040" y="156588"/>
                    </a:cubicBezTo>
                    <a:cubicBezTo>
                      <a:pt x="183471" y="136458"/>
                      <a:pt x="172328" y="111670"/>
                      <a:pt x="159964" y="103948"/>
                    </a:cubicBezTo>
                    <a:close/>
                    <a:moveTo>
                      <a:pt x="148756" y="100403"/>
                    </a:moveTo>
                    <a:cubicBezTo>
                      <a:pt x="148128" y="108752"/>
                      <a:pt x="106252" y="71295"/>
                      <a:pt x="113479" y="70063"/>
                    </a:cubicBezTo>
                    <a:cubicBezTo>
                      <a:pt x="133094" y="66661"/>
                      <a:pt x="149416" y="78606"/>
                      <a:pt x="148756" y="100403"/>
                    </a:cubicBezTo>
                    <a:close/>
                    <a:moveTo>
                      <a:pt x="131434" y="142030"/>
                    </a:moveTo>
                    <a:cubicBezTo>
                      <a:pt x="120899" y="149099"/>
                      <a:pt x="105728" y="144543"/>
                      <a:pt x="97534" y="131849"/>
                    </a:cubicBezTo>
                    <a:cubicBezTo>
                      <a:pt x="89354" y="119161"/>
                      <a:pt x="91246" y="103133"/>
                      <a:pt x="101775" y="96069"/>
                    </a:cubicBezTo>
                    <a:cubicBezTo>
                      <a:pt x="112295" y="89009"/>
                      <a:pt x="127476" y="93556"/>
                      <a:pt x="135679" y="106249"/>
                    </a:cubicBezTo>
                    <a:cubicBezTo>
                      <a:pt x="143859" y="118947"/>
                      <a:pt x="141963" y="134966"/>
                      <a:pt x="131434" y="142030"/>
                    </a:cubicBezTo>
                    <a:close/>
                    <a:moveTo>
                      <a:pt x="102818" y="13100"/>
                    </a:moveTo>
                    <a:cubicBezTo>
                      <a:pt x="103166" y="14970"/>
                      <a:pt x="103572" y="16159"/>
                      <a:pt x="104049" y="16516"/>
                    </a:cubicBezTo>
                    <a:cubicBezTo>
                      <a:pt x="106384" y="13912"/>
                      <a:pt x="108281" y="11264"/>
                      <a:pt x="111286" y="8761"/>
                    </a:cubicBezTo>
                    <a:cubicBezTo>
                      <a:pt x="111295" y="10220"/>
                      <a:pt x="110569" y="11815"/>
                      <a:pt x="112351" y="12979"/>
                    </a:cubicBezTo>
                    <a:cubicBezTo>
                      <a:pt x="113965" y="10732"/>
                      <a:pt x="116135" y="8727"/>
                      <a:pt x="119022" y="7036"/>
                    </a:cubicBezTo>
                    <a:cubicBezTo>
                      <a:pt x="117630" y="9524"/>
                      <a:pt x="118781" y="10283"/>
                      <a:pt x="119531" y="11312"/>
                    </a:cubicBezTo>
                    <a:cubicBezTo>
                      <a:pt x="121720" y="9356"/>
                      <a:pt x="123810" y="7369"/>
                      <a:pt x="127877" y="5818"/>
                    </a:cubicBezTo>
                    <a:cubicBezTo>
                      <a:pt x="126759" y="7229"/>
                      <a:pt x="125211" y="8591"/>
                      <a:pt x="126872" y="10211"/>
                    </a:cubicBezTo>
                    <a:cubicBezTo>
                      <a:pt x="129132" y="8736"/>
                      <a:pt x="131415" y="7268"/>
                      <a:pt x="136803" y="6215"/>
                    </a:cubicBezTo>
                    <a:cubicBezTo>
                      <a:pt x="135582" y="7621"/>
                      <a:pt x="133076" y="9031"/>
                      <a:pt x="134600" y="10437"/>
                    </a:cubicBezTo>
                    <a:cubicBezTo>
                      <a:pt x="137444" y="9317"/>
                      <a:pt x="140581" y="8481"/>
                      <a:pt x="144086" y="8022"/>
                    </a:cubicBezTo>
                    <a:cubicBezTo>
                      <a:pt x="142397" y="9437"/>
                      <a:pt x="141011" y="10838"/>
                      <a:pt x="142369" y="11946"/>
                    </a:cubicBezTo>
                    <a:cubicBezTo>
                      <a:pt x="145421" y="10956"/>
                      <a:pt x="149629" y="9660"/>
                      <a:pt x="153724" y="10781"/>
                    </a:cubicBezTo>
                    <a:lnTo>
                      <a:pt x="151130" y="13506"/>
                    </a:lnTo>
                    <a:cubicBezTo>
                      <a:pt x="150833" y="13863"/>
                      <a:pt x="157210" y="13771"/>
                      <a:pt x="161404" y="13843"/>
                    </a:cubicBezTo>
                    <a:cubicBezTo>
                      <a:pt x="159876" y="16051"/>
                      <a:pt x="158314" y="18192"/>
                      <a:pt x="157394" y="21999"/>
                    </a:cubicBezTo>
                    <a:cubicBezTo>
                      <a:pt x="157810" y="22438"/>
                      <a:pt x="159876" y="22193"/>
                      <a:pt x="161852" y="21999"/>
                    </a:cubicBezTo>
                    <a:cubicBezTo>
                      <a:pt x="159847" y="26396"/>
                      <a:pt x="156337" y="27512"/>
                      <a:pt x="155526" y="29401"/>
                    </a:cubicBezTo>
                    <a:cubicBezTo>
                      <a:pt x="156761" y="30370"/>
                      <a:pt x="158470" y="30125"/>
                      <a:pt x="160328" y="29503"/>
                    </a:cubicBezTo>
                    <a:cubicBezTo>
                      <a:pt x="158890" y="32615"/>
                      <a:pt x="155838" y="34741"/>
                      <a:pt x="153441" y="37258"/>
                    </a:cubicBezTo>
                    <a:cubicBezTo>
                      <a:pt x="154050" y="37707"/>
                      <a:pt x="155106" y="37972"/>
                      <a:pt x="157621" y="37666"/>
                    </a:cubicBezTo>
                    <a:cubicBezTo>
                      <a:pt x="155413" y="40115"/>
                      <a:pt x="152733" y="42353"/>
                      <a:pt x="149554" y="44367"/>
                    </a:cubicBezTo>
                    <a:cubicBezTo>
                      <a:pt x="150120" y="45031"/>
                      <a:pt x="152049" y="45020"/>
                      <a:pt x="153851" y="45061"/>
                    </a:cubicBezTo>
                    <a:cubicBezTo>
                      <a:pt x="150964" y="47989"/>
                      <a:pt x="147276" y="49520"/>
                      <a:pt x="143794" y="51425"/>
                    </a:cubicBezTo>
                    <a:cubicBezTo>
                      <a:pt x="145530" y="52666"/>
                      <a:pt x="146756" y="52363"/>
                      <a:pt x="148082" y="52353"/>
                    </a:cubicBezTo>
                    <a:cubicBezTo>
                      <a:pt x="145634" y="54455"/>
                      <a:pt x="141454" y="55557"/>
                      <a:pt x="137572" y="56808"/>
                    </a:cubicBezTo>
                    <a:cubicBezTo>
                      <a:pt x="138317" y="58006"/>
                      <a:pt x="139048" y="58326"/>
                      <a:pt x="140624" y="58669"/>
                    </a:cubicBezTo>
                    <a:cubicBezTo>
                      <a:pt x="136519" y="61012"/>
                      <a:pt x="130651" y="59935"/>
                      <a:pt x="128991" y="61152"/>
                    </a:cubicBezTo>
                    <a:cubicBezTo>
                      <a:pt x="129373" y="62336"/>
                      <a:pt x="130505" y="63099"/>
                      <a:pt x="131863" y="63747"/>
                    </a:cubicBezTo>
                    <a:cubicBezTo>
                      <a:pt x="125264" y="64145"/>
                      <a:pt x="107201" y="63492"/>
                      <a:pt x="103743" y="49295"/>
                    </a:cubicBezTo>
                    <a:cubicBezTo>
                      <a:pt x="110498" y="41559"/>
                      <a:pt x="122830" y="32494"/>
                      <a:pt x="144063" y="21294"/>
                    </a:cubicBezTo>
                    <a:cubicBezTo>
                      <a:pt x="127547" y="27039"/>
                      <a:pt x="112649" y="34702"/>
                      <a:pt x="100205" y="45246"/>
                    </a:cubicBezTo>
                    <a:cubicBezTo>
                      <a:pt x="85552" y="38147"/>
                      <a:pt x="95662" y="20250"/>
                      <a:pt x="102818" y="13142"/>
                    </a:cubicBezTo>
                    <a:close/>
                    <a:moveTo>
                      <a:pt x="110658" y="79863"/>
                    </a:moveTo>
                    <a:cubicBezTo>
                      <a:pt x="110638" y="86574"/>
                      <a:pt x="101643" y="92006"/>
                      <a:pt x="87538" y="91894"/>
                    </a:cubicBezTo>
                    <a:cubicBezTo>
                      <a:pt x="73730" y="91721"/>
                      <a:pt x="64441" y="85072"/>
                      <a:pt x="64474" y="78573"/>
                    </a:cubicBezTo>
                    <a:cubicBezTo>
                      <a:pt x="64494" y="73243"/>
                      <a:pt x="75735" y="64018"/>
                      <a:pt x="87448" y="64328"/>
                    </a:cubicBezTo>
                    <a:cubicBezTo>
                      <a:pt x="97841" y="64215"/>
                      <a:pt x="110710" y="72277"/>
                      <a:pt x="110658" y="79863"/>
                    </a:cubicBezTo>
                    <a:close/>
                    <a:moveTo>
                      <a:pt x="34891" y="58617"/>
                    </a:moveTo>
                    <a:cubicBezTo>
                      <a:pt x="36476" y="58280"/>
                      <a:pt x="37203" y="57953"/>
                      <a:pt x="37934" y="56756"/>
                    </a:cubicBezTo>
                    <a:cubicBezTo>
                      <a:pt x="34075" y="55505"/>
                      <a:pt x="29890" y="54403"/>
                      <a:pt x="27428" y="52301"/>
                    </a:cubicBezTo>
                    <a:cubicBezTo>
                      <a:pt x="28759" y="52301"/>
                      <a:pt x="29980" y="52618"/>
                      <a:pt x="31721" y="51373"/>
                    </a:cubicBezTo>
                    <a:cubicBezTo>
                      <a:pt x="28249" y="49470"/>
                      <a:pt x="24546" y="47938"/>
                      <a:pt x="21668" y="45009"/>
                    </a:cubicBezTo>
                    <a:cubicBezTo>
                      <a:pt x="23461" y="45009"/>
                      <a:pt x="25404" y="45009"/>
                      <a:pt x="25966" y="44315"/>
                    </a:cubicBezTo>
                    <a:cubicBezTo>
                      <a:pt x="22791" y="42300"/>
                      <a:pt x="20107" y="40063"/>
                      <a:pt x="17889" y="37613"/>
                    </a:cubicBezTo>
                    <a:cubicBezTo>
                      <a:pt x="20404" y="37909"/>
                      <a:pt x="21456" y="37613"/>
                      <a:pt x="22064" y="37205"/>
                    </a:cubicBezTo>
                    <a:cubicBezTo>
                      <a:pt x="19663" y="34688"/>
                      <a:pt x="16635" y="32561"/>
                      <a:pt x="15182" y="29450"/>
                    </a:cubicBezTo>
                    <a:cubicBezTo>
                      <a:pt x="17040" y="30113"/>
                      <a:pt x="18748" y="30358"/>
                      <a:pt x="19974" y="29348"/>
                    </a:cubicBezTo>
                    <a:cubicBezTo>
                      <a:pt x="19168" y="27458"/>
                      <a:pt x="15667" y="26342"/>
                      <a:pt x="13658" y="21945"/>
                    </a:cubicBezTo>
                    <a:cubicBezTo>
                      <a:pt x="15639" y="22139"/>
                      <a:pt x="17710" y="22394"/>
                      <a:pt x="18121" y="21945"/>
                    </a:cubicBezTo>
                    <a:cubicBezTo>
                      <a:pt x="17211" y="18137"/>
                      <a:pt x="15649" y="15997"/>
                      <a:pt x="14111" y="13788"/>
                    </a:cubicBezTo>
                    <a:cubicBezTo>
                      <a:pt x="18309" y="13686"/>
                      <a:pt x="24673" y="13788"/>
                      <a:pt x="24390" y="13452"/>
                    </a:cubicBezTo>
                    <a:lnTo>
                      <a:pt x="21791" y="10726"/>
                    </a:lnTo>
                    <a:cubicBezTo>
                      <a:pt x="25886" y="9605"/>
                      <a:pt x="30098" y="10900"/>
                      <a:pt x="33131" y="11890"/>
                    </a:cubicBezTo>
                    <a:cubicBezTo>
                      <a:pt x="34509" y="10784"/>
                      <a:pt x="33121" y="9383"/>
                      <a:pt x="31443" y="7967"/>
                    </a:cubicBezTo>
                    <a:cubicBezTo>
                      <a:pt x="34938" y="8426"/>
                      <a:pt x="38089" y="9267"/>
                      <a:pt x="40929" y="10383"/>
                    </a:cubicBezTo>
                    <a:cubicBezTo>
                      <a:pt x="42439" y="8977"/>
                      <a:pt x="39944" y="7566"/>
                      <a:pt x="38722" y="6160"/>
                    </a:cubicBezTo>
                    <a:cubicBezTo>
                      <a:pt x="44104" y="7209"/>
                      <a:pt x="46392" y="8677"/>
                      <a:pt x="48661" y="10156"/>
                    </a:cubicBezTo>
                    <a:cubicBezTo>
                      <a:pt x="50308" y="8537"/>
                      <a:pt x="48775" y="7175"/>
                      <a:pt x="47647" y="5764"/>
                    </a:cubicBezTo>
                    <a:cubicBezTo>
                      <a:pt x="51699" y="7310"/>
                      <a:pt x="53803" y="9296"/>
                      <a:pt x="55991" y="11258"/>
                    </a:cubicBezTo>
                    <a:cubicBezTo>
                      <a:pt x="56742" y="10233"/>
                      <a:pt x="57883" y="9470"/>
                      <a:pt x="56501" y="6981"/>
                    </a:cubicBezTo>
                    <a:cubicBezTo>
                      <a:pt x="59384" y="8677"/>
                      <a:pt x="61554" y="10682"/>
                      <a:pt x="63167" y="12925"/>
                    </a:cubicBezTo>
                    <a:cubicBezTo>
                      <a:pt x="64960" y="11760"/>
                      <a:pt x="64233" y="10166"/>
                      <a:pt x="64247" y="8707"/>
                    </a:cubicBezTo>
                    <a:cubicBezTo>
                      <a:pt x="67247" y="11210"/>
                      <a:pt x="69139" y="13857"/>
                      <a:pt x="71474" y="16462"/>
                    </a:cubicBezTo>
                    <a:cubicBezTo>
                      <a:pt x="71950" y="16105"/>
                      <a:pt x="72361" y="14915"/>
                      <a:pt x="72721" y="13046"/>
                    </a:cubicBezTo>
                    <a:cubicBezTo>
                      <a:pt x="79863" y="20153"/>
                      <a:pt x="89981" y="38051"/>
                      <a:pt x="75320" y="45139"/>
                    </a:cubicBezTo>
                    <a:cubicBezTo>
                      <a:pt x="62880" y="34596"/>
                      <a:pt x="47977" y="26932"/>
                      <a:pt x="31471" y="21188"/>
                    </a:cubicBezTo>
                    <a:cubicBezTo>
                      <a:pt x="52686" y="32388"/>
                      <a:pt x="65036" y="41452"/>
                      <a:pt x="71782" y="49188"/>
                    </a:cubicBezTo>
                    <a:cubicBezTo>
                      <a:pt x="68324" y="63385"/>
                      <a:pt x="50256" y="64042"/>
                      <a:pt x="43652" y="63640"/>
                    </a:cubicBezTo>
                    <a:cubicBezTo>
                      <a:pt x="45015" y="62997"/>
                      <a:pt x="46138" y="62230"/>
                      <a:pt x="46525" y="61046"/>
                    </a:cubicBezTo>
                    <a:cubicBezTo>
                      <a:pt x="44869" y="59838"/>
                      <a:pt x="38986" y="60914"/>
                      <a:pt x="34891" y="58572"/>
                    </a:cubicBezTo>
                    <a:close/>
                    <a:moveTo>
                      <a:pt x="59257" y="69412"/>
                    </a:moveTo>
                    <a:cubicBezTo>
                      <a:pt x="66479" y="70668"/>
                      <a:pt x="24612" y="108115"/>
                      <a:pt x="23966" y="99756"/>
                    </a:cubicBezTo>
                    <a:cubicBezTo>
                      <a:pt x="23319" y="77955"/>
                      <a:pt x="39623" y="66020"/>
                      <a:pt x="59257" y="69412"/>
                    </a:cubicBezTo>
                    <a:close/>
                    <a:moveTo>
                      <a:pt x="15281" y="152878"/>
                    </a:moveTo>
                    <a:cubicBezTo>
                      <a:pt x="5114" y="144504"/>
                      <a:pt x="1836" y="119939"/>
                      <a:pt x="20701" y="108917"/>
                    </a:cubicBezTo>
                    <a:cubicBezTo>
                      <a:pt x="32070" y="105791"/>
                      <a:pt x="24532" y="157096"/>
                      <a:pt x="15281" y="152878"/>
                    </a:cubicBezTo>
                    <a:close/>
                    <a:moveTo>
                      <a:pt x="54973" y="196833"/>
                    </a:moveTo>
                    <a:cubicBezTo>
                      <a:pt x="49241" y="200366"/>
                      <a:pt x="35287" y="198931"/>
                      <a:pt x="25381" y="184329"/>
                    </a:cubicBezTo>
                    <a:cubicBezTo>
                      <a:pt x="18687" y="172089"/>
                      <a:pt x="19559" y="159642"/>
                      <a:pt x="24244" y="155994"/>
                    </a:cubicBezTo>
                    <a:cubicBezTo>
                      <a:pt x="31259" y="151617"/>
                      <a:pt x="42104" y="157517"/>
                      <a:pt x="50444" y="167436"/>
                    </a:cubicBezTo>
                    <a:cubicBezTo>
                      <a:pt x="57719" y="176433"/>
                      <a:pt x="61035" y="192176"/>
                      <a:pt x="54973" y="196833"/>
                    </a:cubicBezTo>
                    <a:close/>
                    <a:moveTo>
                      <a:pt x="43765" y="143383"/>
                    </a:moveTo>
                    <a:cubicBezTo>
                      <a:pt x="43745" y="143383"/>
                      <a:pt x="43703" y="143383"/>
                      <a:pt x="43650" y="143281"/>
                    </a:cubicBezTo>
                    <a:cubicBezTo>
                      <a:pt x="33140" y="136193"/>
                      <a:pt x="31276" y="120156"/>
                      <a:pt x="39494" y="107482"/>
                    </a:cubicBezTo>
                    <a:cubicBezTo>
                      <a:pt x="47703" y="94861"/>
                      <a:pt x="62813" y="90328"/>
                      <a:pt x="73333" y="97325"/>
                    </a:cubicBezTo>
                    <a:cubicBezTo>
                      <a:pt x="83885" y="104351"/>
                      <a:pt x="85834" y="120364"/>
                      <a:pt x="77654" y="133076"/>
                    </a:cubicBezTo>
                    <a:cubicBezTo>
                      <a:pt x="69502" y="145789"/>
                      <a:pt x="54312" y="150394"/>
                      <a:pt x="43754" y="143359"/>
                    </a:cubicBezTo>
                    <a:close/>
                    <a:moveTo>
                      <a:pt x="87467" y="221835"/>
                    </a:moveTo>
                    <a:cubicBezTo>
                      <a:pt x="74857" y="222375"/>
                      <a:pt x="62474" y="211209"/>
                      <a:pt x="62620" y="207358"/>
                    </a:cubicBezTo>
                    <a:cubicBezTo>
                      <a:pt x="62449" y="201695"/>
                      <a:pt x="78018" y="197278"/>
                      <a:pt x="88156" y="197525"/>
                    </a:cubicBezTo>
                    <a:cubicBezTo>
                      <a:pt x="98379" y="197076"/>
                      <a:pt x="112073" y="200893"/>
                      <a:pt x="112097" y="205971"/>
                    </a:cubicBezTo>
                    <a:cubicBezTo>
                      <a:pt x="112257" y="210890"/>
                      <a:pt x="99676" y="222022"/>
                      <a:pt x="87467" y="221835"/>
                    </a:cubicBezTo>
                    <a:close/>
                    <a:moveTo>
                      <a:pt x="113469" y="165924"/>
                    </a:moveTo>
                    <a:cubicBezTo>
                      <a:pt x="113428" y="179183"/>
                      <a:pt x="102030" y="189915"/>
                      <a:pt x="87986" y="189885"/>
                    </a:cubicBezTo>
                    <a:cubicBezTo>
                      <a:pt x="73999" y="189885"/>
                      <a:pt x="62649" y="179149"/>
                      <a:pt x="62616" y="165924"/>
                    </a:cubicBezTo>
                    <a:cubicBezTo>
                      <a:pt x="62585" y="152660"/>
                      <a:pt x="73947" y="141895"/>
                      <a:pt x="87986" y="141885"/>
                    </a:cubicBezTo>
                    <a:cubicBezTo>
                      <a:pt x="102030" y="141885"/>
                      <a:pt x="113436" y="152583"/>
                      <a:pt x="113469" y="165851"/>
                    </a:cubicBezTo>
                    <a:cubicBezTo>
                      <a:pt x="113469" y="165851"/>
                      <a:pt x="113469" y="165851"/>
                      <a:pt x="113469" y="165953"/>
                    </a:cubicBezTo>
                    <a:close/>
                    <a:moveTo>
                      <a:pt x="149015" y="185034"/>
                    </a:moveTo>
                    <a:cubicBezTo>
                      <a:pt x="138146" y="200506"/>
                      <a:pt x="123409" y="201101"/>
                      <a:pt x="117932" y="196800"/>
                    </a:cubicBezTo>
                    <a:cubicBezTo>
                      <a:pt x="112186" y="191263"/>
                      <a:pt x="116573" y="174037"/>
                      <a:pt x="124428" y="164610"/>
                    </a:cubicBezTo>
                    <a:cubicBezTo>
                      <a:pt x="133434" y="154183"/>
                      <a:pt x="143048" y="147394"/>
                      <a:pt x="149751" y="152724"/>
                    </a:cubicBezTo>
                    <a:cubicBezTo>
                      <a:pt x="154266" y="157314"/>
                      <a:pt x="156917" y="174661"/>
                      <a:pt x="149016" y="185034"/>
                    </a:cubicBezTo>
                    <a:close/>
                    <a:moveTo>
                      <a:pt x="157530" y="152226"/>
                    </a:moveTo>
                    <a:cubicBezTo>
                      <a:pt x="148284" y="156444"/>
                      <a:pt x="140741" y="105133"/>
                      <a:pt x="152115" y="108260"/>
                    </a:cubicBezTo>
                    <a:cubicBezTo>
                      <a:pt x="170984" y="119301"/>
                      <a:pt x="167706" y="143847"/>
                      <a:pt x="157530" y="15222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40" name="자유형: 도형 2239">
                <a:extLst>
                  <a:ext uri="{FF2B5EF4-FFF2-40B4-BE49-F238E27FC236}">
                    <a16:creationId xmlns:a16="http://schemas.microsoft.com/office/drawing/2014/main" id="{9968C972-59AB-4958-A6A7-5DAB60B33584}"/>
                  </a:ext>
                </a:extLst>
              </p:cNvPr>
              <p:cNvSpPr/>
              <p:nvPr/>
            </p:nvSpPr>
            <p:spPr>
              <a:xfrm>
                <a:off x="6876465" y="5349464"/>
                <a:ext cx="89142" cy="178204"/>
              </a:xfrm>
              <a:custGeom>
                <a:avLst/>
                <a:gdLst>
                  <a:gd name="connsiteX0" fmla="*/ 0 w 89141"/>
                  <a:gd name="connsiteY0" fmla="*/ 19248 h 178204"/>
                  <a:gd name="connsiteX1" fmla="*/ 0 w 89141"/>
                  <a:gd name="connsiteY1" fmla="*/ 69338 h 178204"/>
                  <a:gd name="connsiteX2" fmla="*/ 0 w 89141"/>
                  <a:gd name="connsiteY2" fmla="*/ 111889 h 178204"/>
                  <a:gd name="connsiteX3" fmla="*/ 0 w 89141"/>
                  <a:gd name="connsiteY3" fmla="*/ 161992 h 178204"/>
                  <a:gd name="connsiteX4" fmla="*/ 19949 w 89141"/>
                  <a:gd name="connsiteY4" fmla="*/ 181226 h 178204"/>
                  <a:gd name="connsiteX5" fmla="*/ 71830 w 89141"/>
                  <a:gd name="connsiteY5" fmla="*/ 181226 h 178204"/>
                  <a:gd name="connsiteX6" fmla="*/ 91767 w 89141"/>
                  <a:gd name="connsiteY6" fmla="*/ 161992 h 178204"/>
                  <a:gd name="connsiteX7" fmla="*/ 91767 w 89141"/>
                  <a:gd name="connsiteY7" fmla="*/ 111889 h 178204"/>
                  <a:gd name="connsiteX8" fmla="*/ 91767 w 89141"/>
                  <a:gd name="connsiteY8" fmla="*/ 69338 h 178204"/>
                  <a:gd name="connsiteX9" fmla="*/ 91767 w 89141"/>
                  <a:gd name="connsiteY9" fmla="*/ 19248 h 178204"/>
                  <a:gd name="connsiteX10" fmla="*/ 71830 w 89141"/>
                  <a:gd name="connsiteY10" fmla="*/ 0 h 178204"/>
                  <a:gd name="connsiteX11" fmla="*/ 19949 w 89141"/>
                  <a:gd name="connsiteY11" fmla="*/ 0 h 178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9141" h="178204">
                    <a:moveTo>
                      <a:pt x="0" y="19248"/>
                    </a:moveTo>
                    <a:lnTo>
                      <a:pt x="0" y="69338"/>
                    </a:lnTo>
                    <a:lnTo>
                      <a:pt x="0" y="111889"/>
                    </a:lnTo>
                    <a:lnTo>
                      <a:pt x="0" y="161992"/>
                    </a:lnTo>
                    <a:lnTo>
                      <a:pt x="19949" y="181226"/>
                    </a:lnTo>
                    <a:lnTo>
                      <a:pt x="71830" y="181226"/>
                    </a:lnTo>
                    <a:lnTo>
                      <a:pt x="91767" y="161992"/>
                    </a:lnTo>
                    <a:lnTo>
                      <a:pt x="91767" y="111889"/>
                    </a:lnTo>
                    <a:lnTo>
                      <a:pt x="91767" y="69338"/>
                    </a:lnTo>
                    <a:lnTo>
                      <a:pt x="91767" y="19248"/>
                    </a:lnTo>
                    <a:lnTo>
                      <a:pt x="71830" y="0"/>
                    </a:lnTo>
                    <a:lnTo>
                      <a:pt x="19949" y="0"/>
                    </a:lnTo>
                    <a:close/>
                  </a:path>
                </a:pathLst>
              </a:custGeom>
              <a:solidFill>
                <a:srgbClr val="404040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41" name="자유형: 도형 2240">
                <a:extLst>
                  <a:ext uri="{FF2B5EF4-FFF2-40B4-BE49-F238E27FC236}">
                    <a16:creationId xmlns:a16="http://schemas.microsoft.com/office/drawing/2014/main" id="{D065C68E-7EC5-4DD9-9C46-E85C17F54B0D}"/>
                  </a:ext>
                </a:extLst>
              </p:cNvPr>
              <p:cNvSpPr/>
              <p:nvPr/>
            </p:nvSpPr>
            <p:spPr>
              <a:xfrm>
                <a:off x="6876465" y="5349464"/>
                <a:ext cx="89142" cy="178204"/>
              </a:xfrm>
              <a:custGeom>
                <a:avLst/>
                <a:gdLst>
                  <a:gd name="connsiteX0" fmla="*/ 0 w 89141"/>
                  <a:gd name="connsiteY0" fmla="*/ 19248 h 178204"/>
                  <a:gd name="connsiteX1" fmla="*/ 0 w 89141"/>
                  <a:gd name="connsiteY1" fmla="*/ 69338 h 178204"/>
                  <a:gd name="connsiteX2" fmla="*/ 0 w 89141"/>
                  <a:gd name="connsiteY2" fmla="*/ 111889 h 178204"/>
                  <a:gd name="connsiteX3" fmla="*/ 0 w 89141"/>
                  <a:gd name="connsiteY3" fmla="*/ 161992 h 178204"/>
                  <a:gd name="connsiteX4" fmla="*/ 19949 w 89141"/>
                  <a:gd name="connsiteY4" fmla="*/ 181226 h 178204"/>
                  <a:gd name="connsiteX5" fmla="*/ 71830 w 89141"/>
                  <a:gd name="connsiteY5" fmla="*/ 181226 h 178204"/>
                  <a:gd name="connsiteX6" fmla="*/ 91767 w 89141"/>
                  <a:gd name="connsiteY6" fmla="*/ 161992 h 178204"/>
                  <a:gd name="connsiteX7" fmla="*/ 91767 w 89141"/>
                  <a:gd name="connsiteY7" fmla="*/ 111889 h 178204"/>
                  <a:gd name="connsiteX8" fmla="*/ 91767 w 89141"/>
                  <a:gd name="connsiteY8" fmla="*/ 69338 h 178204"/>
                  <a:gd name="connsiteX9" fmla="*/ 91767 w 89141"/>
                  <a:gd name="connsiteY9" fmla="*/ 19248 h 178204"/>
                  <a:gd name="connsiteX10" fmla="*/ 71830 w 89141"/>
                  <a:gd name="connsiteY10" fmla="*/ 0 h 178204"/>
                  <a:gd name="connsiteX11" fmla="*/ 19949 w 89141"/>
                  <a:gd name="connsiteY11" fmla="*/ 0 h 178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9141" h="178204">
                    <a:moveTo>
                      <a:pt x="0" y="19248"/>
                    </a:moveTo>
                    <a:lnTo>
                      <a:pt x="0" y="69338"/>
                    </a:lnTo>
                    <a:lnTo>
                      <a:pt x="0" y="111889"/>
                    </a:lnTo>
                    <a:lnTo>
                      <a:pt x="0" y="161992"/>
                    </a:lnTo>
                    <a:lnTo>
                      <a:pt x="19949" y="181226"/>
                    </a:lnTo>
                    <a:lnTo>
                      <a:pt x="71830" y="181226"/>
                    </a:lnTo>
                    <a:lnTo>
                      <a:pt x="91767" y="161992"/>
                    </a:lnTo>
                    <a:lnTo>
                      <a:pt x="91767" y="111889"/>
                    </a:lnTo>
                    <a:lnTo>
                      <a:pt x="91767" y="69338"/>
                    </a:lnTo>
                    <a:lnTo>
                      <a:pt x="91767" y="19248"/>
                    </a:lnTo>
                    <a:lnTo>
                      <a:pt x="71830" y="0"/>
                    </a:lnTo>
                    <a:lnTo>
                      <a:pt x="19949" y="0"/>
                    </a:lnTo>
                    <a:close/>
                  </a:path>
                </a:pathLst>
              </a:custGeom>
              <a:solidFill>
                <a:srgbClr val="404040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42" name="자유형: 도형 2241">
                <a:extLst>
                  <a:ext uri="{FF2B5EF4-FFF2-40B4-BE49-F238E27FC236}">
                    <a16:creationId xmlns:a16="http://schemas.microsoft.com/office/drawing/2014/main" id="{239364F6-2070-4E72-9599-548975D64505}"/>
                  </a:ext>
                </a:extLst>
              </p:cNvPr>
              <p:cNvSpPr/>
              <p:nvPr/>
            </p:nvSpPr>
            <p:spPr>
              <a:xfrm>
                <a:off x="6914820" y="5386148"/>
                <a:ext cx="12735" cy="12729"/>
              </a:xfrm>
              <a:custGeom>
                <a:avLst/>
                <a:gdLst>
                  <a:gd name="connsiteX0" fmla="*/ 0 w 12734"/>
                  <a:gd name="connsiteY0" fmla="*/ 0 h 12728"/>
                  <a:gd name="connsiteX1" fmla="*/ 15067 w 12734"/>
                  <a:gd name="connsiteY1" fmla="*/ 0 h 12728"/>
                  <a:gd name="connsiteX2" fmla="*/ 15067 w 12734"/>
                  <a:gd name="connsiteY2" fmla="*/ 15064 h 12728"/>
                  <a:gd name="connsiteX3" fmla="*/ 0 w 12734"/>
                  <a:gd name="connsiteY3" fmla="*/ 15064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0" y="0"/>
                    </a:moveTo>
                    <a:lnTo>
                      <a:pt x="15067" y="0"/>
                    </a:lnTo>
                    <a:lnTo>
                      <a:pt x="15067" y="15064"/>
                    </a:lnTo>
                    <a:lnTo>
                      <a:pt x="0" y="15064"/>
                    </a:lnTo>
                    <a:close/>
                  </a:path>
                </a:pathLst>
              </a:custGeom>
              <a:solidFill>
                <a:srgbClr val="8C8663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43" name="자유형: 도형 2242">
                <a:extLst>
                  <a:ext uri="{FF2B5EF4-FFF2-40B4-BE49-F238E27FC236}">
                    <a16:creationId xmlns:a16="http://schemas.microsoft.com/office/drawing/2014/main" id="{D1043E34-7D12-4BC6-B2D5-E06C8FAFF794}"/>
                  </a:ext>
                </a:extLst>
              </p:cNvPr>
              <p:cNvSpPr/>
              <p:nvPr/>
            </p:nvSpPr>
            <p:spPr>
              <a:xfrm>
                <a:off x="6907707" y="5379056"/>
                <a:ext cx="12735" cy="25458"/>
              </a:xfrm>
              <a:custGeom>
                <a:avLst/>
                <a:gdLst>
                  <a:gd name="connsiteX0" fmla="*/ 0 w 0"/>
                  <a:gd name="connsiteY0" fmla="*/ 29286 h 25457"/>
                  <a:gd name="connsiteX1" fmla="*/ 7114 w 0"/>
                  <a:gd name="connsiteY1" fmla="*/ 22143 h 25457"/>
                  <a:gd name="connsiteX2" fmla="*/ 7114 w 0"/>
                  <a:gd name="connsiteY2" fmla="*/ 7143 h 25457"/>
                  <a:gd name="connsiteX3" fmla="*/ 0 w 0"/>
                  <a:gd name="connsiteY3" fmla="*/ 0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9286"/>
                    </a:moveTo>
                    <a:lnTo>
                      <a:pt x="7114" y="22143"/>
                    </a:lnTo>
                    <a:lnTo>
                      <a:pt x="7114" y="714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44" name="자유형: 도형 2243">
                <a:extLst>
                  <a:ext uri="{FF2B5EF4-FFF2-40B4-BE49-F238E27FC236}">
                    <a16:creationId xmlns:a16="http://schemas.microsoft.com/office/drawing/2014/main" id="{FC81BDBE-76D7-4E55-8BA9-70452F38D77C}"/>
                  </a:ext>
                </a:extLst>
              </p:cNvPr>
              <p:cNvSpPr/>
              <p:nvPr/>
            </p:nvSpPr>
            <p:spPr>
              <a:xfrm>
                <a:off x="6907707" y="5379056"/>
                <a:ext cx="25469" cy="12729"/>
              </a:xfrm>
              <a:custGeom>
                <a:avLst/>
                <a:gdLst>
                  <a:gd name="connsiteX0" fmla="*/ 22205 w 25469"/>
                  <a:gd name="connsiteY0" fmla="*/ 7143 h 0"/>
                  <a:gd name="connsiteX1" fmla="*/ 7114 w 25469"/>
                  <a:gd name="connsiteY1" fmla="*/ 7143 h 0"/>
                  <a:gd name="connsiteX2" fmla="*/ 0 w 25469"/>
                  <a:gd name="connsiteY2" fmla="*/ 0 h 0"/>
                  <a:gd name="connsiteX3" fmla="*/ 29280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205" y="7143"/>
                    </a:moveTo>
                    <a:lnTo>
                      <a:pt x="7114" y="7143"/>
                    </a:lnTo>
                    <a:lnTo>
                      <a:pt x="0" y="0"/>
                    </a:lnTo>
                    <a:lnTo>
                      <a:pt x="29280" y="0"/>
                    </a:lnTo>
                    <a:close/>
                  </a:path>
                </a:pathLst>
              </a:custGeom>
              <a:solidFill>
                <a:srgbClr val="80795B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45" name="자유형: 도형 2244">
                <a:extLst>
                  <a:ext uri="{FF2B5EF4-FFF2-40B4-BE49-F238E27FC236}">
                    <a16:creationId xmlns:a16="http://schemas.microsoft.com/office/drawing/2014/main" id="{59008C51-E3A7-4519-BF60-D3AE2A3526D1}"/>
                  </a:ext>
                </a:extLst>
              </p:cNvPr>
              <p:cNvSpPr/>
              <p:nvPr/>
            </p:nvSpPr>
            <p:spPr>
              <a:xfrm>
                <a:off x="6929912" y="5379056"/>
                <a:ext cx="12735" cy="25458"/>
              </a:xfrm>
              <a:custGeom>
                <a:avLst/>
                <a:gdLst>
                  <a:gd name="connsiteX0" fmla="*/ 0 w 0"/>
                  <a:gd name="connsiteY0" fmla="*/ 22143 h 25457"/>
                  <a:gd name="connsiteX1" fmla="*/ 0 w 0"/>
                  <a:gd name="connsiteY1" fmla="*/ 7143 h 25457"/>
                  <a:gd name="connsiteX2" fmla="*/ 7075 w 0"/>
                  <a:gd name="connsiteY2" fmla="*/ 0 h 25457"/>
                  <a:gd name="connsiteX3" fmla="*/ 7075 w 0"/>
                  <a:gd name="connsiteY3" fmla="*/ 29286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2143"/>
                    </a:moveTo>
                    <a:lnTo>
                      <a:pt x="0" y="7143"/>
                    </a:lnTo>
                    <a:lnTo>
                      <a:pt x="7075" y="0"/>
                    </a:lnTo>
                    <a:lnTo>
                      <a:pt x="7075" y="29286"/>
                    </a:lnTo>
                    <a:close/>
                  </a:path>
                </a:pathLst>
              </a:custGeom>
              <a:solidFill>
                <a:srgbClr val="5E5B43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46" name="자유형: 도형 2245">
                <a:extLst>
                  <a:ext uri="{FF2B5EF4-FFF2-40B4-BE49-F238E27FC236}">
                    <a16:creationId xmlns:a16="http://schemas.microsoft.com/office/drawing/2014/main" id="{F29123F6-0F28-45EC-BDB1-7D662FC3B082}"/>
                  </a:ext>
                </a:extLst>
              </p:cNvPr>
              <p:cNvSpPr/>
              <p:nvPr/>
            </p:nvSpPr>
            <p:spPr>
              <a:xfrm>
                <a:off x="6914820" y="5477833"/>
                <a:ext cx="12735" cy="12729"/>
              </a:xfrm>
              <a:custGeom>
                <a:avLst/>
                <a:gdLst>
                  <a:gd name="connsiteX0" fmla="*/ 0 w 12734"/>
                  <a:gd name="connsiteY0" fmla="*/ 0 h 12728"/>
                  <a:gd name="connsiteX1" fmla="*/ 15067 w 12734"/>
                  <a:gd name="connsiteY1" fmla="*/ 0 h 12728"/>
                  <a:gd name="connsiteX2" fmla="*/ 15067 w 12734"/>
                  <a:gd name="connsiteY2" fmla="*/ 15077 h 12728"/>
                  <a:gd name="connsiteX3" fmla="*/ 0 w 12734"/>
                  <a:gd name="connsiteY3" fmla="*/ 15077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0" y="0"/>
                    </a:moveTo>
                    <a:lnTo>
                      <a:pt x="15067" y="0"/>
                    </a:lnTo>
                    <a:lnTo>
                      <a:pt x="15067" y="15077"/>
                    </a:lnTo>
                    <a:lnTo>
                      <a:pt x="0" y="15077"/>
                    </a:lnTo>
                    <a:close/>
                  </a:path>
                </a:pathLst>
              </a:custGeom>
              <a:solidFill>
                <a:srgbClr val="8C8663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47" name="자유형: 도형 2246">
                <a:extLst>
                  <a:ext uri="{FF2B5EF4-FFF2-40B4-BE49-F238E27FC236}">
                    <a16:creationId xmlns:a16="http://schemas.microsoft.com/office/drawing/2014/main" id="{4720216C-87F0-413F-A5A0-2E8C088253CF}"/>
                  </a:ext>
                </a:extLst>
              </p:cNvPr>
              <p:cNvSpPr/>
              <p:nvPr/>
            </p:nvSpPr>
            <p:spPr>
              <a:xfrm>
                <a:off x="6907707" y="5470753"/>
                <a:ext cx="12735" cy="25458"/>
              </a:xfrm>
              <a:custGeom>
                <a:avLst/>
                <a:gdLst>
                  <a:gd name="connsiteX0" fmla="*/ 0 w 0"/>
                  <a:gd name="connsiteY0" fmla="*/ 29261 h 25457"/>
                  <a:gd name="connsiteX1" fmla="*/ 7114 w 0"/>
                  <a:gd name="connsiteY1" fmla="*/ 22130 h 25457"/>
                  <a:gd name="connsiteX2" fmla="*/ 7114 w 0"/>
                  <a:gd name="connsiteY2" fmla="*/ 7117 h 25457"/>
                  <a:gd name="connsiteX3" fmla="*/ 0 w 0"/>
                  <a:gd name="connsiteY3" fmla="*/ 0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9261"/>
                    </a:moveTo>
                    <a:lnTo>
                      <a:pt x="7114" y="22130"/>
                    </a:lnTo>
                    <a:lnTo>
                      <a:pt x="7114" y="71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48" name="자유형: 도형 2247">
                <a:extLst>
                  <a:ext uri="{FF2B5EF4-FFF2-40B4-BE49-F238E27FC236}">
                    <a16:creationId xmlns:a16="http://schemas.microsoft.com/office/drawing/2014/main" id="{B5315F65-878F-4B92-8AC7-628EE9751A01}"/>
                  </a:ext>
                </a:extLst>
              </p:cNvPr>
              <p:cNvSpPr/>
              <p:nvPr/>
            </p:nvSpPr>
            <p:spPr>
              <a:xfrm>
                <a:off x="6907707" y="5470753"/>
                <a:ext cx="25469" cy="12729"/>
              </a:xfrm>
              <a:custGeom>
                <a:avLst/>
                <a:gdLst>
                  <a:gd name="connsiteX0" fmla="*/ 22205 w 25469"/>
                  <a:gd name="connsiteY0" fmla="*/ 7117 h 0"/>
                  <a:gd name="connsiteX1" fmla="*/ 7114 w 25469"/>
                  <a:gd name="connsiteY1" fmla="*/ 7117 h 0"/>
                  <a:gd name="connsiteX2" fmla="*/ 0 w 25469"/>
                  <a:gd name="connsiteY2" fmla="*/ 0 h 0"/>
                  <a:gd name="connsiteX3" fmla="*/ 29280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205" y="7117"/>
                    </a:moveTo>
                    <a:lnTo>
                      <a:pt x="7114" y="7117"/>
                    </a:lnTo>
                    <a:lnTo>
                      <a:pt x="0" y="0"/>
                    </a:lnTo>
                    <a:lnTo>
                      <a:pt x="29280" y="0"/>
                    </a:lnTo>
                    <a:close/>
                  </a:path>
                </a:pathLst>
              </a:custGeom>
              <a:solidFill>
                <a:srgbClr val="80795B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49" name="자유형: 도형 2248">
                <a:extLst>
                  <a:ext uri="{FF2B5EF4-FFF2-40B4-BE49-F238E27FC236}">
                    <a16:creationId xmlns:a16="http://schemas.microsoft.com/office/drawing/2014/main" id="{8F23BC13-3114-49A0-844E-30D844A95930}"/>
                  </a:ext>
                </a:extLst>
              </p:cNvPr>
              <p:cNvSpPr/>
              <p:nvPr/>
            </p:nvSpPr>
            <p:spPr>
              <a:xfrm>
                <a:off x="6929912" y="5470753"/>
                <a:ext cx="12735" cy="25458"/>
              </a:xfrm>
              <a:custGeom>
                <a:avLst/>
                <a:gdLst>
                  <a:gd name="connsiteX0" fmla="*/ 0 w 0"/>
                  <a:gd name="connsiteY0" fmla="*/ 22130 h 25457"/>
                  <a:gd name="connsiteX1" fmla="*/ 0 w 0"/>
                  <a:gd name="connsiteY1" fmla="*/ 7117 h 25457"/>
                  <a:gd name="connsiteX2" fmla="*/ 7075 w 0"/>
                  <a:gd name="connsiteY2" fmla="*/ 0 h 25457"/>
                  <a:gd name="connsiteX3" fmla="*/ 7075 w 0"/>
                  <a:gd name="connsiteY3" fmla="*/ 29261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2130"/>
                    </a:moveTo>
                    <a:lnTo>
                      <a:pt x="0" y="7117"/>
                    </a:lnTo>
                    <a:lnTo>
                      <a:pt x="7075" y="0"/>
                    </a:lnTo>
                    <a:lnTo>
                      <a:pt x="7075" y="29261"/>
                    </a:lnTo>
                    <a:close/>
                  </a:path>
                </a:pathLst>
              </a:custGeom>
              <a:solidFill>
                <a:srgbClr val="5E5B43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50" name="자유형: 도형 2249">
                <a:extLst>
                  <a:ext uri="{FF2B5EF4-FFF2-40B4-BE49-F238E27FC236}">
                    <a16:creationId xmlns:a16="http://schemas.microsoft.com/office/drawing/2014/main" id="{874A78BD-B89A-4BDA-8BC0-4DC508F53FDC}"/>
                  </a:ext>
                </a:extLst>
              </p:cNvPr>
              <p:cNvSpPr/>
              <p:nvPr/>
            </p:nvSpPr>
            <p:spPr>
              <a:xfrm>
                <a:off x="6907707" y="5492884"/>
                <a:ext cx="25469" cy="12729"/>
              </a:xfrm>
              <a:custGeom>
                <a:avLst/>
                <a:gdLst>
                  <a:gd name="connsiteX0" fmla="*/ 0 w 25469"/>
                  <a:gd name="connsiteY0" fmla="*/ 7130 h 0"/>
                  <a:gd name="connsiteX1" fmla="*/ 7114 w 25469"/>
                  <a:gd name="connsiteY1" fmla="*/ 0 h 0"/>
                  <a:gd name="connsiteX2" fmla="*/ 22205 w 25469"/>
                  <a:gd name="connsiteY2" fmla="*/ 0 h 0"/>
                  <a:gd name="connsiteX3" fmla="*/ 29280 w 25469"/>
                  <a:gd name="connsiteY3" fmla="*/ 713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0" y="7130"/>
                    </a:moveTo>
                    <a:lnTo>
                      <a:pt x="7114" y="0"/>
                    </a:lnTo>
                    <a:lnTo>
                      <a:pt x="22205" y="0"/>
                    </a:lnTo>
                    <a:lnTo>
                      <a:pt x="29280" y="7130"/>
                    </a:lnTo>
                    <a:close/>
                  </a:path>
                </a:pathLst>
              </a:custGeom>
              <a:solidFill>
                <a:srgbClr val="9A916C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51" name="자유형: 도형 2250">
                <a:extLst>
                  <a:ext uri="{FF2B5EF4-FFF2-40B4-BE49-F238E27FC236}">
                    <a16:creationId xmlns:a16="http://schemas.microsoft.com/office/drawing/2014/main" id="{0304E122-F481-4847-BCAB-124811B772C5}"/>
                  </a:ext>
                </a:extLst>
              </p:cNvPr>
              <p:cNvSpPr/>
              <p:nvPr/>
            </p:nvSpPr>
            <p:spPr>
              <a:xfrm>
                <a:off x="6968244" y="5349464"/>
                <a:ext cx="89142" cy="178204"/>
              </a:xfrm>
              <a:custGeom>
                <a:avLst/>
                <a:gdLst>
                  <a:gd name="connsiteX0" fmla="*/ 0 w 89141"/>
                  <a:gd name="connsiteY0" fmla="*/ 19248 h 178204"/>
                  <a:gd name="connsiteX1" fmla="*/ 0 w 89141"/>
                  <a:gd name="connsiteY1" fmla="*/ 69338 h 178204"/>
                  <a:gd name="connsiteX2" fmla="*/ 0 w 89141"/>
                  <a:gd name="connsiteY2" fmla="*/ 111889 h 178204"/>
                  <a:gd name="connsiteX3" fmla="*/ 0 w 89141"/>
                  <a:gd name="connsiteY3" fmla="*/ 161992 h 178204"/>
                  <a:gd name="connsiteX4" fmla="*/ 19949 w 89141"/>
                  <a:gd name="connsiteY4" fmla="*/ 181226 h 178204"/>
                  <a:gd name="connsiteX5" fmla="*/ 71830 w 89141"/>
                  <a:gd name="connsiteY5" fmla="*/ 181226 h 178204"/>
                  <a:gd name="connsiteX6" fmla="*/ 91780 w 89141"/>
                  <a:gd name="connsiteY6" fmla="*/ 161992 h 178204"/>
                  <a:gd name="connsiteX7" fmla="*/ 91780 w 89141"/>
                  <a:gd name="connsiteY7" fmla="*/ 111889 h 178204"/>
                  <a:gd name="connsiteX8" fmla="*/ 91780 w 89141"/>
                  <a:gd name="connsiteY8" fmla="*/ 69338 h 178204"/>
                  <a:gd name="connsiteX9" fmla="*/ 91780 w 89141"/>
                  <a:gd name="connsiteY9" fmla="*/ 19248 h 178204"/>
                  <a:gd name="connsiteX10" fmla="*/ 71830 w 89141"/>
                  <a:gd name="connsiteY10" fmla="*/ 0 h 178204"/>
                  <a:gd name="connsiteX11" fmla="*/ 19949 w 89141"/>
                  <a:gd name="connsiteY11" fmla="*/ 0 h 178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9141" h="178204">
                    <a:moveTo>
                      <a:pt x="0" y="19248"/>
                    </a:moveTo>
                    <a:lnTo>
                      <a:pt x="0" y="69338"/>
                    </a:lnTo>
                    <a:lnTo>
                      <a:pt x="0" y="111889"/>
                    </a:lnTo>
                    <a:lnTo>
                      <a:pt x="0" y="161992"/>
                    </a:lnTo>
                    <a:lnTo>
                      <a:pt x="19949" y="181226"/>
                    </a:lnTo>
                    <a:lnTo>
                      <a:pt x="71830" y="181226"/>
                    </a:lnTo>
                    <a:lnTo>
                      <a:pt x="91780" y="161992"/>
                    </a:lnTo>
                    <a:lnTo>
                      <a:pt x="91780" y="111889"/>
                    </a:lnTo>
                    <a:lnTo>
                      <a:pt x="91780" y="69338"/>
                    </a:lnTo>
                    <a:lnTo>
                      <a:pt x="91780" y="19248"/>
                    </a:lnTo>
                    <a:lnTo>
                      <a:pt x="71830" y="0"/>
                    </a:lnTo>
                    <a:lnTo>
                      <a:pt x="19949" y="0"/>
                    </a:lnTo>
                    <a:close/>
                  </a:path>
                </a:pathLst>
              </a:custGeom>
              <a:solidFill>
                <a:srgbClr val="404040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52" name="자유형: 도형 2251">
                <a:extLst>
                  <a:ext uri="{FF2B5EF4-FFF2-40B4-BE49-F238E27FC236}">
                    <a16:creationId xmlns:a16="http://schemas.microsoft.com/office/drawing/2014/main" id="{CE0F6474-B982-481E-B6B2-C7E38AF0AFD7}"/>
                  </a:ext>
                </a:extLst>
              </p:cNvPr>
              <p:cNvSpPr/>
              <p:nvPr/>
            </p:nvSpPr>
            <p:spPr>
              <a:xfrm>
                <a:off x="6968244" y="5349464"/>
                <a:ext cx="89142" cy="178204"/>
              </a:xfrm>
              <a:custGeom>
                <a:avLst/>
                <a:gdLst>
                  <a:gd name="connsiteX0" fmla="*/ 0 w 89141"/>
                  <a:gd name="connsiteY0" fmla="*/ 19248 h 178204"/>
                  <a:gd name="connsiteX1" fmla="*/ 0 w 89141"/>
                  <a:gd name="connsiteY1" fmla="*/ 69338 h 178204"/>
                  <a:gd name="connsiteX2" fmla="*/ 0 w 89141"/>
                  <a:gd name="connsiteY2" fmla="*/ 111889 h 178204"/>
                  <a:gd name="connsiteX3" fmla="*/ 0 w 89141"/>
                  <a:gd name="connsiteY3" fmla="*/ 161992 h 178204"/>
                  <a:gd name="connsiteX4" fmla="*/ 19949 w 89141"/>
                  <a:gd name="connsiteY4" fmla="*/ 181226 h 178204"/>
                  <a:gd name="connsiteX5" fmla="*/ 71830 w 89141"/>
                  <a:gd name="connsiteY5" fmla="*/ 181226 h 178204"/>
                  <a:gd name="connsiteX6" fmla="*/ 91780 w 89141"/>
                  <a:gd name="connsiteY6" fmla="*/ 161992 h 178204"/>
                  <a:gd name="connsiteX7" fmla="*/ 91780 w 89141"/>
                  <a:gd name="connsiteY7" fmla="*/ 111889 h 178204"/>
                  <a:gd name="connsiteX8" fmla="*/ 91780 w 89141"/>
                  <a:gd name="connsiteY8" fmla="*/ 69338 h 178204"/>
                  <a:gd name="connsiteX9" fmla="*/ 91780 w 89141"/>
                  <a:gd name="connsiteY9" fmla="*/ 19248 h 178204"/>
                  <a:gd name="connsiteX10" fmla="*/ 71830 w 89141"/>
                  <a:gd name="connsiteY10" fmla="*/ 0 h 178204"/>
                  <a:gd name="connsiteX11" fmla="*/ 19949 w 89141"/>
                  <a:gd name="connsiteY11" fmla="*/ 0 h 178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9141" h="178204">
                    <a:moveTo>
                      <a:pt x="0" y="19248"/>
                    </a:moveTo>
                    <a:lnTo>
                      <a:pt x="0" y="69338"/>
                    </a:lnTo>
                    <a:lnTo>
                      <a:pt x="0" y="111889"/>
                    </a:lnTo>
                    <a:lnTo>
                      <a:pt x="0" y="161992"/>
                    </a:lnTo>
                    <a:lnTo>
                      <a:pt x="19949" y="181226"/>
                    </a:lnTo>
                    <a:lnTo>
                      <a:pt x="71830" y="181226"/>
                    </a:lnTo>
                    <a:lnTo>
                      <a:pt x="91780" y="161992"/>
                    </a:lnTo>
                    <a:lnTo>
                      <a:pt x="91780" y="111889"/>
                    </a:lnTo>
                    <a:lnTo>
                      <a:pt x="91780" y="69338"/>
                    </a:lnTo>
                    <a:lnTo>
                      <a:pt x="91780" y="19248"/>
                    </a:lnTo>
                    <a:lnTo>
                      <a:pt x="71830" y="0"/>
                    </a:lnTo>
                    <a:lnTo>
                      <a:pt x="19949" y="0"/>
                    </a:lnTo>
                    <a:close/>
                  </a:path>
                </a:pathLst>
              </a:custGeom>
              <a:solidFill>
                <a:srgbClr val="404040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53" name="자유형: 도형 2252">
                <a:extLst>
                  <a:ext uri="{FF2B5EF4-FFF2-40B4-BE49-F238E27FC236}">
                    <a16:creationId xmlns:a16="http://schemas.microsoft.com/office/drawing/2014/main" id="{C65B68BC-7DB6-48DE-9DD8-B880327D4A0A}"/>
                  </a:ext>
                </a:extLst>
              </p:cNvPr>
              <p:cNvSpPr/>
              <p:nvPr/>
            </p:nvSpPr>
            <p:spPr>
              <a:xfrm>
                <a:off x="7006600" y="5386148"/>
                <a:ext cx="12735" cy="12729"/>
              </a:xfrm>
              <a:custGeom>
                <a:avLst/>
                <a:gdLst>
                  <a:gd name="connsiteX0" fmla="*/ 0 w 12734"/>
                  <a:gd name="connsiteY0" fmla="*/ 0 h 12728"/>
                  <a:gd name="connsiteX1" fmla="*/ 15067 w 12734"/>
                  <a:gd name="connsiteY1" fmla="*/ 0 h 12728"/>
                  <a:gd name="connsiteX2" fmla="*/ 15067 w 12734"/>
                  <a:gd name="connsiteY2" fmla="*/ 15064 h 12728"/>
                  <a:gd name="connsiteX3" fmla="*/ 0 w 12734"/>
                  <a:gd name="connsiteY3" fmla="*/ 15064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0" y="0"/>
                    </a:moveTo>
                    <a:lnTo>
                      <a:pt x="15067" y="0"/>
                    </a:lnTo>
                    <a:lnTo>
                      <a:pt x="15067" y="15064"/>
                    </a:lnTo>
                    <a:lnTo>
                      <a:pt x="0" y="15064"/>
                    </a:lnTo>
                    <a:close/>
                  </a:path>
                </a:pathLst>
              </a:custGeom>
              <a:solidFill>
                <a:srgbClr val="8C8663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54" name="자유형: 도형 2253">
                <a:extLst>
                  <a:ext uri="{FF2B5EF4-FFF2-40B4-BE49-F238E27FC236}">
                    <a16:creationId xmlns:a16="http://schemas.microsoft.com/office/drawing/2014/main" id="{A0804763-20FD-4CF9-8B2F-07071A401DEB}"/>
                  </a:ext>
                </a:extLst>
              </p:cNvPr>
              <p:cNvSpPr/>
              <p:nvPr/>
            </p:nvSpPr>
            <p:spPr>
              <a:xfrm>
                <a:off x="6999500" y="5379056"/>
                <a:ext cx="12735" cy="25458"/>
              </a:xfrm>
              <a:custGeom>
                <a:avLst/>
                <a:gdLst>
                  <a:gd name="connsiteX0" fmla="*/ 0 w 0"/>
                  <a:gd name="connsiteY0" fmla="*/ 29286 h 25457"/>
                  <a:gd name="connsiteX1" fmla="*/ 7101 w 0"/>
                  <a:gd name="connsiteY1" fmla="*/ 22143 h 25457"/>
                  <a:gd name="connsiteX2" fmla="*/ 7101 w 0"/>
                  <a:gd name="connsiteY2" fmla="*/ 7143 h 25457"/>
                  <a:gd name="connsiteX3" fmla="*/ 0 w 0"/>
                  <a:gd name="connsiteY3" fmla="*/ 0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9286"/>
                    </a:moveTo>
                    <a:lnTo>
                      <a:pt x="7101" y="22143"/>
                    </a:lnTo>
                    <a:lnTo>
                      <a:pt x="7101" y="714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55" name="자유형: 도형 2254">
                <a:extLst>
                  <a:ext uri="{FF2B5EF4-FFF2-40B4-BE49-F238E27FC236}">
                    <a16:creationId xmlns:a16="http://schemas.microsoft.com/office/drawing/2014/main" id="{AF4B3855-77D6-49B2-94E1-DB5119C09A1B}"/>
                  </a:ext>
                </a:extLst>
              </p:cNvPr>
              <p:cNvSpPr/>
              <p:nvPr/>
            </p:nvSpPr>
            <p:spPr>
              <a:xfrm>
                <a:off x="6999500" y="5379056"/>
                <a:ext cx="25469" cy="12729"/>
              </a:xfrm>
              <a:custGeom>
                <a:avLst/>
                <a:gdLst>
                  <a:gd name="connsiteX0" fmla="*/ 22192 w 25469"/>
                  <a:gd name="connsiteY0" fmla="*/ 7143 h 0"/>
                  <a:gd name="connsiteX1" fmla="*/ 7101 w 25469"/>
                  <a:gd name="connsiteY1" fmla="*/ 7143 h 0"/>
                  <a:gd name="connsiteX2" fmla="*/ 0 w 25469"/>
                  <a:gd name="connsiteY2" fmla="*/ 0 h 0"/>
                  <a:gd name="connsiteX3" fmla="*/ 29267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192" y="7143"/>
                    </a:moveTo>
                    <a:lnTo>
                      <a:pt x="7101" y="7143"/>
                    </a:lnTo>
                    <a:lnTo>
                      <a:pt x="0" y="0"/>
                    </a:lnTo>
                    <a:lnTo>
                      <a:pt x="29267" y="0"/>
                    </a:lnTo>
                    <a:close/>
                  </a:path>
                </a:pathLst>
              </a:custGeom>
              <a:solidFill>
                <a:srgbClr val="80795B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56" name="자유형: 도형 2255">
                <a:extLst>
                  <a:ext uri="{FF2B5EF4-FFF2-40B4-BE49-F238E27FC236}">
                    <a16:creationId xmlns:a16="http://schemas.microsoft.com/office/drawing/2014/main" id="{D99BB467-5F03-4A21-A2F8-491A671159BF}"/>
                  </a:ext>
                </a:extLst>
              </p:cNvPr>
              <p:cNvSpPr/>
              <p:nvPr/>
            </p:nvSpPr>
            <p:spPr>
              <a:xfrm>
                <a:off x="7021692" y="5379056"/>
                <a:ext cx="12735" cy="25458"/>
              </a:xfrm>
              <a:custGeom>
                <a:avLst/>
                <a:gdLst>
                  <a:gd name="connsiteX0" fmla="*/ 0 w 0"/>
                  <a:gd name="connsiteY0" fmla="*/ 22143 h 25457"/>
                  <a:gd name="connsiteX1" fmla="*/ 0 w 0"/>
                  <a:gd name="connsiteY1" fmla="*/ 7143 h 25457"/>
                  <a:gd name="connsiteX2" fmla="*/ 7075 w 0"/>
                  <a:gd name="connsiteY2" fmla="*/ 0 h 25457"/>
                  <a:gd name="connsiteX3" fmla="*/ 7075 w 0"/>
                  <a:gd name="connsiteY3" fmla="*/ 29286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2143"/>
                    </a:moveTo>
                    <a:lnTo>
                      <a:pt x="0" y="7143"/>
                    </a:lnTo>
                    <a:lnTo>
                      <a:pt x="7075" y="0"/>
                    </a:lnTo>
                    <a:lnTo>
                      <a:pt x="7075" y="29286"/>
                    </a:lnTo>
                    <a:close/>
                  </a:path>
                </a:pathLst>
              </a:custGeom>
              <a:solidFill>
                <a:srgbClr val="5E5B43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57" name="자유형: 도형 2256">
                <a:extLst>
                  <a:ext uri="{FF2B5EF4-FFF2-40B4-BE49-F238E27FC236}">
                    <a16:creationId xmlns:a16="http://schemas.microsoft.com/office/drawing/2014/main" id="{B231D614-E1E3-4F25-9504-9D77D61D1E57}"/>
                  </a:ext>
                </a:extLst>
              </p:cNvPr>
              <p:cNvSpPr/>
              <p:nvPr/>
            </p:nvSpPr>
            <p:spPr>
              <a:xfrm>
                <a:off x="6999500" y="5401199"/>
                <a:ext cx="25469" cy="12729"/>
              </a:xfrm>
              <a:custGeom>
                <a:avLst/>
                <a:gdLst>
                  <a:gd name="connsiteX0" fmla="*/ 29267 w 25469"/>
                  <a:gd name="connsiteY0" fmla="*/ 7143 h 0"/>
                  <a:gd name="connsiteX1" fmla="*/ 0 w 25469"/>
                  <a:gd name="connsiteY1" fmla="*/ 7143 h 0"/>
                  <a:gd name="connsiteX2" fmla="*/ 7101 w 25469"/>
                  <a:gd name="connsiteY2" fmla="*/ 0 h 0"/>
                  <a:gd name="connsiteX3" fmla="*/ 22192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9267" y="7143"/>
                    </a:moveTo>
                    <a:lnTo>
                      <a:pt x="0" y="7143"/>
                    </a:lnTo>
                    <a:lnTo>
                      <a:pt x="7101" y="0"/>
                    </a:lnTo>
                    <a:lnTo>
                      <a:pt x="22192" y="0"/>
                    </a:lnTo>
                    <a:close/>
                  </a:path>
                </a:pathLst>
              </a:custGeom>
              <a:solidFill>
                <a:srgbClr val="9A916C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58" name="자유형: 도형 2257">
                <a:extLst>
                  <a:ext uri="{FF2B5EF4-FFF2-40B4-BE49-F238E27FC236}">
                    <a16:creationId xmlns:a16="http://schemas.microsoft.com/office/drawing/2014/main" id="{BC1B1858-B638-4C5A-A052-614488F35071}"/>
                  </a:ext>
                </a:extLst>
              </p:cNvPr>
              <p:cNvSpPr/>
              <p:nvPr/>
            </p:nvSpPr>
            <p:spPr>
              <a:xfrm>
                <a:off x="7006600" y="5477833"/>
                <a:ext cx="12735" cy="12729"/>
              </a:xfrm>
              <a:custGeom>
                <a:avLst/>
                <a:gdLst>
                  <a:gd name="connsiteX0" fmla="*/ 0 w 12734"/>
                  <a:gd name="connsiteY0" fmla="*/ 0 h 12728"/>
                  <a:gd name="connsiteX1" fmla="*/ 15067 w 12734"/>
                  <a:gd name="connsiteY1" fmla="*/ 0 h 12728"/>
                  <a:gd name="connsiteX2" fmla="*/ 15067 w 12734"/>
                  <a:gd name="connsiteY2" fmla="*/ 15077 h 12728"/>
                  <a:gd name="connsiteX3" fmla="*/ 0 w 12734"/>
                  <a:gd name="connsiteY3" fmla="*/ 15077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0" y="0"/>
                    </a:moveTo>
                    <a:lnTo>
                      <a:pt x="15067" y="0"/>
                    </a:lnTo>
                    <a:lnTo>
                      <a:pt x="15067" y="15077"/>
                    </a:lnTo>
                    <a:lnTo>
                      <a:pt x="0" y="15077"/>
                    </a:lnTo>
                    <a:close/>
                  </a:path>
                </a:pathLst>
              </a:custGeom>
              <a:solidFill>
                <a:srgbClr val="8C8663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59" name="자유형: 도형 2258">
                <a:extLst>
                  <a:ext uri="{FF2B5EF4-FFF2-40B4-BE49-F238E27FC236}">
                    <a16:creationId xmlns:a16="http://schemas.microsoft.com/office/drawing/2014/main" id="{054A9FE3-599E-429B-B89E-D81FB949E335}"/>
                  </a:ext>
                </a:extLst>
              </p:cNvPr>
              <p:cNvSpPr/>
              <p:nvPr/>
            </p:nvSpPr>
            <p:spPr>
              <a:xfrm>
                <a:off x="6999500" y="5470753"/>
                <a:ext cx="12735" cy="25458"/>
              </a:xfrm>
              <a:custGeom>
                <a:avLst/>
                <a:gdLst>
                  <a:gd name="connsiteX0" fmla="*/ 0 w 0"/>
                  <a:gd name="connsiteY0" fmla="*/ 29261 h 25457"/>
                  <a:gd name="connsiteX1" fmla="*/ 7101 w 0"/>
                  <a:gd name="connsiteY1" fmla="*/ 22130 h 25457"/>
                  <a:gd name="connsiteX2" fmla="*/ 7101 w 0"/>
                  <a:gd name="connsiteY2" fmla="*/ 7117 h 25457"/>
                  <a:gd name="connsiteX3" fmla="*/ 0 w 0"/>
                  <a:gd name="connsiteY3" fmla="*/ 0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9261"/>
                    </a:moveTo>
                    <a:lnTo>
                      <a:pt x="7101" y="22130"/>
                    </a:lnTo>
                    <a:lnTo>
                      <a:pt x="7101" y="71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60" name="자유형: 도형 2259">
                <a:extLst>
                  <a:ext uri="{FF2B5EF4-FFF2-40B4-BE49-F238E27FC236}">
                    <a16:creationId xmlns:a16="http://schemas.microsoft.com/office/drawing/2014/main" id="{CDB53D44-1F8D-4937-8873-877CD7DA544D}"/>
                  </a:ext>
                </a:extLst>
              </p:cNvPr>
              <p:cNvSpPr/>
              <p:nvPr/>
            </p:nvSpPr>
            <p:spPr>
              <a:xfrm>
                <a:off x="6999500" y="5470753"/>
                <a:ext cx="25469" cy="12729"/>
              </a:xfrm>
              <a:custGeom>
                <a:avLst/>
                <a:gdLst>
                  <a:gd name="connsiteX0" fmla="*/ 22192 w 25469"/>
                  <a:gd name="connsiteY0" fmla="*/ 7117 h 0"/>
                  <a:gd name="connsiteX1" fmla="*/ 7101 w 25469"/>
                  <a:gd name="connsiteY1" fmla="*/ 7117 h 0"/>
                  <a:gd name="connsiteX2" fmla="*/ 0 w 25469"/>
                  <a:gd name="connsiteY2" fmla="*/ 0 h 0"/>
                  <a:gd name="connsiteX3" fmla="*/ 29267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192" y="7117"/>
                    </a:moveTo>
                    <a:lnTo>
                      <a:pt x="7101" y="7117"/>
                    </a:lnTo>
                    <a:lnTo>
                      <a:pt x="0" y="0"/>
                    </a:lnTo>
                    <a:lnTo>
                      <a:pt x="29267" y="0"/>
                    </a:lnTo>
                    <a:close/>
                  </a:path>
                </a:pathLst>
              </a:custGeom>
              <a:solidFill>
                <a:srgbClr val="80795B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61" name="자유형: 도형 2260">
                <a:extLst>
                  <a:ext uri="{FF2B5EF4-FFF2-40B4-BE49-F238E27FC236}">
                    <a16:creationId xmlns:a16="http://schemas.microsoft.com/office/drawing/2014/main" id="{F0F0243B-45D6-481F-9935-E984835E3235}"/>
                  </a:ext>
                </a:extLst>
              </p:cNvPr>
              <p:cNvSpPr/>
              <p:nvPr/>
            </p:nvSpPr>
            <p:spPr>
              <a:xfrm>
                <a:off x="7021692" y="5470753"/>
                <a:ext cx="12735" cy="25458"/>
              </a:xfrm>
              <a:custGeom>
                <a:avLst/>
                <a:gdLst>
                  <a:gd name="connsiteX0" fmla="*/ 0 w 0"/>
                  <a:gd name="connsiteY0" fmla="*/ 22130 h 25457"/>
                  <a:gd name="connsiteX1" fmla="*/ 0 w 0"/>
                  <a:gd name="connsiteY1" fmla="*/ 7117 h 25457"/>
                  <a:gd name="connsiteX2" fmla="*/ 7075 w 0"/>
                  <a:gd name="connsiteY2" fmla="*/ 0 h 25457"/>
                  <a:gd name="connsiteX3" fmla="*/ 7075 w 0"/>
                  <a:gd name="connsiteY3" fmla="*/ 29261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2130"/>
                    </a:moveTo>
                    <a:lnTo>
                      <a:pt x="0" y="7117"/>
                    </a:lnTo>
                    <a:lnTo>
                      <a:pt x="7075" y="0"/>
                    </a:lnTo>
                    <a:lnTo>
                      <a:pt x="7075" y="29261"/>
                    </a:lnTo>
                    <a:close/>
                  </a:path>
                </a:pathLst>
              </a:custGeom>
              <a:solidFill>
                <a:srgbClr val="5E5B43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62" name="자유형: 도형 2261">
                <a:extLst>
                  <a:ext uri="{FF2B5EF4-FFF2-40B4-BE49-F238E27FC236}">
                    <a16:creationId xmlns:a16="http://schemas.microsoft.com/office/drawing/2014/main" id="{0FB24E6D-1872-4F66-B9C7-EBAE57D3A6C5}"/>
                  </a:ext>
                </a:extLst>
              </p:cNvPr>
              <p:cNvSpPr/>
              <p:nvPr/>
            </p:nvSpPr>
            <p:spPr>
              <a:xfrm>
                <a:off x="6999500" y="5492884"/>
                <a:ext cx="25469" cy="12729"/>
              </a:xfrm>
              <a:custGeom>
                <a:avLst/>
                <a:gdLst>
                  <a:gd name="connsiteX0" fmla="*/ 29267 w 25469"/>
                  <a:gd name="connsiteY0" fmla="*/ 7130 h 0"/>
                  <a:gd name="connsiteX1" fmla="*/ 0 w 25469"/>
                  <a:gd name="connsiteY1" fmla="*/ 7130 h 0"/>
                  <a:gd name="connsiteX2" fmla="*/ 7101 w 25469"/>
                  <a:gd name="connsiteY2" fmla="*/ 0 h 0"/>
                  <a:gd name="connsiteX3" fmla="*/ 22192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9267" y="7130"/>
                    </a:moveTo>
                    <a:lnTo>
                      <a:pt x="0" y="7130"/>
                    </a:lnTo>
                    <a:lnTo>
                      <a:pt x="7101" y="0"/>
                    </a:lnTo>
                    <a:lnTo>
                      <a:pt x="22192" y="0"/>
                    </a:lnTo>
                    <a:close/>
                  </a:path>
                </a:pathLst>
              </a:custGeom>
              <a:solidFill>
                <a:srgbClr val="9A916C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63" name="자유형: 도형 2262">
                <a:extLst>
                  <a:ext uri="{FF2B5EF4-FFF2-40B4-BE49-F238E27FC236}">
                    <a16:creationId xmlns:a16="http://schemas.microsoft.com/office/drawing/2014/main" id="{FD5C658A-D6A6-4A64-B20E-3B9C0841B873}"/>
                  </a:ext>
                </a:extLst>
              </p:cNvPr>
              <p:cNvSpPr/>
              <p:nvPr/>
            </p:nvSpPr>
            <p:spPr>
              <a:xfrm>
                <a:off x="7060036" y="5349464"/>
                <a:ext cx="89142" cy="178204"/>
              </a:xfrm>
              <a:custGeom>
                <a:avLst/>
                <a:gdLst>
                  <a:gd name="connsiteX0" fmla="*/ 0 w 89141"/>
                  <a:gd name="connsiteY0" fmla="*/ 19248 h 178204"/>
                  <a:gd name="connsiteX1" fmla="*/ 0 w 89141"/>
                  <a:gd name="connsiteY1" fmla="*/ 69338 h 178204"/>
                  <a:gd name="connsiteX2" fmla="*/ 0 w 89141"/>
                  <a:gd name="connsiteY2" fmla="*/ 111889 h 178204"/>
                  <a:gd name="connsiteX3" fmla="*/ 0 w 89141"/>
                  <a:gd name="connsiteY3" fmla="*/ 161992 h 178204"/>
                  <a:gd name="connsiteX4" fmla="*/ 19937 w 89141"/>
                  <a:gd name="connsiteY4" fmla="*/ 181226 h 178204"/>
                  <a:gd name="connsiteX5" fmla="*/ 71818 w 89141"/>
                  <a:gd name="connsiteY5" fmla="*/ 181226 h 178204"/>
                  <a:gd name="connsiteX6" fmla="*/ 91767 w 89141"/>
                  <a:gd name="connsiteY6" fmla="*/ 161992 h 178204"/>
                  <a:gd name="connsiteX7" fmla="*/ 91767 w 89141"/>
                  <a:gd name="connsiteY7" fmla="*/ 111889 h 178204"/>
                  <a:gd name="connsiteX8" fmla="*/ 91767 w 89141"/>
                  <a:gd name="connsiteY8" fmla="*/ 69338 h 178204"/>
                  <a:gd name="connsiteX9" fmla="*/ 91767 w 89141"/>
                  <a:gd name="connsiteY9" fmla="*/ 19248 h 178204"/>
                  <a:gd name="connsiteX10" fmla="*/ 71818 w 89141"/>
                  <a:gd name="connsiteY10" fmla="*/ 0 h 178204"/>
                  <a:gd name="connsiteX11" fmla="*/ 19937 w 89141"/>
                  <a:gd name="connsiteY11" fmla="*/ 0 h 178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9141" h="178204">
                    <a:moveTo>
                      <a:pt x="0" y="19248"/>
                    </a:moveTo>
                    <a:lnTo>
                      <a:pt x="0" y="69338"/>
                    </a:lnTo>
                    <a:lnTo>
                      <a:pt x="0" y="111889"/>
                    </a:lnTo>
                    <a:lnTo>
                      <a:pt x="0" y="161992"/>
                    </a:lnTo>
                    <a:lnTo>
                      <a:pt x="19937" y="181226"/>
                    </a:lnTo>
                    <a:lnTo>
                      <a:pt x="71818" y="181226"/>
                    </a:lnTo>
                    <a:lnTo>
                      <a:pt x="91767" y="161992"/>
                    </a:lnTo>
                    <a:lnTo>
                      <a:pt x="91767" y="111889"/>
                    </a:lnTo>
                    <a:lnTo>
                      <a:pt x="91767" y="69338"/>
                    </a:lnTo>
                    <a:lnTo>
                      <a:pt x="91767" y="19248"/>
                    </a:lnTo>
                    <a:lnTo>
                      <a:pt x="71818" y="0"/>
                    </a:lnTo>
                    <a:lnTo>
                      <a:pt x="19937" y="0"/>
                    </a:lnTo>
                    <a:close/>
                  </a:path>
                </a:pathLst>
              </a:custGeom>
              <a:solidFill>
                <a:srgbClr val="404040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64" name="자유형: 도형 2263">
                <a:extLst>
                  <a:ext uri="{FF2B5EF4-FFF2-40B4-BE49-F238E27FC236}">
                    <a16:creationId xmlns:a16="http://schemas.microsoft.com/office/drawing/2014/main" id="{3F8E4CE2-ED55-43D6-9866-F6584CEBE916}"/>
                  </a:ext>
                </a:extLst>
              </p:cNvPr>
              <p:cNvSpPr/>
              <p:nvPr/>
            </p:nvSpPr>
            <p:spPr>
              <a:xfrm>
                <a:off x="7060036" y="5349464"/>
                <a:ext cx="89142" cy="178204"/>
              </a:xfrm>
              <a:custGeom>
                <a:avLst/>
                <a:gdLst>
                  <a:gd name="connsiteX0" fmla="*/ 0 w 89141"/>
                  <a:gd name="connsiteY0" fmla="*/ 19248 h 178204"/>
                  <a:gd name="connsiteX1" fmla="*/ 0 w 89141"/>
                  <a:gd name="connsiteY1" fmla="*/ 69338 h 178204"/>
                  <a:gd name="connsiteX2" fmla="*/ 0 w 89141"/>
                  <a:gd name="connsiteY2" fmla="*/ 111889 h 178204"/>
                  <a:gd name="connsiteX3" fmla="*/ 0 w 89141"/>
                  <a:gd name="connsiteY3" fmla="*/ 161992 h 178204"/>
                  <a:gd name="connsiteX4" fmla="*/ 19937 w 89141"/>
                  <a:gd name="connsiteY4" fmla="*/ 181226 h 178204"/>
                  <a:gd name="connsiteX5" fmla="*/ 71818 w 89141"/>
                  <a:gd name="connsiteY5" fmla="*/ 181226 h 178204"/>
                  <a:gd name="connsiteX6" fmla="*/ 91767 w 89141"/>
                  <a:gd name="connsiteY6" fmla="*/ 161992 h 178204"/>
                  <a:gd name="connsiteX7" fmla="*/ 91767 w 89141"/>
                  <a:gd name="connsiteY7" fmla="*/ 111889 h 178204"/>
                  <a:gd name="connsiteX8" fmla="*/ 91767 w 89141"/>
                  <a:gd name="connsiteY8" fmla="*/ 69338 h 178204"/>
                  <a:gd name="connsiteX9" fmla="*/ 91767 w 89141"/>
                  <a:gd name="connsiteY9" fmla="*/ 19248 h 178204"/>
                  <a:gd name="connsiteX10" fmla="*/ 71818 w 89141"/>
                  <a:gd name="connsiteY10" fmla="*/ 0 h 178204"/>
                  <a:gd name="connsiteX11" fmla="*/ 19937 w 89141"/>
                  <a:gd name="connsiteY11" fmla="*/ 0 h 178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9141" h="178204">
                    <a:moveTo>
                      <a:pt x="0" y="19248"/>
                    </a:moveTo>
                    <a:lnTo>
                      <a:pt x="0" y="69338"/>
                    </a:lnTo>
                    <a:lnTo>
                      <a:pt x="0" y="111889"/>
                    </a:lnTo>
                    <a:lnTo>
                      <a:pt x="0" y="161992"/>
                    </a:lnTo>
                    <a:lnTo>
                      <a:pt x="19937" y="181226"/>
                    </a:lnTo>
                    <a:lnTo>
                      <a:pt x="71818" y="181226"/>
                    </a:lnTo>
                    <a:lnTo>
                      <a:pt x="91767" y="161992"/>
                    </a:lnTo>
                    <a:lnTo>
                      <a:pt x="91767" y="111889"/>
                    </a:lnTo>
                    <a:lnTo>
                      <a:pt x="91767" y="69338"/>
                    </a:lnTo>
                    <a:lnTo>
                      <a:pt x="91767" y="19248"/>
                    </a:lnTo>
                    <a:lnTo>
                      <a:pt x="71818" y="0"/>
                    </a:lnTo>
                    <a:lnTo>
                      <a:pt x="19937" y="0"/>
                    </a:lnTo>
                    <a:close/>
                  </a:path>
                </a:pathLst>
              </a:custGeom>
              <a:solidFill>
                <a:srgbClr val="404040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65" name="자유형: 도형 2264">
                <a:extLst>
                  <a:ext uri="{FF2B5EF4-FFF2-40B4-BE49-F238E27FC236}">
                    <a16:creationId xmlns:a16="http://schemas.microsoft.com/office/drawing/2014/main" id="{247D09A7-56FF-4320-97C9-B31C5D80B416}"/>
                  </a:ext>
                </a:extLst>
              </p:cNvPr>
              <p:cNvSpPr/>
              <p:nvPr/>
            </p:nvSpPr>
            <p:spPr>
              <a:xfrm>
                <a:off x="7097884" y="5386148"/>
                <a:ext cx="12735" cy="12729"/>
              </a:xfrm>
              <a:custGeom>
                <a:avLst/>
                <a:gdLst>
                  <a:gd name="connsiteX0" fmla="*/ 0 w 12734"/>
                  <a:gd name="connsiteY0" fmla="*/ 0 h 12728"/>
                  <a:gd name="connsiteX1" fmla="*/ 15067 w 12734"/>
                  <a:gd name="connsiteY1" fmla="*/ 0 h 12728"/>
                  <a:gd name="connsiteX2" fmla="*/ 15067 w 12734"/>
                  <a:gd name="connsiteY2" fmla="*/ 15064 h 12728"/>
                  <a:gd name="connsiteX3" fmla="*/ 0 w 12734"/>
                  <a:gd name="connsiteY3" fmla="*/ 15064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0" y="0"/>
                    </a:moveTo>
                    <a:lnTo>
                      <a:pt x="15067" y="0"/>
                    </a:lnTo>
                    <a:lnTo>
                      <a:pt x="15067" y="15064"/>
                    </a:lnTo>
                    <a:lnTo>
                      <a:pt x="0" y="15064"/>
                    </a:lnTo>
                    <a:close/>
                  </a:path>
                </a:pathLst>
              </a:custGeom>
              <a:solidFill>
                <a:srgbClr val="8C8663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66" name="자유형: 도형 2265">
                <a:extLst>
                  <a:ext uri="{FF2B5EF4-FFF2-40B4-BE49-F238E27FC236}">
                    <a16:creationId xmlns:a16="http://schemas.microsoft.com/office/drawing/2014/main" id="{1A4AB41D-5B27-4EC0-8C16-9D665BF49E91}"/>
                  </a:ext>
                </a:extLst>
              </p:cNvPr>
              <p:cNvSpPr/>
              <p:nvPr/>
            </p:nvSpPr>
            <p:spPr>
              <a:xfrm>
                <a:off x="7091279" y="5379056"/>
                <a:ext cx="12735" cy="25458"/>
              </a:xfrm>
              <a:custGeom>
                <a:avLst/>
                <a:gdLst>
                  <a:gd name="connsiteX0" fmla="*/ 0 w 0"/>
                  <a:gd name="connsiteY0" fmla="*/ 29286 h 25457"/>
                  <a:gd name="connsiteX1" fmla="*/ 7101 w 0"/>
                  <a:gd name="connsiteY1" fmla="*/ 22143 h 25457"/>
                  <a:gd name="connsiteX2" fmla="*/ 7101 w 0"/>
                  <a:gd name="connsiteY2" fmla="*/ 7143 h 25457"/>
                  <a:gd name="connsiteX3" fmla="*/ 0 w 0"/>
                  <a:gd name="connsiteY3" fmla="*/ 0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9286"/>
                    </a:moveTo>
                    <a:lnTo>
                      <a:pt x="7101" y="22143"/>
                    </a:lnTo>
                    <a:lnTo>
                      <a:pt x="7101" y="714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67" name="자유형: 도형 2266">
                <a:extLst>
                  <a:ext uri="{FF2B5EF4-FFF2-40B4-BE49-F238E27FC236}">
                    <a16:creationId xmlns:a16="http://schemas.microsoft.com/office/drawing/2014/main" id="{C4FFFABD-2F7B-4A41-BDCF-C3E6CA1E1F3E}"/>
                  </a:ext>
                </a:extLst>
              </p:cNvPr>
              <p:cNvSpPr/>
              <p:nvPr/>
            </p:nvSpPr>
            <p:spPr>
              <a:xfrm>
                <a:off x="7091279" y="5379056"/>
                <a:ext cx="25469" cy="12729"/>
              </a:xfrm>
              <a:custGeom>
                <a:avLst/>
                <a:gdLst>
                  <a:gd name="connsiteX0" fmla="*/ 22192 w 25469"/>
                  <a:gd name="connsiteY0" fmla="*/ 7143 h 0"/>
                  <a:gd name="connsiteX1" fmla="*/ 7101 w 25469"/>
                  <a:gd name="connsiteY1" fmla="*/ 7143 h 0"/>
                  <a:gd name="connsiteX2" fmla="*/ 0 w 25469"/>
                  <a:gd name="connsiteY2" fmla="*/ 0 h 0"/>
                  <a:gd name="connsiteX3" fmla="*/ 29281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192" y="7143"/>
                    </a:moveTo>
                    <a:lnTo>
                      <a:pt x="7101" y="7143"/>
                    </a:lnTo>
                    <a:lnTo>
                      <a:pt x="0" y="0"/>
                    </a:lnTo>
                    <a:lnTo>
                      <a:pt x="29281" y="0"/>
                    </a:lnTo>
                    <a:close/>
                  </a:path>
                </a:pathLst>
              </a:custGeom>
              <a:solidFill>
                <a:srgbClr val="80795B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68" name="자유형: 도형 2267">
                <a:extLst>
                  <a:ext uri="{FF2B5EF4-FFF2-40B4-BE49-F238E27FC236}">
                    <a16:creationId xmlns:a16="http://schemas.microsoft.com/office/drawing/2014/main" id="{B0CA3E59-E01E-4EF4-AADC-EAA5EF3A3C60}"/>
                  </a:ext>
                </a:extLst>
              </p:cNvPr>
              <p:cNvSpPr/>
              <p:nvPr/>
            </p:nvSpPr>
            <p:spPr>
              <a:xfrm>
                <a:off x="7113472" y="5379056"/>
                <a:ext cx="12735" cy="25458"/>
              </a:xfrm>
              <a:custGeom>
                <a:avLst/>
                <a:gdLst>
                  <a:gd name="connsiteX0" fmla="*/ 0 w 0"/>
                  <a:gd name="connsiteY0" fmla="*/ 22143 h 25457"/>
                  <a:gd name="connsiteX1" fmla="*/ 0 w 0"/>
                  <a:gd name="connsiteY1" fmla="*/ 7143 h 25457"/>
                  <a:gd name="connsiteX2" fmla="*/ 7089 w 0"/>
                  <a:gd name="connsiteY2" fmla="*/ 0 h 25457"/>
                  <a:gd name="connsiteX3" fmla="*/ 7089 w 0"/>
                  <a:gd name="connsiteY3" fmla="*/ 29286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2143"/>
                    </a:moveTo>
                    <a:lnTo>
                      <a:pt x="0" y="7143"/>
                    </a:lnTo>
                    <a:lnTo>
                      <a:pt x="7089" y="0"/>
                    </a:lnTo>
                    <a:lnTo>
                      <a:pt x="7089" y="29286"/>
                    </a:lnTo>
                    <a:close/>
                  </a:path>
                </a:pathLst>
              </a:custGeom>
              <a:solidFill>
                <a:srgbClr val="5E5B43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69" name="자유형: 도형 2268">
                <a:extLst>
                  <a:ext uri="{FF2B5EF4-FFF2-40B4-BE49-F238E27FC236}">
                    <a16:creationId xmlns:a16="http://schemas.microsoft.com/office/drawing/2014/main" id="{591B8038-0E28-4715-8EFC-BE0CEED35105}"/>
                  </a:ext>
                </a:extLst>
              </p:cNvPr>
              <p:cNvSpPr/>
              <p:nvPr/>
            </p:nvSpPr>
            <p:spPr>
              <a:xfrm>
                <a:off x="7091279" y="5401199"/>
                <a:ext cx="25469" cy="12729"/>
              </a:xfrm>
              <a:custGeom>
                <a:avLst/>
                <a:gdLst>
                  <a:gd name="connsiteX0" fmla="*/ 22192 w 25469"/>
                  <a:gd name="connsiteY0" fmla="*/ 0 h 0"/>
                  <a:gd name="connsiteX1" fmla="*/ 29281 w 25469"/>
                  <a:gd name="connsiteY1" fmla="*/ 7143 h 0"/>
                  <a:gd name="connsiteX2" fmla="*/ 0 w 25469"/>
                  <a:gd name="connsiteY2" fmla="*/ 7143 h 0"/>
                  <a:gd name="connsiteX3" fmla="*/ 7101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192" y="0"/>
                    </a:moveTo>
                    <a:lnTo>
                      <a:pt x="29281" y="7143"/>
                    </a:lnTo>
                    <a:lnTo>
                      <a:pt x="0" y="7143"/>
                    </a:lnTo>
                    <a:lnTo>
                      <a:pt x="7101" y="0"/>
                    </a:lnTo>
                    <a:close/>
                  </a:path>
                </a:pathLst>
              </a:custGeom>
              <a:solidFill>
                <a:srgbClr val="9A916C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70" name="자유형: 도형 2269">
                <a:extLst>
                  <a:ext uri="{FF2B5EF4-FFF2-40B4-BE49-F238E27FC236}">
                    <a16:creationId xmlns:a16="http://schemas.microsoft.com/office/drawing/2014/main" id="{1BB8E69D-5DA7-4419-9081-548976FB1457}"/>
                  </a:ext>
                </a:extLst>
              </p:cNvPr>
              <p:cNvSpPr/>
              <p:nvPr/>
            </p:nvSpPr>
            <p:spPr>
              <a:xfrm>
                <a:off x="7097884" y="5477833"/>
                <a:ext cx="12735" cy="12729"/>
              </a:xfrm>
              <a:custGeom>
                <a:avLst/>
                <a:gdLst>
                  <a:gd name="connsiteX0" fmla="*/ 0 w 12734"/>
                  <a:gd name="connsiteY0" fmla="*/ 0 h 12728"/>
                  <a:gd name="connsiteX1" fmla="*/ 15067 w 12734"/>
                  <a:gd name="connsiteY1" fmla="*/ 0 h 12728"/>
                  <a:gd name="connsiteX2" fmla="*/ 15067 w 12734"/>
                  <a:gd name="connsiteY2" fmla="*/ 15077 h 12728"/>
                  <a:gd name="connsiteX3" fmla="*/ 0 w 12734"/>
                  <a:gd name="connsiteY3" fmla="*/ 15077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0" y="0"/>
                    </a:moveTo>
                    <a:lnTo>
                      <a:pt x="15067" y="0"/>
                    </a:lnTo>
                    <a:lnTo>
                      <a:pt x="15067" y="15077"/>
                    </a:lnTo>
                    <a:lnTo>
                      <a:pt x="0" y="15077"/>
                    </a:lnTo>
                    <a:close/>
                  </a:path>
                </a:pathLst>
              </a:custGeom>
              <a:solidFill>
                <a:srgbClr val="8C8663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71" name="자유형: 도형 2270">
                <a:extLst>
                  <a:ext uri="{FF2B5EF4-FFF2-40B4-BE49-F238E27FC236}">
                    <a16:creationId xmlns:a16="http://schemas.microsoft.com/office/drawing/2014/main" id="{3558D63C-3A86-4F25-AF39-F372B0A326D2}"/>
                  </a:ext>
                </a:extLst>
              </p:cNvPr>
              <p:cNvSpPr/>
              <p:nvPr/>
            </p:nvSpPr>
            <p:spPr>
              <a:xfrm>
                <a:off x="7091279" y="5470753"/>
                <a:ext cx="12735" cy="25458"/>
              </a:xfrm>
              <a:custGeom>
                <a:avLst/>
                <a:gdLst>
                  <a:gd name="connsiteX0" fmla="*/ 0 w 0"/>
                  <a:gd name="connsiteY0" fmla="*/ 29261 h 25457"/>
                  <a:gd name="connsiteX1" fmla="*/ 7101 w 0"/>
                  <a:gd name="connsiteY1" fmla="*/ 22130 h 25457"/>
                  <a:gd name="connsiteX2" fmla="*/ 7101 w 0"/>
                  <a:gd name="connsiteY2" fmla="*/ 7117 h 25457"/>
                  <a:gd name="connsiteX3" fmla="*/ 0 w 0"/>
                  <a:gd name="connsiteY3" fmla="*/ 0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9261"/>
                    </a:moveTo>
                    <a:lnTo>
                      <a:pt x="7101" y="22130"/>
                    </a:lnTo>
                    <a:lnTo>
                      <a:pt x="7101" y="71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72" name="자유형: 도형 2271">
                <a:extLst>
                  <a:ext uri="{FF2B5EF4-FFF2-40B4-BE49-F238E27FC236}">
                    <a16:creationId xmlns:a16="http://schemas.microsoft.com/office/drawing/2014/main" id="{1829F194-1FB4-46A9-BB8E-4F9A2D110803}"/>
                  </a:ext>
                </a:extLst>
              </p:cNvPr>
              <p:cNvSpPr/>
              <p:nvPr/>
            </p:nvSpPr>
            <p:spPr>
              <a:xfrm>
                <a:off x="7091279" y="5470753"/>
                <a:ext cx="25469" cy="12729"/>
              </a:xfrm>
              <a:custGeom>
                <a:avLst/>
                <a:gdLst>
                  <a:gd name="connsiteX0" fmla="*/ 22192 w 25469"/>
                  <a:gd name="connsiteY0" fmla="*/ 7117 h 0"/>
                  <a:gd name="connsiteX1" fmla="*/ 7101 w 25469"/>
                  <a:gd name="connsiteY1" fmla="*/ 7117 h 0"/>
                  <a:gd name="connsiteX2" fmla="*/ 0 w 25469"/>
                  <a:gd name="connsiteY2" fmla="*/ 0 h 0"/>
                  <a:gd name="connsiteX3" fmla="*/ 29281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192" y="7117"/>
                    </a:moveTo>
                    <a:lnTo>
                      <a:pt x="7101" y="7117"/>
                    </a:lnTo>
                    <a:lnTo>
                      <a:pt x="0" y="0"/>
                    </a:lnTo>
                    <a:lnTo>
                      <a:pt x="29281" y="0"/>
                    </a:lnTo>
                    <a:close/>
                  </a:path>
                </a:pathLst>
              </a:custGeom>
              <a:solidFill>
                <a:srgbClr val="80795B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73" name="자유형: 도형 2272">
                <a:extLst>
                  <a:ext uri="{FF2B5EF4-FFF2-40B4-BE49-F238E27FC236}">
                    <a16:creationId xmlns:a16="http://schemas.microsoft.com/office/drawing/2014/main" id="{3F412539-E9F9-4776-BC2C-E912C3745B30}"/>
                  </a:ext>
                </a:extLst>
              </p:cNvPr>
              <p:cNvSpPr/>
              <p:nvPr/>
            </p:nvSpPr>
            <p:spPr>
              <a:xfrm>
                <a:off x="7113472" y="5470753"/>
                <a:ext cx="12735" cy="25458"/>
              </a:xfrm>
              <a:custGeom>
                <a:avLst/>
                <a:gdLst>
                  <a:gd name="connsiteX0" fmla="*/ 0 w 0"/>
                  <a:gd name="connsiteY0" fmla="*/ 22130 h 25457"/>
                  <a:gd name="connsiteX1" fmla="*/ 0 w 0"/>
                  <a:gd name="connsiteY1" fmla="*/ 7117 h 25457"/>
                  <a:gd name="connsiteX2" fmla="*/ 7089 w 0"/>
                  <a:gd name="connsiteY2" fmla="*/ 0 h 25457"/>
                  <a:gd name="connsiteX3" fmla="*/ 7089 w 0"/>
                  <a:gd name="connsiteY3" fmla="*/ 29261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2130"/>
                    </a:moveTo>
                    <a:lnTo>
                      <a:pt x="0" y="7117"/>
                    </a:lnTo>
                    <a:lnTo>
                      <a:pt x="7089" y="0"/>
                    </a:lnTo>
                    <a:lnTo>
                      <a:pt x="7089" y="29261"/>
                    </a:lnTo>
                    <a:close/>
                  </a:path>
                </a:pathLst>
              </a:custGeom>
              <a:solidFill>
                <a:srgbClr val="5E5B43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74" name="자유형: 도형 2273">
                <a:extLst>
                  <a:ext uri="{FF2B5EF4-FFF2-40B4-BE49-F238E27FC236}">
                    <a16:creationId xmlns:a16="http://schemas.microsoft.com/office/drawing/2014/main" id="{1384728F-0524-4217-A651-0989FA2B1276}"/>
                  </a:ext>
                </a:extLst>
              </p:cNvPr>
              <p:cNvSpPr/>
              <p:nvPr/>
            </p:nvSpPr>
            <p:spPr>
              <a:xfrm>
                <a:off x="7091279" y="5492884"/>
                <a:ext cx="25469" cy="12729"/>
              </a:xfrm>
              <a:custGeom>
                <a:avLst/>
                <a:gdLst>
                  <a:gd name="connsiteX0" fmla="*/ 0 w 25469"/>
                  <a:gd name="connsiteY0" fmla="*/ 7130 h 0"/>
                  <a:gd name="connsiteX1" fmla="*/ 7101 w 25469"/>
                  <a:gd name="connsiteY1" fmla="*/ 0 h 0"/>
                  <a:gd name="connsiteX2" fmla="*/ 22192 w 25469"/>
                  <a:gd name="connsiteY2" fmla="*/ 0 h 0"/>
                  <a:gd name="connsiteX3" fmla="*/ 29281 w 25469"/>
                  <a:gd name="connsiteY3" fmla="*/ 713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0" y="7130"/>
                    </a:moveTo>
                    <a:lnTo>
                      <a:pt x="7101" y="0"/>
                    </a:lnTo>
                    <a:lnTo>
                      <a:pt x="22192" y="0"/>
                    </a:lnTo>
                    <a:lnTo>
                      <a:pt x="29281" y="7130"/>
                    </a:lnTo>
                    <a:close/>
                  </a:path>
                </a:pathLst>
              </a:custGeom>
              <a:solidFill>
                <a:srgbClr val="9A916C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75" name="자유형: 도형 2274">
                <a:extLst>
                  <a:ext uri="{FF2B5EF4-FFF2-40B4-BE49-F238E27FC236}">
                    <a16:creationId xmlns:a16="http://schemas.microsoft.com/office/drawing/2014/main" id="{E7EFDDD5-C8F8-428E-A999-1441A1C68109}"/>
                  </a:ext>
                </a:extLst>
              </p:cNvPr>
              <p:cNvSpPr/>
              <p:nvPr/>
            </p:nvSpPr>
            <p:spPr>
              <a:xfrm>
                <a:off x="7151816" y="5349464"/>
                <a:ext cx="89142" cy="178204"/>
              </a:xfrm>
              <a:custGeom>
                <a:avLst/>
                <a:gdLst>
                  <a:gd name="connsiteX0" fmla="*/ 0 w 89141"/>
                  <a:gd name="connsiteY0" fmla="*/ 19248 h 178204"/>
                  <a:gd name="connsiteX1" fmla="*/ 0 w 89141"/>
                  <a:gd name="connsiteY1" fmla="*/ 69338 h 178204"/>
                  <a:gd name="connsiteX2" fmla="*/ 0 w 89141"/>
                  <a:gd name="connsiteY2" fmla="*/ 111889 h 178204"/>
                  <a:gd name="connsiteX3" fmla="*/ 0 w 89141"/>
                  <a:gd name="connsiteY3" fmla="*/ 161992 h 178204"/>
                  <a:gd name="connsiteX4" fmla="*/ 19937 w 89141"/>
                  <a:gd name="connsiteY4" fmla="*/ 181226 h 178204"/>
                  <a:gd name="connsiteX5" fmla="*/ 71830 w 89141"/>
                  <a:gd name="connsiteY5" fmla="*/ 181226 h 178204"/>
                  <a:gd name="connsiteX6" fmla="*/ 91767 w 89141"/>
                  <a:gd name="connsiteY6" fmla="*/ 161992 h 178204"/>
                  <a:gd name="connsiteX7" fmla="*/ 91767 w 89141"/>
                  <a:gd name="connsiteY7" fmla="*/ 111889 h 178204"/>
                  <a:gd name="connsiteX8" fmla="*/ 91767 w 89141"/>
                  <a:gd name="connsiteY8" fmla="*/ 69338 h 178204"/>
                  <a:gd name="connsiteX9" fmla="*/ 91767 w 89141"/>
                  <a:gd name="connsiteY9" fmla="*/ 19248 h 178204"/>
                  <a:gd name="connsiteX10" fmla="*/ 71830 w 89141"/>
                  <a:gd name="connsiteY10" fmla="*/ 0 h 178204"/>
                  <a:gd name="connsiteX11" fmla="*/ 19937 w 89141"/>
                  <a:gd name="connsiteY11" fmla="*/ 0 h 178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9141" h="178204">
                    <a:moveTo>
                      <a:pt x="0" y="19248"/>
                    </a:moveTo>
                    <a:lnTo>
                      <a:pt x="0" y="69338"/>
                    </a:lnTo>
                    <a:lnTo>
                      <a:pt x="0" y="111889"/>
                    </a:lnTo>
                    <a:lnTo>
                      <a:pt x="0" y="161992"/>
                    </a:lnTo>
                    <a:lnTo>
                      <a:pt x="19937" y="181226"/>
                    </a:lnTo>
                    <a:lnTo>
                      <a:pt x="71830" y="181226"/>
                    </a:lnTo>
                    <a:lnTo>
                      <a:pt x="91767" y="161992"/>
                    </a:lnTo>
                    <a:lnTo>
                      <a:pt x="91767" y="111889"/>
                    </a:lnTo>
                    <a:lnTo>
                      <a:pt x="91767" y="69338"/>
                    </a:lnTo>
                    <a:lnTo>
                      <a:pt x="91767" y="19248"/>
                    </a:lnTo>
                    <a:lnTo>
                      <a:pt x="71830" y="0"/>
                    </a:lnTo>
                    <a:lnTo>
                      <a:pt x="19937" y="0"/>
                    </a:lnTo>
                    <a:close/>
                  </a:path>
                </a:pathLst>
              </a:custGeom>
              <a:solidFill>
                <a:srgbClr val="404040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76" name="자유형: 도형 2275">
                <a:extLst>
                  <a:ext uri="{FF2B5EF4-FFF2-40B4-BE49-F238E27FC236}">
                    <a16:creationId xmlns:a16="http://schemas.microsoft.com/office/drawing/2014/main" id="{CA2B8E58-BD90-47D2-BF77-F8AD97811095}"/>
                  </a:ext>
                </a:extLst>
              </p:cNvPr>
              <p:cNvSpPr/>
              <p:nvPr/>
            </p:nvSpPr>
            <p:spPr>
              <a:xfrm>
                <a:off x="7151816" y="5349464"/>
                <a:ext cx="89142" cy="178204"/>
              </a:xfrm>
              <a:custGeom>
                <a:avLst/>
                <a:gdLst>
                  <a:gd name="connsiteX0" fmla="*/ 0 w 89141"/>
                  <a:gd name="connsiteY0" fmla="*/ 19248 h 178204"/>
                  <a:gd name="connsiteX1" fmla="*/ 0 w 89141"/>
                  <a:gd name="connsiteY1" fmla="*/ 69338 h 178204"/>
                  <a:gd name="connsiteX2" fmla="*/ 0 w 89141"/>
                  <a:gd name="connsiteY2" fmla="*/ 111889 h 178204"/>
                  <a:gd name="connsiteX3" fmla="*/ 0 w 89141"/>
                  <a:gd name="connsiteY3" fmla="*/ 161992 h 178204"/>
                  <a:gd name="connsiteX4" fmla="*/ 19937 w 89141"/>
                  <a:gd name="connsiteY4" fmla="*/ 181226 h 178204"/>
                  <a:gd name="connsiteX5" fmla="*/ 71830 w 89141"/>
                  <a:gd name="connsiteY5" fmla="*/ 181226 h 178204"/>
                  <a:gd name="connsiteX6" fmla="*/ 91767 w 89141"/>
                  <a:gd name="connsiteY6" fmla="*/ 161992 h 178204"/>
                  <a:gd name="connsiteX7" fmla="*/ 91767 w 89141"/>
                  <a:gd name="connsiteY7" fmla="*/ 111889 h 178204"/>
                  <a:gd name="connsiteX8" fmla="*/ 91767 w 89141"/>
                  <a:gd name="connsiteY8" fmla="*/ 69338 h 178204"/>
                  <a:gd name="connsiteX9" fmla="*/ 91767 w 89141"/>
                  <a:gd name="connsiteY9" fmla="*/ 19248 h 178204"/>
                  <a:gd name="connsiteX10" fmla="*/ 71830 w 89141"/>
                  <a:gd name="connsiteY10" fmla="*/ 0 h 178204"/>
                  <a:gd name="connsiteX11" fmla="*/ 19937 w 89141"/>
                  <a:gd name="connsiteY11" fmla="*/ 0 h 178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9141" h="178204">
                    <a:moveTo>
                      <a:pt x="0" y="19248"/>
                    </a:moveTo>
                    <a:lnTo>
                      <a:pt x="0" y="69338"/>
                    </a:lnTo>
                    <a:lnTo>
                      <a:pt x="0" y="111889"/>
                    </a:lnTo>
                    <a:lnTo>
                      <a:pt x="0" y="161992"/>
                    </a:lnTo>
                    <a:lnTo>
                      <a:pt x="19937" y="181226"/>
                    </a:lnTo>
                    <a:lnTo>
                      <a:pt x="71830" y="181226"/>
                    </a:lnTo>
                    <a:lnTo>
                      <a:pt x="91767" y="161992"/>
                    </a:lnTo>
                    <a:lnTo>
                      <a:pt x="91767" y="111889"/>
                    </a:lnTo>
                    <a:lnTo>
                      <a:pt x="91767" y="69338"/>
                    </a:lnTo>
                    <a:lnTo>
                      <a:pt x="91767" y="19248"/>
                    </a:lnTo>
                    <a:lnTo>
                      <a:pt x="71830" y="0"/>
                    </a:lnTo>
                    <a:lnTo>
                      <a:pt x="19937" y="0"/>
                    </a:lnTo>
                    <a:close/>
                  </a:path>
                </a:pathLst>
              </a:custGeom>
              <a:solidFill>
                <a:srgbClr val="404040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77" name="자유형: 도형 2276">
                <a:extLst>
                  <a:ext uri="{FF2B5EF4-FFF2-40B4-BE49-F238E27FC236}">
                    <a16:creationId xmlns:a16="http://schemas.microsoft.com/office/drawing/2014/main" id="{D64E25C8-BBF6-4FF6-AA14-F7A4755A464C}"/>
                  </a:ext>
                </a:extLst>
              </p:cNvPr>
              <p:cNvSpPr/>
              <p:nvPr/>
            </p:nvSpPr>
            <p:spPr>
              <a:xfrm>
                <a:off x="7189572" y="5386466"/>
                <a:ext cx="12735" cy="12729"/>
              </a:xfrm>
              <a:custGeom>
                <a:avLst/>
                <a:gdLst>
                  <a:gd name="connsiteX0" fmla="*/ 0 w 12734"/>
                  <a:gd name="connsiteY0" fmla="*/ 0 h 12728"/>
                  <a:gd name="connsiteX1" fmla="*/ 15067 w 12734"/>
                  <a:gd name="connsiteY1" fmla="*/ 0 h 12728"/>
                  <a:gd name="connsiteX2" fmla="*/ 15067 w 12734"/>
                  <a:gd name="connsiteY2" fmla="*/ 15064 h 12728"/>
                  <a:gd name="connsiteX3" fmla="*/ 0 w 12734"/>
                  <a:gd name="connsiteY3" fmla="*/ 15064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0" y="0"/>
                    </a:moveTo>
                    <a:lnTo>
                      <a:pt x="15067" y="0"/>
                    </a:lnTo>
                    <a:lnTo>
                      <a:pt x="15067" y="15064"/>
                    </a:lnTo>
                    <a:lnTo>
                      <a:pt x="0" y="15064"/>
                    </a:lnTo>
                    <a:close/>
                  </a:path>
                </a:pathLst>
              </a:custGeom>
              <a:solidFill>
                <a:srgbClr val="8C8663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78" name="자유형: 도형 2277">
                <a:extLst>
                  <a:ext uri="{FF2B5EF4-FFF2-40B4-BE49-F238E27FC236}">
                    <a16:creationId xmlns:a16="http://schemas.microsoft.com/office/drawing/2014/main" id="{F49B6720-F4F4-4138-AC48-3080A9C5D7F8}"/>
                  </a:ext>
                </a:extLst>
              </p:cNvPr>
              <p:cNvSpPr/>
              <p:nvPr/>
            </p:nvSpPr>
            <p:spPr>
              <a:xfrm>
                <a:off x="7183059" y="5379056"/>
                <a:ext cx="12735" cy="25458"/>
              </a:xfrm>
              <a:custGeom>
                <a:avLst/>
                <a:gdLst>
                  <a:gd name="connsiteX0" fmla="*/ 0 w 0"/>
                  <a:gd name="connsiteY0" fmla="*/ 29286 h 25457"/>
                  <a:gd name="connsiteX1" fmla="*/ 7114 w 0"/>
                  <a:gd name="connsiteY1" fmla="*/ 22143 h 25457"/>
                  <a:gd name="connsiteX2" fmla="*/ 7114 w 0"/>
                  <a:gd name="connsiteY2" fmla="*/ 7143 h 25457"/>
                  <a:gd name="connsiteX3" fmla="*/ 0 w 0"/>
                  <a:gd name="connsiteY3" fmla="*/ 0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9286"/>
                    </a:moveTo>
                    <a:lnTo>
                      <a:pt x="7114" y="22143"/>
                    </a:lnTo>
                    <a:lnTo>
                      <a:pt x="7114" y="714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79" name="자유형: 도형 2278">
                <a:extLst>
                  <a:ext uri="{FF2B5EF4-FFF2-40B4-BE49-F238E27FC236}">
                    <a16:creationId xmlns:a16="http://schemas.microsoft.com/office/drawing/2014/main" id="{4B0F005C-5959-42DC-955C-3A78ADE02F6E}"/>
                  </a:ext>
                </a:extLst>
              </p:cNvPr>
              <p:cNvSpPr/>
              <p:nvPr/>
            </p:nvSpPr>
            <p:spPr>
              <a:xfrm>
                <a:off x="7183059" y="5379056"/>
                <a:ext cx="25469" cy="12729"/>
              </a:xfrm>
              <a:custGeom>
                <a:avLst/>
                <a:gdLst>
                  <a:gd name="connsiteX0" fmla="*/ 22192 w 25469"/>
                  <a:gd name="connsiteY0" fmla="*/ 7143 h 0"/>
                  <a:gd name="connsiteX1" fmla="*/ 7114 w 25469"/>
                  <a:gd name="connsiteY1" fmla="*/ 7143 h 0"/>
                  <a:gd name="connsiteX2" fmla="*/ 0 w 25469"/>
                  <a:gd name="connsiteY2" fmla="*/ 0 h 0"/>
                  <a:gd name="connsiteX3" fmla="*/ 29280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192" y="7143"/>
                    </a:moveTo>
                    <a:lnTo>
                      <a:pt x="7114" y="7143"/>
                    </a:lnTo>
                    <a:lnTo>
                      <a:pt x="0" y="0"/>
                    </a:lnTo>
                    <a:lnTo>
                      <a:pt x="29280" y="0"/>
                    </a:lnTo>
                    <a:close/>
                  </a:path>
                </a:pathLst>
              </a:custGeom>
              <a:solidFill>
                <a:srgbClr val="80795B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80" name="자유형: 도형 2279">
                <a:extLst>
                  <a:ext uri="{FF2B5EF4-FFF2-40B4-BE49-F238E27FC236}">
                    <a16:creationId xmlns:a16="http://schemas.microsoft.com/office/drawing/2014/main" id="{4A38C431-18E4-4F29-A008-4495877EB4E1}"/>
                  </a:ext>
                </a:extLst>
              </p:cNvPr>
              <p:cNvSpPr/>
              <p:nvPr/>
            </p:nvSpPr>
            <p:spPr>
              <a:xfrm>
                <a:off x="7205251" y="5379056"/>
                <a:ext cx="12735" cy="25458"/>
              </a:xfrm>
              <a:custGeom>
                <a:avLst/>
                <a:gdLst>
                  <a:gd name="connsiteX0" fmla="*/ 0 w 0"/>
                  <a:gd name="connsiteY0" fmla="*/ 22143 h 25457"/>
                  <a:gd name="connsiteX1" fmla="*/ 0 w 0"/>
                  <a:gd name="connsiteY1" fmla="*/ 7143 h 25457"/>
                  <a:gd name="connsiteX2" fmla="*/ 7087 w 0"/>
                  <a:gd name="connsiteY2" fmla="*/ 0 h 25457"/>
                  <a:gd name="connsiteX3" fmla="*/ 7087 w 0"/>
                  <a:gd name="connsiteY3" fmla="*/ 29286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2143"/>
                    </a:moveTo>
                    <a:lnTo>
                      <a:pt x="0" y="7143"/>
                    </a:lnTo>
                    <a:lnTo>
                      <a:pt x="7087" y="0"/>
                    </a:lnTo>
                    <a:lnTo>
                      <a:pt x="7087" y="29286"/>
                    </a:lnTo>
                    <a:close/>
                  </a:path>
                </a:pathLst>
              </a:custGeom>
              <a:solidFill>
                <a:srgbClr val="5E5B43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81" name="자유형: 도형 2280">
                <a:extLst>
                  <a:ext uri="{FF2B5EF4-FFF2-40B4-BE49-F238E27FC236}">
                    <a16:creationId xmlns:a16="http://schemas.microsoft.com/office/drawing/2014/main" id="{5A972011-0DE2-4B60-97DF-ABE6193F1412}"/>
                  </a:ext>
                </a:extLst>
              </p:cNvPr>
              <p:cNvSpPr/>
              <p:nvPr/>
            </p:nvSpPr>
            <p:spPr>
              <a:xfrm>
                <a:off x="7183059" y="5401199"/>
                <a:ext cx="25469" cy="12729"/>
              </a:xfrm>
              <a:custGeom>
                <a:avLst/>
                <a:gdLst>
                  <a:gd name="connsiteX0" fmla="*/ 22192 w 25469"/>
                  <a:gd name="connsiteY0" fmla="*/ 0 h 0"/>
                  <a:gd name="connsiteX1" fmla="*/ 29280 w 25469"/>
                  <a:gd name="connsiteY1" fmla="*/ 7143 h 0"/>
                  <a:gd name="connsiteX2" fmla="*/ 0 w 25469"/>
                  <a:gd name="connsiteY2" fmla="*/ 7143 h 0"/>
                  <a:gd name="connsiteX3" fmla="*/ 7114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192" y="0"/>
                    </a:moveTo>
                    <a:lnTo>
                      <a:pt x="29280" y="7143"/>
                    </a:lnTo>
                    <a:lnTo>
                      <a:pt x="0" y="7143"/>
                    </a:lnTo>
                    <a:lnTo>
                      <a:pt x="7114" y="0"/>
                    </a:lnTo>
                    <a:close/>
                  </a:path>
                </a:pathLst>
              </a:custGeom>
              <a:solidFill>
                <a:srgbClr val="9A916C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82" name="자유형: 도형 2281">
                <a:extLst>
                  <a:ext uri="{FF2B5EF4-FFF2-40B4-BE49-F238E27FC236}">
                    <a16:creationId xmlns:a16="http://schemas.microsoft.com/office/drawing/2014/main" id="{76DAC632-CBF3-423C-9788-77D280F3E266}"/>
                  </a:ext>
                </a:extLst>
              </p:cNvPr>
              <p:cNvSpPr/>
              <p:nvPr/>
            </p:nvSpPr>
            <p:spPr>
              <a:xfrm>
                <a:off x="7189572" y="5477833"/>
                <a:ext cx="12735" cy="12729"/>
              </a:xfrm>
              <a:custGeom>
                <a:avLst/>
                <a:gdLst>
                  <a:gd name="connsiteX0" fmla="*/ 0 w 12734"/>
                  <a:gd name="connsiteY0" fmla="*/ 0 h 12728"/>
                  <a:gd name="connsiteX1" fmla="*/ 15067 w 12734"/>
                  <a:gd name="connsiteY1" fmla="*/ 0 h 12728"/>
                  <a:gd name="connsiteX2" fmla="*/ 15067 w 12734"/>
                  <a:gd name="connsiteY2" fmla="*/ 15077 h 12728"/>
                  <a:gd name="connsiteX3" fmla="*/ 0 w 12734"/>
                  <a:gd name="connsiteY3" fmla="*/ 15077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0" y="0"/>
                    </a:moveTo>
                    <a:lnTo>
                      <a:pt x="15067" y="0"/>
                    </a:lnTo>
                    <a:lnTo>
                      <a:pt x="15067" y="15077"/>
                    </a:lnTo>
                    <a:lnTo>
                      <a:pt x="0" y="15077"/>
                    </a:lnTo>
                    <a:close/>
                  </a:path>
                </a:pathLst>
              </a:custGeom>
              <a:solidFill>
                <a:srgbClr val="8C8663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83" name="자유형: 도형 2282">
                <a:extLst>
                  <a:ext uri="{FF2B5EF4-FFF2-40B4-BE49-F238E27FC236}">
                    <a16:creationId xmlns:a16="http://schemas.microsoft.com/office/drawing/2014/main" id="{AB347937-D696-4CAE-883C-C41BB640E2BC}"/>
                  </a:ext>
                </a:extLst>
              </p:cNvPr>
              <p:cNvSpPr/>
              <p:nvPr/>
            </p:nvSpPr>
            <p:spPr>
              <a:xfrm>
                <a:off x="7183059" y="5470753"/>
                <a:ext cx="12735" cy="25458"/>
              </a:xfrm>
              <a:custGeom>
                <a:avLst/>
                <a:gdLst>
                  <a:gd name="connsiteX0" fmla="*/ 0 w 0"/>
                  <a:gd name="connsiteY0" fmla="*/ 29261 h 25457"/>
                  <a:gd name="connsiteX1" fmla="*/ 7114 w 0"/>
                  <a:gd name="connsiteY1" fmla="*/ 22130 h 25457"/>
                  <a:gd name="connsiteX2" fmla="*/ 7114 w 0"/>
                  <a:gd name="connsiteY2" fmla="*/ 7117 h 25457"/>
                  <a:gd name="connsiteX3" fmla="*/ 0 w 0"/>
                  <a:gd name="connsiteY3" fmla="*/ 0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9261"/>
                    </a:moveTo>
                    <a:lnTo>
                      <a:pt x="7114" y="22130"/>
                    </a:lnTo>
                    <a:lnTo>
                      <a:pt x="7114" y="71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84" name="자유형: 도형 2283">
                <a:extLst>
                  <a:ext uri="{FF2B5EF4-FFF2-40B4-BE49-F238E27FC236}">
                    <a16:creationId xmlns:a16="http://schemas.microsoft.com/office/drawing/2014/main" id="{AB8C49FC-CCB9-4115-BBF8-57573655052A}"/>
                  </a:ext>
                </a:extLst>
              </p:cNvPr>
              <p:cNvSpPr/>
              <p:nvPr/>
            </p:nvSpPr>
            <p:spPr>
              <a:xfrm>
                <a:off x="7183059" y="5470753"/>
                <a:ext cx="25469" cy="12729"/>
              </a:xfrm>
              <a:custGeom>
                <a:avLst/>
                <a:gdLst>
                  <a:gd name="connsiteX0" fmla="*/ 22192 w 25469"/>
                  <a:gd name="connsiteY0" fmla="*/ 7117 h 0"/>
                  <a:gd name="connsiteX1" fmla="*/ 7114 w 25469"/>
                  <a:gd name="connsiteY1" fmla="*/ 7117 h 0"/>
                  <a:gd name="connsiteX2" fmla="*/ 0 w 25469"/>
                  <a:gd name="connsiteY2" fmla="*/ 0 h 0"/>
                  <a:gd name="connsiteX3" fmla="*/ 29280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192" y="7117"/>
                    </a:moveTo>
                    <a:lnTo>
                      <a:pt x="7114" y="7117"/>
                    </a:lnTo>
                    <a:lnTo>
                      <a:pt x="0" y="0"/>
                    </a:lnTo>
                    <a:lnTo>
                      <a:pt x="29280" y="0"/>
                    </a:lnTo>
                    <a:close/>
                  </a:path>
                </a:pathLst>
              </a:custGeom>
              <a:solidFill>
                <a:srgbClr val="80795B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85" name="자유형: 도형 2284">
                <a:extLst>
                  <a:ext uri="{FF2B5EF4-FFF2-40B4-BE49-F238E27FC236}">
                    <a16:creationId xmlns:a16="http://schemas.microsoft.com/office/drawing/2014/main" id="{C304E1C9-A33F-4C7E-8B60-BE70867F75DC}"/>
                  </a:ext>
                </a:extLst>
              </p:cNvPr>
              <p:cNvSpPr/>
              <p:nvPr/>
            </p:nvSpPr>
            <p:spPr>
              <a:xfrm>
                <a:off x="7205251" y="5470753"/>
                <a:ext cx="12735" cy="25458"/>
              </a:xfrm>
              <a:custGeom>
                <a:avLst/>
                <a:gdLst>
                  <a:gd name="connsiteX0" fmla="*/ 0 w 0"/>
                  <a:gd name="connsiteY0" fmla="*/ 22130 h 25457"/>
                  <a:gd name="connsiteX1" fmla="*/ 0 w 0"/>
                  <a:gd name="connsiteY1" fmla="*/ 7117 h 25457"/>
                  <a:gd name="connsiteX2" fmla="*/ 7087 w 0"/>
                  <a:gd name="connsiteY2" fmla="*/ 0 h 25457"/>
                  <a:gd name="connsiteX3" fmla="*/ 7087 w 0"/>
                  <a:gd name="connsiteY3" fmla="*/ 29261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2130"/>
                    </a:moveTo>
                    <a:lnTo>
                      <a:pt x="0" y="7117"/>
                    </a:lnTo>
                    <a:lnTo>
                      <a:pt x="7087" y="0"/>
                    </a:lnTo>
                    <a:lnTo>
                      <a:pt x="7087" y="29261"/>
                    </a:lnTo>
                    <a:close/>
                  </a:path>
                </a:pathLst>
              </a:custGeom>
              <a:solidFill>
                <a:srgbClr val="5E5B43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86" name="자유형: 도형 2285">
                <a:extLst>
                  <a:ext uri="{FF2B5EF4-FFF2-40B4-BE49-F238E27FC236}">
                    <a16:creationId xmlns:a16="http://schemas.microsoft.com/office/drawing/2014/main" id="{A085C329-8844-4976-AA3F-59E8E8F0D2A6}"/>
                  </a:ext>
                </a:extLst>
              </p:cNvPr>
              <p:cNvSpPr/>
              <p:nvPr/>
            </p:nvSpPr>
            <p:spPr>
              <a:xfrm>
                <a:off x="7183059" y="5492884"/>
                <a:ext cx="25469" cy="12729"/>
              </a:xfrm>
              <a:custGeom>
                <a:avLst/>
                <a:gdLst>
                  <a:gd name="connsiteX0" fmla="*/ 0 w 25469"/>
                  <a:gd name="connsiteY0" fmla="*/ 7130 h 0"/>
                  <a:gd name="connsiteX1" fmla="*/ 7114 w 25469"/>
                  <a:gd name="connsiteY1" fmla="*/ 0 h 0"/>
                  <a:gd name="connsiteX2" fmla="*/ 22192 w 25469"/>
                  <a:gd name="connsiteY2" fmla="*/ 0 h 0"/>
                  <a:gd name="connsiteX3" fmla="*/ 29280 w 25469"/>
                  <a:gd name="connsiteY3" fmla="*/ 713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0" y="7130"/>
                    </a:moveTo>
                    <a:lnTo>
                      <a:pt x="7114" y="0"/>
                    </a:lnTo>
                    <a:lnTo>
                      <a:pt x="22192" y="0"/>
                    </a:lnTo>
                    <a:lnTo>
                      <a:pt x="29280" y="7130"/>
                    </a:lnTo>
                    <a:close/>
                  </a:path>
                </a:pathLst>
              </a:custGeom>
              <a:solidFill>
                <a:srgbClr val="9A916C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87" name="자유형: 도형 2286">
                <a:extLst>
                  <a:ext uri="{FF2B5EF4-FFF2-40B4-BE49-F238E27FC236}">
                    <a16:creationId xmlns:a16="http://schemas.microsoft.com/office/drawing/2014/main" id="{E2F75615-FE44-4EF0-BCB3-951957B233C2}"/>
                  </a:ext>
                </a:extLst>
              </p:cNvPr>
              <p:cNvSpPr/>
              <p:nvPr/>
            </p:nvSpPr>
            <p:spPr>
              <a:xfrm>
                <a:off x="7243595" y="5349464"/>
                <a:ext cx="89142" cy="178204"/>
              </a:xfrm>
              <a:custGeom>
                <a:avLst/>
                <a:gdLst>
                  <a:gd name="connsiteX0" fmla="*/ 0 w 89141"/>
                  <a:gd name="connsiteY0" fmla="*/ 19248 h 178204"/>
                  <a:gd name="connsiteX1" fmla="*/ 0 w 89141"/>
                  <a:gd name="connsiteY1" fmla="*/ 69338 h 178204"/>
                  <a:gd name="connsiteX2" fmla="*/ 0 w 89141"/>
                  <a:gd name="connsiteY2" fmla="*/ 111889 h 178204"/>
                  <a:gd name="connsiteX3" fmla="*/ 0 w 89141"/>
                  <a:gd name="connsiteY3" fmla="*/ 161992 h 178204"/>
                  <a:gd name="connsiteX4" fmla="*/ 19937 w 89141"/>
                  <a:gd name="connsiteY4" fmla="*/ 181226 h 178204"/>
                  <a:gd name="connsiteX5" fmla="*/ 71830 w 89141"/>
                  <a:gd name="connsiteY5" fmla="*/ 181226 h 178204"/>
                  <a:gd name="connsiteX6" fmla="*/ 91767 w 89141"/>
                  <a:gd name="connsiteY6" fmla="*/ 161992 h 178204"/>
                  <a:gd name="connsiteX7" fmla="*/ 91767 w 89141"/>
                  <a:gd name="connsiteY7" fmla="*/ 111889 h 178204"/>
                  <a:gd name="connsiteX8" fmla="*/ 91767 w 89141"/>
                  <a:gd name="connsiteY8" fmla="*/ 69338 h 178204"/>
                  <a:gd name="connsiteX9" fmla="*/ 91767 w 89141"/>
                  <a:gd name="connsiteY9" fmla="*/ 19248 h 178204"/>
                  <a:gd name="connsiteX10" fmla="*/ 71830 w 89141"/>
                  <a:gd name="connsiteY10" fmla="*/ 0 h 178204"/>
                  <a:gd name="connsiteX11" fmla="*/ 19937 w 89141"/>
                  <a:gd name="connsiteY11" fmla="*/ 0 h 178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9141" h="178204">
                    <a:moveTo>
                      <a:pt x="0" y="19248"/>
                    </a:moveTo>
                    <a:lnTo>
                      <a:pt x="0" y="69338"/>
                    </a:lnTo>
                    <a:lnTo>
                      <a:pt x="0" y="111889"/>
                    </a:lnTo>
                    <a:lnTo>
                      <a:pt x="0" y="161992"/>
                    </a:lnTo>
                    <a:lnTo>
                      <a:pt x="19937" y="181226"/>
                    </a:lnTo>
                    <a:lnTo>
                      <a:pt x="71830" y="181226"/>
                    </a:lnTo>
                    <a:lnTo>
                      <a:pt x="91767" y="161992"/>
                    </a:lnTo>
                    <a:lnTo>
                      <a:pt x="91767" y="111889"/>
                    </a:lnTo>
                    <a:lnTo>
                      <a:pt x="91767" y="69338"/>
                    </a:lnTo>
                    <a:lnTo>
                      <a:pt x="91767" y="19248"/>
                    </a:lnTo>
                    <a:lnTo>
                      <a:pt x="71830" y="0"/>
                    </a:lnTo>
                    <a:lnTo>
                      <a:pt x="19937" y="0"/>
                    </a:lnTo>
                    <a:close/>
                  </a:path>
                </a:pathLst>
              </a:custGeom>
              <a:solidFill>
                <a:srgbClr val="404040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88" name="자유형: 도형 2287">
                <a:extLst>
                  <a:ext uri="{FF2B5EF4-FFF2-40B4-BE49-F238E27FC236}">
                    <a16:creationId xmlns:a16="http://schemas.microsoft.com/office/drawing/2014/main" id="{0198CB86-05E9-4396-91AB-0E3271D59D3C}"/>
                  </a:ext>
                </a:extLst>
              </p:cNvPr>
              <p:cNvSpPr/>
              <p:nvPr/>
            </p:nvSpPr>
            <p:spPr>
              <a:xfrm>
                <a:off x="7243595" y="5349464"/>
                <a:ext cx="89142" cy="178204"/>
              </a:xfrm>
              <a:custGeom>
                <a:avLst/>
                <a:gdLst>
                  <a:gd name="connsiteX0" fmla="*/ 0 w 89141"/>
                  <a:gd name="connsiteY0" fmla="*/ 19248 h 178204"/>
                  <a:gd name="connsiteX1" fmla="*/ 0 w 89141"/>
                  <a:gd name="connsiteY1" fmla="*/ 69338 h 178204"/>
                  <a:gd name="connsiteX2" fmla="*/ 0 w 89141"/>
                  <a:gd name="connsiteY2" fmla="*/ 111889 h 178204"/>
                  <a:gd name="connsiteX3" fmla="*/ 0 w 89141"/>
                  <a:gd name="connsiteY3" fmla="*/ 161992 h 178204"/>
                  <a:gd name="connsiteX4" fmla="*/ 19937 w 89141"/>
                  <a:gd name="connsiteY4" fmla="*/ 181226 h 178204"/>
                  <a:gd name="connsiteX5" fmla="*/ 71830 w 89141"/>
                  <a:gd name="connsiteY5" fmla="*/ 181226 h 178204"/>
                  <a:gd name="connsiteX6" fmla="*/ 91767 w 89141"/>
                  <a:gd name="connsiteY6" fmla="*/ 161992 h 178204"/>
                  <a:gd name="connsiteX7" fmla="*/ 91767 w 89141"/>
                  <a:gd name="connsiteY7" fmla="*/ 111889 h 178204"/>
                  <a:gd name="connsiteX8" fmla="*/ 91767 w 89141"/>
                  <a:gd name="connsiteY8" fmla="*/ 69338 h 178204"/>
                  <a:gd name="connsiteX9" fmla="*/ 91767 w 89141"/>
                  <a:gd name="connsiteY9" fmla="*/ 19248 h 178204"/>
                  <a:gd name="connsiteX10" fmla="*/ 71830 w 89141"/>
                  <a:gd name="connsiteY10" fmla="*/ 0 h 178204"/>
                  <a:gd name="connsiteX11" fmla="*/ 19937 w 89141"/>
                  <a:gd name="connsiteY11" fmla="*/ 0 h 178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9141" h="178204">
                    <a:moveTo>
                      <a:pt x="0" y="19248"/>
                    </a:moveTo>
                    <a:lnTo>
                      <a:pt x="0" y="69338"/>
                    </a:lnTo>
                    <a:lnTo>
                      <a:pt x="0" y="111889"/>
                    </a:lnTo>
                    <a:lnTo>
                      <a:pt x="0" y="161992"/>
                    </a:lnTo>
                    <a:lnTo>
                      <a:pt x="19937" y="181226"/>
                    </a:lnTo>
                    <a:lnTo>
                      <a:pt x="71830" y="181226"/>
                    </a:lnTo>
                    <a:lnTo>
                      <a:pt x="91767" y="161992"/>
                    </a:lnTo>
                    <a:lnTo>
                      <a:pt x="91767" y="111889"/>
                    </a:lnTo>
                    <a:lnTo>
                      <a:pt x="91767" y="69338"/>
                    </a:lnTo>
                    <a:lnTo>
                      <a:pt x="91767" y="19248"/>
                    </a:lnTo>
                    <a:lnTo>
                      <a:pt x="71830" y="0"/>
                    </a:lnTo>
                    <a:lnTo>
                      <a:pt x="19937" y="0"/>
                    </a:lnTo>
                    <a:close/>
                  </a:path>
                </a:pathLst>
              </a:custGeom>
              <a:solidFill>
                <a:srgbClr val="404040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89" name="자유형: 도형 2288">
                <a:extLst>
                  <a:ext uri="{FF2B5EF4-FFF2-40B4-BE49-F238E27FC236}">
                    <a16:creationId xmlns:a16="http://schemas.microsoft.com/office/drawing/2014/main" id="{3A0AB7D1-A9CD-46A3-A90D-4C550EEC456F}"/>
                  </a:ext>
                </a:extLst>
              </p:cNvPr>
              <p:cNvSpPr/>
              <p:nvPr/>
            </p:nvSpPr>
            <p:spPr>
              <a:xfrm>
                <a:off x="7281261" y="5386466"/>
                <a:ext cx="12735" cy="12729"/>
              </a:xfrm>
              <a:custGeom>
                <a:avLst/>
                <a:gdLst>
                  <a:gd name="connsiteX0" fmla="*/ 0 w 12734"/>
                  <a:gd name="connsiteY0" fmla="*/ 0 h 12728"/>
                  <a:gd name="connsiteX1" fmla="*/ 15067 w 12734"/>
                  <a:gd name="connsiteY1" fmla="*/ 0 h 12728"/>
                  <a:gd name="connsiteX2" fmla="*/ 15067 w 12734"/>
                  <a:gd name="connsiteY2" fmla="*/ 15064 h 12728"/>
                  <a:gd name="connsiteX3" fmla="*/ 0 w 12734"/>
                  <a:gd name="connsiteY3" fmla="*/ 15064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0" y="0"/>
                    </a:moveTo>
                    <a:lnTo>
                      <a:pt x="15067" y="0"/>
                    </a:lnTo>
                    <a:lnTo>
                      <a:pt x="15067" y="15064"/>
                    </a:lnTo>
                    <a:lnTo>
                      <a:pt x="0" y="15064"/>
                    </a:lnTo>
                    <a:close/>
                  </a:path>
                </a:pathLst>
              </a:custGeom>
              <a:solidFill>
                <a:srgbClr val="8C8663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90" name="자유형: 도형 2289">
                <a:extLst>
                  <a:ext uri="{FF2B5EF4-FFF2-40B4-BE49-F238E27FC236}">
                    <a16:creationId xmlns:a16="http://schemas.microsoft.com/office/drawing/2014/main" id="{332B5FE9-BF1D-444F-A901-509A1D44A7C5}"/>
                  </a:ext>
                </a:extLst>
              </p:cNvPr>
              <p:cNvSpPr/>
              <p:nvPr/>
            </p:nvSpPr>
            <p:spPr>
              <a:xfrm>
                <a:off x="7274838" y="5379056"/>
                <a:ext cx="12735" cy="25458"/>
              </a:xfrm>
              <a:custGeom>
                <a:avLst/>
                <a:gdLst>
                  <a:gd name="connsiteX0" fmla="*/ 0 w 0"/>
                  <a:gd name="connsiteY0" fmla="*/ 29286 h 25457"/>
                  <a:gd name="connsiteX1" fmla="*/ 7114 w 0"/>
                  <a:gd name="connsiteY1" fmla="*/ 22143 h 25457"/>
                  <a:gd name="connsiteX2" fmla="*/ 7114 w 0"/>
                  <a:gd name="connsiteY2" fmla="*/ 7143 h 25457"/>
                  <a:gd name="connsiteX3" fmla="*/ 0 w 0"/>
                  <a:gd name="connsiteY3" fmla="*/ 0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9286"/>
                    </a:moveTo>
                    <a:lnTo>
                      <a:pt x="7114" y="22143"/>
                    </a:lnTo>
                    <a:lnTo>
                      <a:pt x="7114" y="714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91" name="자유형: 도형 2290">
                <a:extLst>
                  <a:ext uri="{FF2B5EF4-FFF2-40B4-BE49-F238E27FC236}">
                    <a16:creationId xmlns:a16="http://schemas.microsoft.com/office/drawing/2014/main" id="{D70A08E0-2A1D-428F-848D-DF5CA90EF720}"/>
                  </a:ext>
                </a:extLst>
              </p:cNvPr>
              <p:cNvSpPr/>
              <p:nvPr/>
            </p:nvSpPr>
            <p:spPr>
              <a:xfrm>
                <a:off x="7274838" y="5379056"/>
                <a:ext cx="25469" cy="12729"/>
              </a:xfrm>
              <a:custGeom>
                <a:avLst/>
                <a:gdLst>
                  <a:gd name="connsiteX0" fmla="*/ 22192 w 25469"/>
                  <a:gd name="connsiteY0" fmla="*/ 7143 h 0"/>
                  <a:gd name="connsiteX1" fmla="*/ 7114 w 25469"/>
                  <a:gd name="connsiteY1" fmla="*/ 7143 h 0"/>
                  <a:gd name="connsiteX2" fmla="*/ 0 w 25469"/>
                  <a:gd name="connsiteY2" fmla="*/ 0 h 0"/>
                  <a:gd name="connsiteX3" fmla="*/ 29280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192" y="7143"/>
                    </a:moveTo>
                    <a:lnTo>
                      <a:pt x="7114" y="7143"/>
                    </a:lnTo>
                    <a:lnTo>
                      <a:pt x="0" y="0"/>
                    </a:lnTo>
                    <a:lnTo>
                      <a:pt x="29280" y="0"/>
                    </a:lnTo>
                    <a:close/>
                  </a:path>
                </a:pathLst>
              </a:custGeom>
              <a:solidFill>
                <a:srgbClr val="80795B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92" name="자유형: 도형 2291">
                <a:extLst>
                  <a:ext uri="{FF2B5EF4-FFF2-40B4-BE49-F238E27FC236}">
                    <a16:creationId xmlns:a16="http://schemas.microsoft.com/office/drawing/2014/main" id="{FA8B80B0-0C07-49D1-802B-06B566A0A1AA}"/>
                  </a:ext>
                </a:extLst>
              </p:cNvPr>
              <p:cNvSpPr/>
              <p:nvPr/>
            </p:nvSpPr>
            <p:spPr>
              <a:xfrm>
                <a:off x="7297031" y="5379056"/>
                <a:ext cx="12735" cy="25458"/>
              </a:xfrm>
              <a:custGeom>
                <a:avLst/>
                <a:gdLst>
                  <a:gd name="connsiteX0" fmla="*/ 0 w 0"/>
                  <a:gd name="connsiteY0" fmla="*/ 22143 h 25457"/>
                  <a:gd name="connsiteX1" fmla="*/ 0 w 0"/>
                  <a:gd name="connsiteY1" fmla="*/ 7143 h 25457"/>
                  <a:gd name="connsiteX2" fmla="*/ 7087 w 0"/>
                  <a:gd name="connsiteY2" fmla="*/ 0 h 25457"/>
                  <a:gd name="connsiteX3" fmla="*/ 7087 w 0"/>
                  <a:gd name="connsiteY3" fmla="*/ 29286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2143"/>
                    </a:moveTo>
                    <a:lnTo>
                      <a:pt x="0" y="7143"/>
                    </a:lnTo>
                    <a:lnTo>
                      <a:pt x="7087" y="0"/>
                    </a:lnTo>
                    <a:lnTo>
                      <a:pt x="7087" y="29286"/>
                    </a:lnTo>
                    <a:close/>
                  </a:path>
                </a:pathLst>
              </a:custGeom>
              <a:solidFill>
                <a:srgbClr val="5E5B43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93" name="자유형: 도형 2292">
                <a:extLst>
                  <a:ext uri="{FF2B5EF4-FFF2-40B4-BE49-F238E27FC236}">
                    <a16:creationId xmlns:a16="http://schemas.microsoft.com/office/drawing/2014/main" id="{6B83E8A8-6485-4657-901C-103001E2F78E}"/>
                  </a:ext>
                </a:extLst>
              </p:cNvPr>
              <p:cNvSpPr/>
              <p:nvPr/>
            </p:nvSpPr>
            <p:spPr>
              <a:xfrm>
                <a:off x="7274838" y="5401199"/>
                <a:ext cx="25469" cy="12729"/>
              </a:xfrm>
              <a:custGeom>
                <a:avLst/>
                <a:gdLst>
                  <a:gd name="connsiteX0" fmla="*/ 22192 w 25469"/>
                  <a:gd name="connsiteY0" fmla="*/ 0 h 0"/>
                  <a:gd name="connsiteX1" fmla="*/ 29280 w 25469"/>
                  <a:gd name="connsiteY1" fmla="*/ 7143 h 0"/>
                  <a:gd name="connsiteX2" fmla="*/ 0 w 25469"/>
                  <a:gd name="connsiteY2" fmla="*/ 7143 h 0"/>
                  <a:gd name="connsiteX3" fmla="*/ 7114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192" y="0"/>
                    </a:moveTo>
                    <a:lnTo>
                      <a:pt x="29280" y="7143"/>
                    </a:lnTo>
                    <a:lnTo>
                      <a:pt x="0" y="7143"/>
                    </a:lnTo>
                    <a:lnTo>
                      <a:pt x="7114" y="0"/>
                    </a:lnTo>
                    <a:close/>
                  </a:path>
                </a:pathLst>
              </a:custGeom>
              <a:solidFill>
                <a:srgbClr val="9A916C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94" name="자유형: 도형 2293">
                <a:extLst>
                  <a:ext uri="{FF2B5EF4-FFF2-40B4-BE49-F238E27FC236}">
                    <a16:creationId xmlns:a16="http://schemas.microsoft.com/office/drawing/2014/main" id="{8CE508E6-15D7-4F18-803A-4EA81FD1F3F3}"/>
                  </a:ext>
                </a:extLst>
              </p:cNvPr>
              <p:cNvSpPr/>
              <p:nvPr/>
            </p:nvSpPr>
            <p:spPr>
              <a:xfrm>
                <a:off x="7281261" y="5477833"/>
                <a:ext cx="12735" cy="12729"/>
              </a:xfrm>
              <a:custGeom>
                <a:avLst/>
                <a:gdLst>
                  <a:gd name="connsiteX0" fmla="*/ 0 w 12734"/>
                  <a:gd name="connsiteY0" fmla="*/ 0 h 12728"/>
                  <a:gd name="connsiteX1" fmla="*/ 15067 w 12734"/>
                  <a:gd name="connsiteY1" fmla="*/ 0 h 12728"/>
                  <a:gd name="connsiteX2" fmla="*/ 15067 w 12734"/>
                  <a:gd name="connsiteY2" fmla="*/ 15077 h 12728"/>
                  <a:gd name="connsiteX3" fmla="*/ 0 w 12734"/>
                  <a:gd name="connsiteY3" fmla="*/ 15077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0" y="0"/>
                    </a:moveTo>
                    <a:lnTo>
                      <a:pt x="15067" y="0"/>
                    </a:lnTo>
                    <a:lnTo>
                      <a:pt x="15067" y="15077"/>
                    </a:lnTo>
                    <a:lnTo>
                      <a:pt x="0" y="15077"/>
                    </a:lnTo>
                    <a:close/>
                  </a:path>
                </a:pathLst>
              </a:custGeom>
              <a:solidFill>
                <a:srgbClr val="8C8663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95" name="자유형: 도형 2294">
                <a:extLst>
                  <a:ext uri="{FF2B5EF4-FFF2-40B4-BE49-F238E27FC236}">
                    <a16:creationId xmlns:a16="http://schemas.microsoft.com/office/drawing/2014/main" id="{9D37F7C6-0316-4868-8C38-D857D217E1D2}"/>
                  </a:ext>
                </a:extLst>
              </p:cNvPr>
              <p:cNvSpPr/>
              <p:nvPr/>
            </p:nvSpPr>
            <p:spPr>
              <a:xfrm>
                <a:off x="7274838" y="5470753"/>
                <a:ext cx="12735" cy="25458"/>
              </a:xfrm>
              <a:custGeom>
                <a:avLst/>
                <a:gdLst>
                  <a:gd name="connsiteX0" fmla="*/ 0 w 0"/>
                  <a:gd name="connsiteY0" fmla="*/ 29261 h 25457"/>
                  <a:gd name="connsiteX1" fmla="*/ 7114 w 0"/>
                  <a:gd name="connsiteY1" fmla="*/ 22130 h 25457"/>
                  <a:gd name="connsiteX2" fmla="*/ 7114 w 0"/>
                  <a:gd name="connsiteY2" fmla="*/ 7117 h 25457"/>
                  <a:gd name="connsiteX3" fmla="*/ 0 w 0"/>
                  <a:gd name="connsiteY3" fmla="*/ 0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9261"/>
                    </a:moveTo>
                    <a:lnTo>
                      <a:pt x="7114" y="22130"/>
                    </a:lnTo>
                    <a:lnTo>
                      <a:pt x="7114" y="71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96" name="자유형: 도형 2295">
                <a:extLst>
                  <a:ext uri="{FF2B5EF4-FFF2-40B4-BE49-F238E27FC236}">
                    <a16:creationId xmlns:a16="http://schemas.microsoft.com/office/drawing/2014/main" id="{D335D5F5-82EE-4469-8741-4E01E75AA1DF}"/>
                  </a:ext>
                </a:extLst>
              </p:cNvPr>
              <p:cNvSpPr/>
              <p:nvPr/>
            </p:nvSpPr>
            <p:spPr>
              <a:xfrm>
                <a:off x="7274838" y="5470753"/>
                <a:ext cx="25469" cy="12729"/>
              </a:xfrm>
              <a:custGeom>
                <a:avLst/>
                <a:gdLst>
                  <a:gd name="connsiteX0" fmla="*/ 22192 w 25469"/>
                  <a:gd name="connsiteY0" fmla="*/ 7117 h 0"/>
                  <a:gd name="connsiteX1" fmla="*/ 7114 w 25469"/>
                  <a:gd name="connsiteY1" fmla="*/ 7117 h 0"/>
                  <a:gd name="connsiteX2" fmla="*/ 0 w 25469"/>
                  <a:gd name="connsiteY2" fmla="*/ 0 h 0"/>
                  <a:gd name="connsiteX3" fmla="*/ 29280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192" y="7117"/>
                    </a:moveTo>
                    <a:lnTo>
                      <a:pt x="7114" y="7117"/>
                    </a:lnTo>
                    <a:lnTo>
                      <a:pt x="0" y="0"/>
                    </a:lnTo>
                    <a:lnTo>
                      <a:pt x="29280" y="0"/>
                    </a:lnTo>
                    <a:close/>
                  </a:path>
                </a:pathLst>
              </a:custGeom>
              <a:solidFill>
                <a:srgbClr val="80795B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97" name="자유형: 도형 2296">
                <a:extLst>
                  <a:ext uri="{FF2B5EF4-FFF2-40B4-BE49-F238E27FC236}">
                    <a16:creationId xmlns:a16="http://schemas.microsoft.com/office/drawing/2014/main" id="{F8C1ED6D-95A9-46FA-9AF8-C01662F9CD12}"/>
                  </a:ext>
                </a:extLst>
              </p:cNvPr>
              <p:cNvSpPr/>
              <p:nvPr/>
            </p:nvSpPr>
            <p:spPr>
              <a:xfrm>
                <a:off x="7297031" y="5470753"/>
                <a:ext cx="12735" cy="25458"/>
              </a:xfrm>
              <a:custGeom>
                <a:avLst/>
                <a:gdLst>
                  <a:gd name="connsiteX0" fmla="*/ 0 w 0"/>
                  <a:gd name="connsiteY0" fmla="*/ 22130 h 25457"/>
                  <a:gd name="connsiteX1" fmla="*/ 0 w 0"/>
                  <a:gd name="connsiteY1" fmla="*/ 7117 h 25457"/>
                  <a:gd name="connsiteX2" fmla="*/ 7087 w 0"/>
                  <a:gd name="connsiteY2" fmla="*/ 0 h 25457"/>
                  <a:gd name="connsiteX3" fmla="*/ 7087 w 0"/>
                  <a:gd name="connsiteY3" fmla="*/ 29261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2130"/>
                    </a:moveTo>
                    <a:lnTo>
                      <a:pt x="0" y="7117"/>
                    </a:lnTo>
                    <a:lnTo>
                      <a:pt x="7087" y="0"/>
                    </a:lnTo>
                    <a:lnTo>
                      <a:pt x="7087" y="29261"/>
                    </a:lnTo>
                    <a:close/>
                  </a:path>
                </a:pathLst>
              </a:custGeom>
              <a:solidFill>
                <a:srgbClr val="5E5B43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98" name="자유형: 도형 2297">
                <a:extLst>
                  <a:ext uri="{FF2B5EF4-FFF2-40B4-BE49-F238E27FC236}">
                    <a16:creationId xmlns:a16="http://schemas.microsoft.com/office/drawing/2014/main" id="{6EA8E1D9-1E93-4742-A1C2-4129A969AA6C}"/>
                  </a:ext>
                </a:extLst>
              </p:cNvPr>
              <p:cNvSpPr/>
              <p:nvPr/>
            </p:nvSpPr>
            <p:spPr>
              <a:xfrm>
                <a:off x="7274838" y="5492884"/>
                <a:ext cx="25469" cy="12729"/>
              </a:xfrm>
              <a:custGeom>
                <a:avLst/>
                <a:gdLst>
                  <a:gd name="connsiteX0" fmla="*/ 0 w 25469"/>
                  <a:gd name="connsiteY0" fmla="*/ 7130 h 0"/>
                  <a:gd name="connsiteX1" fmla="*/ 7114 w 25469"/>
                  <a:gd name="connsiteY1" fmla="*/ 0 h 0"/>
                  <a:gd name="connsiteX2" fmla="*/ 22192 w 25469"/>
                  <a:gd name="connsiteY2" fmla="*/ 0 h 0"/>
                  <a:gd name="connsiteX3" fmla="*/ 29280 w 25469"/>
                  <a:gd name="connsiteY3" fmla="*/ 713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0" y="7130"/>
                    </a:moveTo>
                    <a:lnTo>
                      <a:pt x="7114" y="0"/>
                    </a:lnTo>
                    <a:lnTo>
                      <a:pt x="22192" y="0"/>
                    </a:lnTo>
                    <a:lnTo>
                      <a:pt x="29280" y="7130"/>
                    </a:lnTo>
                    <a:close/>
                  </a:path>
                </a:pathLst>
              </a:custGeom>
              <a:solidFill>
                <a:srgbClr val="9A916C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99" name="자유형: 도형 2298">
                <a:extLst>
                  <a:ext uri="{FF2B5EF4-FFF2-40B4-BE49-F238E27FC236}">
                    <a16:creationId xmlns:a16="http://schemas.microsoft.com/office/drawing/2014/main" id="{8300AE82-8B10-427F-BA1A-E34AE12B58CE}"/>
                  </a:ext>
                </a:extLst>
              </p:cNvPr>
              <p:cNvSpPr/>
              <p:nvPr/>
            </p:nvSpPr>
            <p:spPr>
              <a:xfrm>
                <a:off x="7335375" y="5349464"/>
                <a:ext cx="89142" cy="178204"/>
              </a:xfrm>
              <a:custGeom>
                <a:avLst/>
                <a:gdLst>
                  <a:gd name="connsiteX0" fmla="*/ 0 w 89141"/>
                  <a:gd name="connsiteY0" fmla="*/ 19248 h 178204"/>
                  <a:gd name="connsiteX1" fmla="*/ 0 w 89141"/>
                  <a:gd name="connsiteY1" fmla="*/ 69338 h 178204"/>
                  <a:gd name="connsiteX2" fmla="*/ 0 w 89141"/>
                  <a:gd name="connsiteY2" fmla="*/ 111889 h 178204"/>
                  <a:gd name="connsiteX3" fmla="*/ 0 w 89141"/>
                  <a:gd name="connsiteY3" fmla="*/ 161992 h 178204"/>
                  <a:gd name="connsiteX4" fmla="*/ 19949 w 89141"/>
                  <a:gd name="connsiteY4" fmla="*/ 181226 h 178204"/>
                  <a:gd name="connsiteX5" fmla="*/ 71830 w 89141"/>
                  <a:gd name="connsiteY5" fmla="*/ 181226 h 178204"/>
                  <a:gd name="connsiteX6" fmla="*/ 91767 w 89141"/>
                  <a:gd name="connsiteY6" fmla="*/ 161992 h 178204"/>
                  <a:gd name="connsiteX7" fmla="*/ 91767 w 89141"/>
                  <a:gd name="connsiteY7" fmla="*/ 111889 h 178204"/>
                  <a:gd name="connsiteX8" fmla="*/ 91767 w 89141"/>
                  <a:gd name="connsiteY8" fmla="*/ 69338 h 178204"/>
                  <a:gd name="connsiteX9" fmla="*/ 91767 w 89141"/>
                  <a:gd name="connsiteY9" fmla="*/ 19248 h 178204"/>
                  <a:gd name="connsiteX10" fmla="*/ 71830 w 89141"/>
                  <a:gd name="connsiteY10" fmla="*/ 0 h 178204"/>
                  <a:gd name="connsiteX11" fmla="*/ 19949 w 89141"/>
                  <a:gd name="connsiteY11" fmla="*/ 0 h 178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9141" h="178204">
                    <a:moveTo>
                      <a:pt x="0" y="19248"/>
                    </a:moveTo>
                    <a:lnTo>
                      <a:pt x="0" y="69338"/>
                    </a:lnTo>
                    <a:lnTo>
                      <a:pt x="0" y="111889"/>
                    </a:lnTo>
                    <a:lnTo>
                      <a:pt x="0" y="161992"/>
                    </a:lnTo>
                    <a:lnTo>
                      <a:pt x="19949" y="181226"/>
                    </a:lnTo>
                    <a:lnTo>
                      <a:pt x="71830" y="181226"/>
                    </a:lnTo>
                    <a:lnTo>
                      <a:pt x="91767" y="161992"/>
                    </a:lnTo>
                    <a:lnTo>
                      <a:pt x="91767" y="111889"/>
                    </a:lnTo>
                    <a:lnTo>
                      <a:pt x="91767" y="69338"/>
                    </a:lnTo>
                    <a:lnTo>
                      <a:pt x="91767" y="19248"/>
                    </a:lnTo>
                    <a:lnTo>
                      <a:pt x="71830" y="0"/>
                    </a:lnTo>
                    <a:lnTo>
                      <a:pt x="19949" y="0"/>
                    </a:lnTo>
                    <a:close/>
                  </a:path>
                </a:pathLst>
              </a:custGeom>
              <a:solidFill>
                <a:srgbClr val="404040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00" name="자유형: 도형 2299">
                <a:extLst>
                  <a:ext uri="{FF2B5EF4-FFF2-40B4-BE49-F238E27FC236}">
                    <a16:creationId xmlns:a16="http://schemas.microsoft.com/office/drawing/2014/main" id="{3B5BB600-C098-48AF-BFC2-543BAF0EF182}"/>
                  </a:ext>
                </a:extLst>
              </p:cNvPr>
              <p:cNvSpPr/>
              <p:nvPr/>
            </p:nvSpPr>
            <p:spPr>
              <a:xfrm>
                <a:off x="7335375" y="5349464"/>
                <a:ext cx="89142" cy="178204"/>
              </a:xfrm>
              <a:custGeom>
                <a:avLst/>
                <a:gdLst>
                  <a:gd name="connsiteX0" fmla="*/ 0 w 89141"/>
                  <a:gd name="connsiteY0" fmla="*/ 19248 h 178204"/>
                  <a:gd name="connsiteX1" fmla="*/ 0 w 89141"/>
                  <a:gd name="connsiteY1" fmla="*/ 69338 h 178204"/>
                  <a:gd name="connsiteX2" fmla="*/ 0 w 89141"/>
                  <a:gd name="connsiteY2" fmla="*/ 111889 h 178204"/>
                  <a:gd name="connsiteX3" fmla="*/ 0 w 89141"/>
                  <a:gd name="connsiteY3" fmla="*/ 161992 h 178204"/>
                  <a:gd name="connsiteX4" fmla="*/ 19949 w 89141"/>
                  <a:gd name="connsiteY4" fmla="*/ 181226 h 178204"/>
                  <a:gd name="connsiteX5" fmla="*/ 71830 w 89141"/>
                  <a:gd name="connsiteY5" fmla="*/ 181226 h 178204"/>
                  <a:gd name="connsiteX6" fmla="*/ 91767 w 89141"/>
                  <a:gd name="connsiteY6" fmla="*/ 161992 h 178204"/>
                  <a:gd name="connsiteX7" fmla="*/ 91767 w 89141"/>
                  <a:gd name="connsiteY7" fmla="*/ 111889 h 178204"/>
                  <a:gd name="connsiteX8" fmla="*/ 91767 w 89141"/>
                  <a:gd name="connsiteY8" fmla="*/ 69338 h 178204"/>
                  <a:gd name="connsiteX9" fmla="*/ 91767 w 89141"/>
                  <a:gd name="connsiteY9" fmla="*/ 19248 h 178204"/>
                  <a:gd name="connsiteX10" fmla="*/ 71830 w 89141"/>
                  <a:gd name="connsiteY10" fmla="*/ 0 h 178204"/>
                  <a:gd name="connsiteX11" fmla="*/ 19949 w 89141"/>
                  <a:gd name="connsiteY11" fmla="*/ 0 h 178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9141" h="178204">
                    <a:moveTo>
                      <a:pt x="0" y="19248"/>
                    </a:moveTo>
                    <a:lnTo>
                      <a:pt x="0" y="69338"/>
                    </a:lnTo>
                    <a:lnTo>
                      <a:pt x="0" y="111889"/>
                    </a:lnTo>
                    <a:lnTo>
                      <a:pt x="0" y="161992"/>
                    </a:lnTo>
                    <a:lnTo>
                      <a:pt x="19949" y="181226"/>
                    </a:lnTo>
                    <a:lnTo>
                      <a:pt x="71830" y="181226"/>
                    </a:lnTo>
                    <a:lnTo>
                      <a:pt x="91767" y="161992"/>
                    </a:lnTo>
                    <a:lnTo>
                      <a:pt x="91767" y="111889"/>
                    </a:lnTo>
                    <a:lnTo>
                      <a:pt x="91767" y="69338"/>
                    </a:lnTo>
                    <a:lnTo>
                      <a:pt x="91767" y="19248"/>
                    </a:lnTo>
                    <a:lnTo>
                      <a:pt x="71830" y="0"/>
                    </a:lnTo>
                    <a:lnTo>
                      <a:pt x="19949" y="0"/>
                    </a:lnTo>
                    <a:close/>
                  </a:path>
                </a:pathLst>
              </a:custGeom>
              <a:solidFill>
                <a:srgbClr val="404040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01" name="자유형: 도형 2300">
                <a:extLst>
                  <a:ext uri="{FF2B5EF4-FFF2-40B4-BE49-F238E27FC236}">
                    <a16:creationId xmlns:a16="http://schemas.microsoft.com/office/drawing/2014/main" id="{3B84960A-0767-44E5-AE34-393A006DEFB3}"/>
                  </a:ext>
                </a:extLst>
              </p:cNvPr>
              <p:cNvSpPr/>
              <p:nvPr/>
            </p:nvSpPr>
            <p:spPr>
              <a:xfrm>
                <a:off x="7372949" y="5386466"/>
                <a:ext cx="12735" cy="12729"/>
              </a:xfrm>
              <a:custGeom>
                <a:avLst/>
                <a:gdLst>
                  <a:gd name="connsiteX0" fmla="*/ 0 w 12734"/>
                  <a:gd name="connsiteY0" fmla="*/ 0 h 12728"/>
                  <a:gd name="connsiteX1" fmla="*/ 15067 w 12734"/>
                  <a:gd name="connsiteY1" fmla="*/ 0 h 12728"/>
                  <a:gd name="connsiteX2" fmla="*/ 15067 w 12734"/>
                  <a:gd name="connsiteY2" fmla="*/ 15064 h 12728"/>
                  <a:gd name="connsiteX3" fmla="*/ 0 w 12734"/>
                  <a:gd name="connsiteY3" fmla="*/ 15064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0" y="0"/>
                    </a:moveTo>
                    <a:lnTo>
                      <a:pt x="15067" y="0"/>
                    </a:lnTo>
                    <a:lnTo>
                      <a:pt x="15067" y="15064"/>
                    </a:lnTo>
                    <a:lnTo>
                      <a:pt x="0" y="15064"/>
                    </a:lnTo>
                    <a:close/>
                  </a:path>
                </a:pathLst>
              </a:custGeom>
              <a:solidFill>
                <a:srgbClr val="8C8663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02" name="자유형: 도형 2301">
                <a:extLst>
                  <a:ext uri="{FF2B5EF4-FFF2-40B4-BE49-F238E27FC236}">
                    <a16:creationId xmlns:a16="http://schemas.microsoft.com/office/drawing/2014/main" id="{DE4BF5FC-4023-42EC-BEAF-936B302745AE}"/>
                  </a:ext>
                </a:extLst>
              </p:cNvPr>
              <p:cNvSpPr/>
              <p:nvPr/>
            </p:nvSpPr>
            <p:spPr>
              <a:xfrm>
                <a:off x="7366618" y="5379056"/>
                <a:ext cx="12735" cy="25458"/>
              </a:xfrm>
              <a:custGeom>
                <a:avLst/>
                <a:gdLst>
                  <a:gd name="connsiteX0" fmla="*/ 0 w 0"/>
                  <a:gd name="connsiteY0" fmla="*/ 29286 h 25457"/>
                  <a:gd name="connsiteX1" fmla="*/ 7114 w 0"/>
                  <a:gd name="connsiteY1" fmla="*/ 22143 h 25457"/>
                  <a:gd name="connsiteX2" fmla="*/ 7114 w 0"/>
                  <a:gd name="connsiteY2" fmla="*/ 7143 h 25457"/>
                  <a:gd name="connsiteX3" fmla="*/ 0 w 0"/>
                  <a:gd name="connsiteY3" fmla="*/ 0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9286"/>
                    </a:moveTo>
                    <a:lnTo>
                      <a:pt x="7114" y="22143"/>
                    </a:lnTo>
                    <a:lnTo>
                      <a:pt x="7114" y="714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03" name="자유형: 도형 2302">
                <a:extLst>
                  <a:ext uri="{FF2B5EF4-FFF2-40B4-BE49-F238E27FC236}">
                    <a16:creationId xmlns:a16="http://schemas.microsoft.com/office/drawing/2014/main" id="{B64AE248-9D8A-4195-9582-CC818DA966BD}"/>
                  </a:ext>
                </a:extLst>
              </p:cNvPr>
              <p:cNvSpPr/>
              <p:nvPr/>
            </p:nvSpPr>
            <p:spPr>
              <a:xfrm>
                <a:off x="7366618" y="5379056"/>
                <a:ext cx="25469" cy="12729"/>
              </a:xfrm>
              <a:custGeom>
                <a:avLst/>
                <a:gdLst>
                  <a:gd name="connsiteX0" fmla="*/ 22205 w 25469"/>
                  <a:gd name="connsiteY0" fmla="*/ 7143 h 0"/>
                  <a:gd name="connsiteX1" fmla="*/ 7114 w 25469"/>
                  <a:gd name="connsiteY1" fmla="*/ 7143 h 0"/>
                  <a:gd name="connsiteX2" fmla="*/ 0 w 25469"/>
                  <a:gd name="connsiteY2" fmla="*/ 0 h 0"/>
                  <a:gd name="connsiteX3" fmla="*/ 29280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205" y="7143"/>
                    </a:moveTo>
                    <a:lnTo>
                      <a:pt x="7114" y="7143"/>
                    </a:lnTo>
                    <a:lnTo>
                      <a:pt x="0" y="0"/>
                    </a:lnTo>
                    <a:lnTo>
                      <a:pt x="29280" y="0"/>
                    </a:lnTo>
                    <a:close/>
                  </a:path>
                </a:pathLst>
              </a:custGeom>
              <a:solidFill>
                <a:srgbClr val="80795B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04" name="자유형: 도형 2303">
                <a:extLst>
                  <a:ext uri="{FF2B5EF4-FFF2-40B4-BE49-F238E27FC236}">
                    <a16:creationId xmlns:a16="http://schemas.microsoft.com/office/drawing/2014/main" id="{6E463C92-E6C1-4330-863B-C436E778F600}"/>
                  </a:ext>
                </a:extLst>
              </p:cNvPr>
              <p:cNvSpPr/>
              <p:nvPr/>
            </p:nvSpPr>
            <p:spPr>
              <a:xfrm>
                <a:off x="7388823" y="5379056"/>
                <a:ext cx="12735" cy="25458"/>
              </a:xfrm>
              <a:custGeom>
                <a:avLst/>
                <a:gdLst>
                  <a:gd name="connsiteX0" fmla="*/ 0 w 0"/>
                  <a:gd name="connsiteY0" fmla="*/ 22143 h 25457"/>
                  <a:gd name="connsiteX1" fmla="*/ 0 w 0"/>
                  <a:gd name="connsiteY1" fmla="*/ 7143 h 25457"/>
                  <a:gd name="connsiteX2" fmla="*/ 7075 w 0"/>
                  <a:gd name="connsiteY2" fmla="*/ 0 h 25457"/>
                  <a:gd name="connsiteX3" fmla="*/ 7075 w 0"/>
                  <a:gd name="connsiteY3" fmla="*/ 29286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2143"/>
                    </a:moveTo>
                    <a:lnTo>
                      <a:pt x="0" y="7143"/>
                    </a:lnTo>
                    <a:lnTo>
                      <a:pt x="7075" y="0"/>
                    </a:lnTo>
                    <a:lnTo>
                      <a:pt x="7075" y="29286"/>
                    </a:lnTo>
                    <a:close/>
                  </a:path>
                </a:pathLst>
              </a:custGeom>
              <a:solidFill>
                <a:srgbClr val="5E5B43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05" name="자유형: 도형 2304">
                <a:extLst>
                  <a:ext uri="{FF2B5EF4-FFF2-40B4-BE49-F238E27FC236}">
                    <a16:creationId xmlns:a16="http://schemas.microsoft.com/office/drawing/2014/main" id="{39389A37-832B-4DAA-8E2B-49F460BEE073}"/>
                  </a:ext>
                </a:extLst>
              </p:cNvPr>
              <p:cNvSpPr/>
              <p:nvPr/>
            </p:nvSpPr>
            <p:spPr>
              <a:xfrm>
                <a:off x="7366618" y="5401199"/>
                <a:ext cx="25469" cy="12729"/>
              </a:xfrm>
              <a:custGeom>
                <a:avLst/>
                <a:gdLst>
                  <a:gd name="connsiteX0" fmla="*/ 22205 w 25469"/>
                  <a:gd name="connsiteY0" fmla="*/ 0 h 0"/>
                  <a:gd name="connsiteX1" fmla="*/ 29280 w 25469"/>
                  <a:gd name="connsiteY1" fmla="*/ 7143 h 0"/>
                  <a:gd name="connsiteX2" fmla="*/ 0 w 25469"/>
                  <a:gd name="connsiteY2" fmla="*/ 7143 h 0"/>
                  <a:gd name="connsiteX3" fmla="*/ 7114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205" y="0"/>
                    </a:moveTo>
                    <a:lnTo>
                      <a:pt x="29280" y="7143"/>
                    </a:lnTo>
                    <a:lnTo>
                      <a:pt x="0" y="7143"/>
                    </a:lnTo>
                    <a:lnTo>
                      <a:pt x="7114" y="0"/>
                    </a:lnTo>
                    <a:close/>
                  </a:path>
                </a:pathLst>
              </a:custGeom>
              <a:solidFill>
                <a:srgbClr val="9A916C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06" name="자유형: 도형 2305">
                <a:extLst>
                  <a:ext uri="{FF2B5EF4-FFF2-40B4-BE49-F238E27FC236}">
                    <a16:creationId xmlns:a16="http://schemas.microsoft.com/office/drawing/2014/main" id="{99ACB43C-8424-4415-8275-CD15990B85E0}"/>
                  </a:ext>
                </a:extLst>
              </p:cNvPr>
              <p:cNvSpPr/>
              <p:nvPr/>
            </p:nvSpPr>
            <p:spPr>
              <a:xfrm>
                <a:off x="7372949" y="5477833"/>
                <a:ext cx="12735" cy="12729"/>
              </a:xfrm>
              <a:custGeom>
                <a:avLst/>
                <a:gdLst>
                  <a:gd name="connsiteX0" fmla="*/ 0 w 12734"/>
                  <a:gd name="connsiteY0" fmla="*/ 0 h 12728"/>
                  <a:gd name="connsiteX1" fmla="*/ 15067 w 12734"/>
                  <a:gd name="connsiteY1" fmla="*/ 0 h 12728"/>
                  <a:gd name="connsiteX2" fmla="*/ 15067 w 12734"/>
                  <a:gd name="connsiteY2" fmla="*/ 15077 h 12728"/>
                  <a:gd name="connsiteX3" fmla="*/ 0 w 12734"/>
                  <a:gd name="connsiteY3" fmla="*/ 15077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0" y="0"/>
                    </a:moveTo>
                    <a:lnTo>
                      <a:pt x="15067" y="0"/>
                    </a:lnTo>
                    <a:lnTo>
                      <a:pt x="15067" y="15077"/>
                    </a:lnTo>
                    <a:lnTo>
                      <a:pt x="0" y="15077"/>
                    </a:lnTo>
                    <a:close/>
                  </a:path>
                </a:pathLst>
              </a:custGeom>
              <a:solidFill>
                <a:srgbClr val="8C8663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07" name="자유형: 도형 2306">
                <a:extLst>
                  <a:ext uri="{FF2B5EF4-FFF2-40B4-BE49-F238E27FC236}">
                    <a16:creationId xmlns:a16="http://schemas.microsoft.com/office/drawing/2014/main" id="{05DABD04-FA26-4C91-A94D-EA07EFA82C1D}"/>
                  </a:ext>
                </a:extLst>
              </p:cNvPr>
              <p:cNvSpPr/>
              <p:nvPr/>
            </p:nvSpPr>
            <p:spPr>
              <a:xfrm>
                <a:off x="7366618" y="5470753"/>
                <a:ext cx="12735" cy="25458"/>
              </a:xfrm>
              <a:custGeom>
                <a:avLst/>
                <a:gdLst>
                  <a:gd name="connsiteX0" fmla="*/ 0 w 0"/>
                  <a:gd name="connsiteY0" fmla="*/ 29261 h 25457"/>
                  <a:gd name="connsiteX1" fmla="*/ 7114 w 0"/>
                  <a:gd name="connsiteY1" fmla="*/ 22130 h 25457"/>
                  <a:gd name="connsiteX2" fmla="*/ 7114 w 0"/>
                  <a:gd name="connsiteY2" fmla="*/ 7117 h 25457"/>
                  <a:gd name="connsiteX3" fmla="*/ 0 w 0"/>
                  <a:gd name="connsiteY3" fmla="*/ 0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9261"/>
                    </a:moveTo>
                    <a:lnTo>
                      <a:pt x="7114" y="22130"/>
                    </a:lnTo>
                    <a:lnTo>
                      <a:pt x="7114" y="71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08" name="자유형: 도형 2307">
                <a:extLst>
                  <a:ext uri="{FF2B5EF4-FFF2-40B4-BE49-F238E27FC236}">
                    <a16:creationId xmlns:a16="http://schemas.microsoft.com/office/drawing/2014/main" id="{99F7CC1A-0F7C-444C-90EF-043CAA5C2FE8}"/>
                  </a:ext>
                </a:extLst>
              </p:cNvPr>
              <p:cNvSpPr/>
              <p:nvPr/>
            </p:nvSpPr>
            <p:spPr>
              <a:xfrm>
                <a:off x="7366618" y="5470753"/>
                <a:ext cx="25469" cy="12729"/>
              </a:xfrm>
              <a:custGeom>
                <a:avLst/>
                <a:gdLst>
                  <a:gd name="connsiteX0" fmla="*/ 22205 w 25469"/>
                  <a:gd name="connsiteY0" fmla="*/ 7117 h 0"/>
                  <a:gd name="connsiteX1" fmla="*/ 7114 w 25469"/>
                  <a:gd name="connsiteY1" fmla="*/ 7117 h 0"/>
                  <a:gd name="connsiteX2" fmla="*/ 0 w 25469"/>
                  <a:gd name="connsiteY2" fmla="*/ 0 h 0"/>
                  <a:gd name="connsiteX3" fmla="*/ 29280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205" y="7117"/>
                    </a:moveTo>
                    <a:lnTo>
                      <a:pt x="7114" y="7117"/>
                    </a:lnTo>
                    <a:lnTo>
                      <a:pt x="0" y="0"/>
                    </a:lnTo>
                    <a:lnTo>
                      <a:pt x="29280" y="0"/>
                    </a:lnTo>
                    <a:close/>
                  </a:path>
                </a:pathLst>
              </a:custGeom>
              <a:solidFill>
                <a:srgbClr val="80795B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09" name="자유형: 도형 2308">
                <a:extLst>
                  <a:ext uri="{FF2B5EF4-FFF2-40B4-BE49-F238E27FC236}">
                    <a16:creationId xmlns:a16="http://schemas.microsoft.com/office/drawing/2014/main" id="{89B07FE7-E0AB-44CF-A062-B56B29618485}"/>
                  </a:ext>
                </a:extLst>
              </p:cNvPr>
              <p:cNvSpPr/>
              <p:nvPr/>
            </p:nvSpPr>
            <p:spPr>
              <a:xfrm>
                <a:off x="7388823" y="5470753"/>
                <a:ext cx="12735" cy="25458"/>
              </a:xfrm>
              <a:custGeom>
                <a:avLst/>
                <a:gdLst>
                  <a:gd name="connsiteX0" fmla="*/ 0 w 0"/>
                  <a:gd name="connsiteY0" fmla="*/ 22130 h 25457"/>
                  <a:gd name="connsiteX1" fmla="*/ 0 w 0"/>
                  <a:gd name="connsiteY1" fmla="*/ 7117 h 25457"/>
                  <a:gd name="connsiteX2" fmla="*/ 7075 w 0"/>
                  <a:gd name="connsiteY2" fmla="*/ 0 h 25457"/>
                  <a:gd name="connsiteX3" fmla="*/ 7075 w 0"/>
                  <a:gd name="connsiteY3" fmla="*/ 29261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2130"/>
                    </a:moveTo>
                    <a:lnTo>
                      <a:pt x="0" y="7117"/>
                    </a:lnTo>
                    <a:lnTo>
                      <a:pt x="7075" y="0"/>
                    </a:lnTo>
                    <a:lnTo>
                      <a:pt x="7075" y="29261"/>
                    </a:lnTo>
                    <a:close/>
                  </a:path>
                </a:pathLst>
              </a:custGeom>
              <a:solidFill>
                <a:srgbClr val="5E5B43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10" name="자유형: 도형 2309">
                <a:extLst>
                  <a:ext uri="{FF2B5EF4-FFF2-40B4-BE49-F238E27FC236}">
                    <a16:creationId xmlns:a16="http://schemas.microsoft.com/office/drawing/2014/main" id="{F1F76F57-591A-4ED7-9A42-70A3CDF84CB7}"/>
                  </a:ext>
                </a:extLst>
              </p:cNvPr>
              <p:cNvSpPr/>
              <p:nvPr/>
            </p:nvSpPr>
            <p:spPr>
              <a:xfrm>
                <a:off x="7366618" y="5492884"/>
                <a:ext cx="25469" cy="12729"/>
              </a:xfrm>
              <a:custGeom>
                <a:avLst/>
                <a:gdLst>
                  <a:gd name="connsiteX0" fmla="*/ 0 w 25469"/>
                  <a:gd name="connsiteY0" fmla="*/ 7130 h 0"/>
                  <a:gd name="connsiteX1" fmla="*/ 7114 w 25469"/>
                  <a:gd name="connsiteY1" fmla="*/ 0 h 0"/>
                  <a:gd name="connsiteX2" fmla="*/ 22205 w 25469"/>
                  <a:gd name="connsiteY2" fmla="*/ 0 h 0"/>
                  <a:gd name="connsiteX3" fmla="*/ 29280 w 25469"/>
                  <a:gd name="connsiteY3" fmla="*/ 713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0" y="7130"/>
                    </a:moveTo>
                    <a:lnTo>
                      <a:pt x="7114" y="0"/>
                    </a:lnTo>
                    <a:lnTo>
                      <a:pt x="22205" y="0"/>
                    </a:lnTo>
                    <a:lnTo>
                      <a:pt x="29280" y="7130"/>
                    </a:lnTo>
                    <a:close/>
                  </a:path>
                </a:pathLst>
              </a:custGeom>
              <a:solidFill>
                <a:srgbClr val="9A916C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11" name="자유형: 도형 2310">
                <a:extLst>
                  <a:ext uri="{FF2B5EF4-FFF2-40B4-BE49-F238E27FC236}">
                    <a16:creationId xmlns:a16="http://schemas.microsoft.com/office/drawing/2014/main" id="{6C94DCB3-0BF1-4E57-B46D-7CC318737B88}"/>
                  </a:ext>
                </a:extLst>
              </p:cNvPr>
              <p:cNvSpPr/>
              <p:nvPr/>
            </p:nvSpPr>
            <p:spPr>
              <a:xfrm>
                <a:off x="7427155" y="5349464"/>
                <a:ext cx="89142" cy="178204"/>
              </a:xfrm>
              <a:custGeom>
                <a:avLst/>
                <a:gdLst>
                  <a:gd name="connsiteX0" fmla="*/ 0 w 89141"/>
                  <a:gd name="connsiteY0" fmla="*/ 19248 h 178204"/>
                  <a:gd name="connsiteX1" fmla="*/ 0 w 89141"/>
                  <a:gd name="connsiteY1" fmla="*/ 69338 h 178204"/>
                  <a:gd name="connsiteX2" fmla="*/ 0 w 89141"/>
                  <a:gd name="connsiteY2" fmla="*/ 111889 h 178204"/>
                  <a:gd name="connsiteX3" fmla="*/ 0 w 89141"/>
                  <a:gd name="connsiteY3" fmla="*/ 161992 h 178204"/>
                  <a:gd name="connsiteX4" fmla="*/ 19949 w 89141"/>
                  <a:gd name="connsiteY4" fmla="*/ 181226 h 178204"/>
                  <a:gd name="connsiteX5" fmla="*/ 71830 w 89141"/>
                  <a:gd name="connsiteY5" fmla="*/ 181226 h 178204"/>
                  <a:gd name="connsiteX6" fmla="*/ 91780 w 89141"/>
                  <a:gd name="connsiteY6" fmla="*/ 161992 h 178204"/>
                  <a:gd name="connsiteX7" fmla="*/ 91780 w 89141"/>
                  <a:gd name="connsiteY7" fmla="*/ 111889 h 178204"/>
                  <a:gd name="connsiteX8" fmla="*/ 91780 w 89141"/>
                  <a:gd name="connsiteY8" fmla="*/ 69338 h 178204"/>
                  <a:gd name="connsiteX9" fmla="*/ 91780 w 89141"/>
                  <a:gd name="connsiteY9" fmla="*/ 19248 h 178204"/>
                  <a:gd name="connsiteX10" fmla="*/ 71830 w 89141"/>
                  <a:gd name="connsiteY10" fmla="*/ 0 h 178204"/>
                  <a:gd name="connsiteX11" fmla="*/ 19949 w 89141"/>
                  <a:gd name="connsiteY11" fmla="*/ 0 h 178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9141" h="178204">
                    <a:moveTo>
                      <a:pt x="0" y="19248"/>
                    </a:moveTo>
                    <a:lnTo>
                      <a:pt x="0" y="69338"/>
                    </a:lnTo>
                    <a:lnTo>
                      <a:pt x="0" y="111889"/>
                    </a:lnTo>
                    <a:lnTo>
                      <a:pt x="0" y="161992"/>
                    </a:lnTo>
                    <a:lnTo>
                      <a:pt x="19949" y="181226"/>
                    </a:lnTo>
                    <a:lnTo>
                      <a:pt x="71830" y="181226"/>
                    </a:lnTo>
                    <a:lnTo>
                      <a:pt x="91780" y="161992"/>
                    </a:lnTo>
                    <a:lnTo>
                      <a:pt x="91780" y="111889"/>
                    </a:lnTo>
                    <a:lnTo>
                      <a:pt x="91780" y="69338"/>
                    </a:lnTo>
                    <a:lnTo>
                      <a:pt x="91780" y="19248"/>
                    </a:lnTo>
                    <a:lnTo>
                      <a:pt x="71830" y="0"/>
                    </a:lnTo>
                    <a:lnTo>
                      <a:pt x="19949" y="0"/>
                    </a:lnTo>
                    <a:close/>
                  </a:path>
                </a:pathLst>
              </a:custGeom>
              <a:solidFill>
                <a:srgbClr val="404040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12" name="자유형: 도형 2311">
                <a:extLst>
                  <a:ext uri="{FF2B5EF4-FFF2-40B4-BE49-F238E27FC236}">
                    <a16:creationId xmlns:a16="http://schemas.microsoft.com/office/drawing/2014/main" id="{64AC91C2-36D6-487E-96A6-6A461BA3BA13}"/>
                  </a:ext>
                </a:extLst>
              </p:cNvPr>
              <p:cNvSpPr/>
              <p:nvPr/>
            </p:nvSpPr>
            <p:spPr>
              <a:xfrm>
                <a:off x="7427155" y="5349464"/>
                <a:ext cx="89142" cy="178204"/>
              </a:xfrm>
              <a:custGeom>
                <a:avLst/>
                <a:gdLst>
                  <a:gd name="connsiteX0" fmla="*/ 0 w 89141"/>
                  <a:gd name="connsiteY0" fmla="*/ 19248 h 178204"/>
                  <a:gd name="connsiteX1" fmla="*/ 0 w 89141"/>
                  <a:gd name="connsiteY1" fmla="*/ 69338 h 178204"/>
                  <a:gd name="connsiteX2" fmla="*/ 0 w 89141"/>
                  <a:gd name="connsiteY2" fmla="*/ 111889 h 178204"/>
                  <a:gd name="connsiteX3" fmla="*/ 0 w 89141"/>
                  <a:gd name="connsiteY3" fmla="*/ 161992 h 178204"/>
                  <a:gd name="connsiteX4" fmla="*/ 19949 w 89141"/>
                  <a:gd name="connsiteY4" fmla="*/ 181226 h 178204"/>
                  <a:gd name="connsiteX5" fmla="*/ 71830 w 89141"/>
                  <a:gd name="connsiteY5" fmla="*/ 181226 h 178204"/>
                  <a:gd name="connsiteX6" fmla="*/ 91780 w 89141"/>
                  <a:gd name="connsiteY6" fmla="*/ 161992 h 178204"/>
                  <a:gd name="connsiteX7" fmla="*/ 91780 w 89141"/>
                  <a:gd name="connsiteY7" fmla="*/ 111889 h 178204"/>
                  <a:gd name="connsiteX8" fmla="*/ 91780 w 89141"/>
                  <a:gd name="connsiteY8" fmla="*/ 69338 h 178204"/>
                  <a:gd name="connsiteX9" fmla="*/ 91780 w 89141"/>
                  <a:gd name="connsiteY9" fmla="*/ 19248 h 178204"/>
                  <a:gd name="connsiteX10" fmla="*/ 71830 w 89141"/>
                  <a:gd name="connsiteY10" fmla="*/ 0 h 178204"/>
                  <a:gd name="connsiteX11" fmla="*/ 19949 w 89141"/>
                  <a:gd name="connsiteY11" fmla="*/ 0 h 178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9141" h="178204">
                    <a:moveTo>
                      <a:pt x="0" y="19248"/>
                    </a:moveTo>
                    <a:lnTo>
                      <a:pt x="0" y="69338"/>
                    </a:lnTo>
                    <a:lnTo>
                      <a:pt x="0" y="111889"/>
                    </a:lnTo>
                    <a:lnTo>
                      <a:pt x="0" y="161992"/>
                    </a:lnTo>
                    <a:lnTo>
                      <a:pt x="19949" y="181226"/>
                    </a:lnTo>
                    <a:lnTo>
                      <a:pt x="71830" y="181226"/>
                    </a:lnTo>
                    <a:lnTo>
                      <a:pt x="91780" y="161992"/>
                    </a:lnTo>
                    <a:lnTo>
                      <a:pt x="91780" y="111889"/>
                    </a:lnTo>
                    <a:lnTo>
                      <a:pt x="91780" y="69338"/>
                    </a:lnTo>
                    <a:lnTo>
                      <a:pt x="91780" y="19248"/>
                    </a:lnTo>
                    <a:lnTo>
                      <a:pt x="71830" y="0"/>
                    </a:lnTo>
                    <a:lnTo>
                      <a:pt x="19949" y="0"/>
                    </a:lnTo>
                    <a:close/>
                  </a:path>
                </a:pathLst>
              </a:custGeom>
              <a:solidFill>
                <a:srgbClr val="404040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13" name="자유형: 도형 2312">
                <a:extLst>
                  <a:ext uri="{FF2B5EF4-FFF2-40B4-BE49-F238E27FC236}">
                    <a16:creationId xmlns:a16="http://schemas.microsoft.com/office/drawing/2014/main" id="{0A1FA40D-00DB-4E40-83F3-E79CC8D33A38}"/>
                  </a:ext>
                </a:extLst>
              </p:cNvPr>
              <p:cNvSpPr/>
              <p:nvPr/>
            </p:nvSpPr>
            <p:spPr>
              <a:xfrm>
                <a:off x="7464638" y="5386466"/>
                <a:ext cx="12735" cy="12729"/>
              </a:xfrm>
              <a:custGeom>
                <a:avLst/>
                <a:gdLst>
                  <a:gd name="connsiteX0" fmla="*/ 0 w 12734"/>
                  <a:gd name="connsiteY0" fmla="*/ 0 h 12728"/>
                  <a:gd name="connsiteX1" fmla="*/ 15067 w 12734"/>
                  <a:gd name="connsiteY1" fmla="*/ 0 h 12728"/>
                  <a:gd name="connsiteX2" fmla="*/ 15067 w 12734"/>
                  <a:gd name="connsiteY2" fmla="*/ 15064 h 12728"/>
                  <a:gd name="connsiteX3" fmla="*/ 0 w 12734"/>
                  <a:gd name="connsiteY3" fmla="*/ 15064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0" y="0"/>
                    </a:moveTo>
                    <a:lnTo>
                      <a:pt x="15067" y="0"/>
                    </a:lnTo>
                    <a:lnTo>
                      <a:pt x="15067" y="15064"/>
                    </a:lnTo>
                    <a:lnTo>
                      <a:pt x="0" y="15064"/>
                    </a:lnTo>
                    <a:close/>
                  </a:path>
                </a:pathLst>
              </a:custGeom>
              <a:solidFill>
                <a:srgbClr val="8C8663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14" name="자유형: 도형 2313">
                <a:extLst>
                  <a:ext uri="{FF2B5EF4-FFF2-40B4-BE49-F238E27FC236}">
                    <a16:creationId xmlns:a16="http://schemas.microsoft.com/office/drawing/2014/main" id="{DD2CD516-BD19-49BA-A7EB-860A095898AE}"/>
                  </a:ext>
                </a:extLst>
              </p:cNvPr>
              <p:cNvSpPr/>
              <p:nvPr/>
            </p:nvSpPr>
            <p:spPr>
              <a:xfrm>
                <a:off x="7458410" y="5379056"/>
                <a:ext cx="12735" cy="25458"/>
              </a:xfrm>
              <a:custGeom>
                <a:avLst/>
                <a:gdLst>
                  <a:gd name="connsiteX0" fmla="*/ 0 w 0"/>
                  <a:gd name="connsiteY0" fmla="*/ 29286 h 25457"/>
                  <a:gd name="connsiteX1" fmla="*/ 7101 w 0"/>
                  <a:gd name="connsiteY1" fmla="*/ 22143 h 25457"/>
                  <a:gd name="connsiteX2" fmla="*/ 7101 w 0"/>
                  <a:gd name="connsiteY2" fmla="*/ 7143 h 25457"/>
                  <a:gd name="connsiteX3" fmla="*/ 0 w 0"/>
                  <a:gd name="connsiteY3" fmla="*/ 0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9286"/>
                    </a:moveTo>
                    <a:lnTo>
                      <a:pt x="7101" y="22143"/>
                    </a:lnTo>
                    <a:lnTo>
                      <a:pt x="7101" y="714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15" name="자유형: 도형 2314">
                <a:extLst>
                  <a:ext uri="{FF2B5EF4-FFF2-40B4-BE49-F238E27FC236}">
                    <a16:creationId xmlns:a16="http://schemas.microsoft.com/office/drawing/2014/main" id="{506EB364-8715-426F-A5A8-D8A74D3A3271}"/>
                  </a:ext>
                </a:extLst>
              </p:cNvPr>
              <p:cNvSpPr/>
              <p:nvPr/>
            </p:nvSpPr>
            <p:spPr>
              <a:xfrm>
                <a:off x="7458410" y="5379056"/>
                <a:ext cx="25469" cy="12729"/>
              </a:xfrm>
              <a:custGeom>
                <a:avLst/>
                <a:gdLst>
                  <a:gd name="connsiteX0" fmla="*/ 22192 w 25469"/>
                  <a:gd name="connsiteY0" fmla="*/ 7143 h 0"/>
                  <a:gd name="connsiteX1" fmla="*/ 7101 w 25469"/>
                  <a:gd name="connsiteY1" fmla="*/ 7143 h 0"/>
                  <a:gd name="connsiteX2" fmla="*/ 0 w 25469"/>
                  <a:gd name="connsiteY2" fmla="*/ 0 h 0"/>
                  <a:gd name="connsiteX3" fmla="*/ 29267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192" y="7143"/>
                    </a:moveTo>
                    <a:lnTo>
                      <a:pt x="7101" y="7143"/>
                    </a:lnTo>
                    <a:lnTo>
                      <a:pt x="0" y="0"/>
                    </a:lnTo>
                    <a:lnTo>
                      <a:pt x="29267" y="0"/>
                    </a:lnTo>
                    <a:close/>
                  </a:path>
                </a:pathLst>
              </a:custGeom>
              <a:solidFill>
                <a:srgbClr val="80795B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16" name="자유형: 도형 2315">
                <a:extLst>
                  <a:ext uri="{FF2B5EF4-FFF2-40B4-BE49-F238E27FC236}">
                    <a16:creationId xmlns:a16="http://schemas.microsoft.com/office/drawing/2014/main" id="{3B4D12B9-2012-4A87-BAE2-AB7C9EAF9E12}"/>
                  </a:ext>
                </a:extLst>
              </p:cNvPr>
              <p:cNvSpPr/>
              <p:nvPr/>
            </p:nvSpPr>
            <p:spPr>
              <a:xfrm>
                <a:off x="7480603" y="5379056"/>
                <a:ext cx="12735" cy="25458"/>
              </a:xfrm>
              <a:custGeom>
                <a:avLst/>
                <a:gdLst>
                  <a:gd name="connsiteX0" fmla="*/ 0 w 0"/>
                  <a:gd name="connsiteY0" fmla="*/ 22143 h 25457"/>
                  <a:gd name="connsiteX1" fmla="*/ 0 w 0"/>
                  <a:gd name="connsiteY1" fmla="*/ 7143 h 25457"/>
                  <a:gd name="connsiteX2" fmla="*/ 7075 w 0"/>
                  <a:gd name="connsiteY2" fmla="*/ 0 h 25457"/>
                  <a:gd name="connsiteX3" fmla="*/ 7075 w 0"/>
                  <a:gd name="connsiteY3" fmla="*/ 29286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2143"/>
                    </a:moveTo>
                    <a:lnTo>
                      <a:pt x="0" y="7143"/>
                    </a:lnTo>
                    <a:lnTo>
                      <a:pt x="7075" y="0"/>
                    </a:lnTo>
                    <a:lnTo>
                      <a:pt x="7075" y="29286"/>
                    </a:lnTo>
                    <a:close/>
                  </a:path>
                </a:pathLst>
              </a:custGeom>
              <a:solidFill>
                <a:srgbClr val="5E5B43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17" name="자유형: 도형 2316">
                <a:extLst>
                  <a:ext uri="{FF2B5EF4-FFF2-40B4-BE49-F238E27FC236}">
                    <a16:creationId xmlns:a16="http://schemas.microsoft.com/office/drawing/2014/main" id="{CB53A84B-0725-4BC8-8BE8-20FEE602AA95}"/>
                  </a:ext>
                </a:extLst>
              </p:cNvPr>
              <p:cNvSpPr/>
              <p:nvPr/>
            </p:nvSpPr>
            <p:spPr>
              <a:xfrm>
                <a:off x="7458410" y="5401199"/>
                <a:ext cx="25469" cy="12729"/>
              </a:xfrm>
              <a:custGeom>
                <a:avLst/>
                <a:gdLst>
                  <a:gd name="connsiteX0" fmla="*/ 22192 w 25469"/>
                  <a:gd name="connsiteY0" fmla="*/ 0 h 0"/>
                  <a:gd name="connsiteX1" fmla="*/ 29267 w 25469"/>
                  <a:gd name="connsiteY1" fmla="*/ 7143 h 0"/>
                  <a:gd name="connsiteX2" fmla="*/ 0 w 25469"/>
                  <a:gd name="connsiteY2" fmla="*/ 7143 h 0"/>
                  <a:gd name="connsiteX3" fmla="*/ 7101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192" y="0"/>
                    </a:moveTo>
                    <a:lnTo>
                      <a:pt x="29267" y="7143"/>
                    </a:lnTo>
                    <a:lnTo>
                      <a:pt x="0" y="7143"/>
                    </a:lnTo>
                    <a:lnTo>
                      <a:pt x="7101" y="0"/>
                    </a:lnTo>
                    <a:close/>
                  </a:path>
                </a:pathLst>
              </a:custGeom>
              <a:solidFill>
                <a:srgbClr val="9A916C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18" name="자유형: 도형 2317">
                <a:extLst>
                  <a:ext uri="{FF2B5EF4-FFF2-40B4-BE49-F238E27FC236}">
                    <a16:creationId xmlns:a16="http://schemas.microsoft.com/office/drawing/2014/main" id="{6C7A2B75-44FE-4822-844C-803752FFE723}"/>
                  </a:ext>
                </a:extLst>
              </p:cNvPr>
              <p:cNvSpPr/>
              <p:nvPr/>
            </p:nvSpPr>
            <p:spPr>
              <a:xfrm>
                <a:off x="7464638" y="5477833"/>
                <a:ext cx="12735" cy="12729"/>
              </a:xfrm>
              <a:custGeom>
                <a:avLst/>
                <a:gdLst>
                  <a:gd name="connsiteX0" fmla="*/ 0 w 12734"/>
                  <a:gd name="connsiteY0" fmla="*/ 0 h 12728"/>
                  <a:gd name="connsiteX1" fmla="*/ 15067 w 12734"/>
                  <a:gd name="connsiteY1" fmla="*/ 0 h 12728"/>
                  <a:gd name="connsiteX2" fmla="*/ 15067 w 12734"/>
                  <a:gd name="connsiteY2" fmla="*/ 15077 h 12728"/>
                  <a:gd name="connsiteX3" fmla="*/ 0 w 12734"/>
                  <a:gd name="connsiteY3" fmla="*/ 15077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0" y="0"/>
                    </a:moveTo>
                    <a:lnTo>
                      <a:pt x="15067" y="0"/>
                    </a:lnTo>
                    <a:lnTo>
                      <a:pt x="15067" y="15077"/>
                    </a:lnTo>
                    <a:lnTo>
                      <a:pt x="0" y="15077"/>
                    </a:lnTo>
                    <a:close/>
                  </a:path>
                </a:pathLst>
              </a:custGeom>
              <a:solidFill>
                <a:srgbClr val="8C8663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19" name="자유형: 도형 2318">
                <a:extLst>
                  <a:ext uri="{FF2B5EF4-FFF2-40B4-BE49-F238E27FC236}">
                    <a16:creationId xmlns:a16="http://schemas.microsoft.com/office/drawing/2014/main" id="{EF9E43C3-F6D4-4C87-A67D-0AC1A8DFD2D4}"/>
                  </a:ext>
                </a:extLst>
              </p:cNvPr>
              <p:cNvSpPr/>
              <p:nvPr/>
            </p:nvSpPr>
            <p:spPr>
              <a:xfrm>
                <a:off x="7458410" y="5470753"/>
                <a:ext cx="12735" cy="25458"/>
              </a:xfrm>
              <a:custGeom>
                <a:avLst/>
                <a:gdLst>
                  <a:gd name="connsiteX0" fmla="*/ 0 w 0"/>
                  <a:gd name="connsiteY0" fmla="*/ 29261 h 25457"/>
                  <a:gd name="connsiteX1" fmla="*/ 7101 w 0"/>
                  <a:gd name="connsiteY1" fmla="*/ 22130 h 25457"/>
                  <a:gd name="connsiteX2" fmla="*/ 7101 w 0"/>
                  <a:gd name="connsiteY2" fmla="*/ 7117 h 25457"/>
                  <a:gd name="connsiteX3" fmla="*/ 0 w 0"/>
                  <a:gd name="connsiteY3" fmla="*/ 0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9261"/>
                    </a:moveTo>
                    <a:lnTo>
                      <a:pt x="7101" y="22130"/>
                    </a:lnTo>
                    <a:lnTo>
                      <a:pt x="7101" y="71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20" name="자유형: 도형 2319">
                <a:extLst>
                  <a:ext uri="{FF2B5EF4-FFF2-40B4-BE49-F238E27FC236}">
                    <a16:creationId xmlns:a16="http://schemas.microsoft.com/office/drawing/2014/main" id="{9A36AF00-A376-4271-B218-7572FE9BC7A8}"/>
                  </a:ext>
                </a:extLst>
              </p:cNvPr>
              <p:cNvSpPr/>
              <p:nvPr/>
            </p:nvSpPr>
            <p:spPr>
              <a:xfrm>
                <a:off x="7458410" y="5470753"/>
                <a:ext cx="25469" cy="12729"/>
              </a:xfrm>
              <a:custGeom>
                <a:avLst/>
                <a:gdLst>
                  <a:gd name="connsiteX0" fmla="*/ 22192 w 25469"/>
                  <a:gd name="connsiteY0" fmla="*/ 7117 h 0"/>
                  <a:gd name="connsiteX1" fmla="*/ 7101 w 25469"/>
                  <a:gd name="connsiteY1" fmla="*/ 7117 h 0"/>
                  <a:gd name="connsiteX2" fmla="*/ 0 w 25469"/>
                  <a:gd name="connsiteY2" fmla="*/ 0 h 0"/>
                  <a:gd name="connsiteX3" fmla="*/ 29267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192" y="7117"/>
                    </a:moveTo>
                    <a:lnTo>
                      <a:pt x="7101" y="7117"/>
                    </a:lnTo>
                    <a:lnTo>
                      <a:pt x="0" y="0"/>
                    </a:lnTo>
                    <a:lnTo>
                      <a:pt x="29267" y="0"/>
                    </a:lnTo>
                    <a:close/>
                  </a:path>
                </a:pathLst>
              </a:custGeom>
              <a:solidFill>
                <a:srgbClr val="80795B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21" name="자유형: 도형 2320">
                <a:extLst>
                  <a:ext uri="{FF2B5EF4-FFF2-40B4-BE49-F238E27FC236}">
                    <a16:creationId xmlns:a16="http://schemas.microsoft.com/office/drawing/2014/main" id="{53969A64-1091-46FD-A0D0-FB55BC357F08}"/>
                  </a:ext>
                </a:extLst>
              </p:cNvPr>
              <p:cNvSpPr/>
              <p:nvPr/>
            </p:nvSpPr>
            <p:spPr>
              <a:xfrm>
                <a:off x="7480603" y="5470753"/>
                <a:ext cx="12735" cy="25458"/>
              </a:xfrm>
              <a:custGeom>
                <a:avLst/>
                <a:gdLst>
                  <a:gd name="connsiteX0" fmla="*/ 0 w 0"/>
                  <a:gd name="connsiteY0" fmla="*/ 22130 h 25457"/>
                  <a:gd name="connsiteX1" fmla="*/ 0 w 0"/>
                  <a:gd name="connsiteY1" fmla="*/ 7117 h 25457"/>
                  <a:gd name="connsiteX2" fmla="*/ 7075 w 0"/>
                  <a:gd name="connsiteY2" fmla="*/ 0 h 25457"/>
                  <a:gd name="connsiteX3" fmla="*/ 7075 w 0"/>
                  <a:gd name="connsiteY3" fmla="*/ 29261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2130"/>
                    </a:moveTo>
                    <a:lnTo>
                      <a:pt x="0" y="7117"/>
                    </a:lnTo>
                    <a:lnTo>
                      <a:pt x="7075" y="0"/>
                    </a:lnTo>
                    <a:lnTo>
                      <a:pt x="7075" y="29261"/>
                    </a:lnTo>
                    <a:close/>
                  </a:path>
                </a:pathLst>
              </a:custGeom>
              <a:solidFill>
                <a:srgbClr val="5E5B43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22" name="자유형: 도형 2321">
                <a:extLst>
                  <a:ext uri="{FF2B5EF4-FFF2-40B4-BE49-F238E27FC236}">
                    <a16:creationId xmlns:a16="http://schemas.microsoft.com/office/drawing/2014/main" id="{D81E6996-3277-48F1-A99C-347BC27F3BE6}"/>
                  </a:ext>
                </a:extLst>
              </p:cNvPr>
              <p:cNvSpPr/>
              <p:nvPr/>
            </p:nvSpPr>
            <p:spPr>
              <a:xfrm>
                <a:off x="7458410" y="5492884"/>
                <a:ext cx="25469" cy="12729"/>
              </a:xfrm>
              <a:custGeom>
                <a:avLst/>
                <a:gdLst>
                  <a:gd name="connsiteX0" fmla="*/ 0 w 25469"/>
                  <a:gd name="connsiteY0" fmla="*/ 7130 h 0"/>
                  <a:gd name="connsiteX1" fmla="*/ 7101 w 25469"/>
                  <a:gd name="connsiteY1" fmla="*/ 0 h 0"/>
                  <a:gd name="connsiteX2" fmla="*/ 22192 w 25469"/>
                  <a:gd name="connsiteY2" fmla="*/ 0 h 0"/>
                  <a:gd name="connsiteX3" fmla="*/ 29267 w 25469"/>
                  <a:gd name="connsiteY3" fmla="*/ 713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0" y="7130"/>
                    </a:moveTo>
                    <a:lnTo>
                      <a:pt x="7101" y="0"/>
                    </a:lnTo>
                    <a:lnTo>
                      <a:pt x="22192" y="0"/>
                    </a:lnTo>
                    <a:lnTo>
                      <a:pt x="29267" y="7130"/>
                    </a:lnTo>
                    <a:close/>
                  </a:path>
                </a:pathLst>
              </a:custGeom>
              <a:solidFill>
                <a:srgbClr val="9A916C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23" name="자유형: 도형 2322">
                <a:extLst>
                  <a:ext uri="{FF2B5EF4-FFF2-40B4-BE49-F238E27FC236}">
                    <a16:creationId xmlns:a16="http://schemas.microsoft.com/office/drawing/2014/main" id="{499FB4E8-BD6F-460D-8739-A565FAF2F4FB}"/>
                  </a:ext>
                </a:extLst>
              </p:cNvPr>
              <p:cNvSpPr/>
              <p:nvPr/>
            </p:nvSpPr>
            <p:spPr>
              <a:xfrm>
                <a:off x="7518947" y="5349464"/>
                <a:ext cx="89142" cy="178204"/>
              </a:xfrm>
              <a:custGeom>
                <a:avLst/>
                <a:gdLst>
                  <a:gd name="connsiteX0" fmla="*/ 0 w 89141"/>
                  <a:gd name="connsiteY0" fmla="*/ 19248 h 178204"/>
                  <a:gd name="connsiteX1" fmla="*/ 0 w 89141"/>
                  <a:gd name="connsiteY1" fmla="*/ 69338 h 178204"/>
                  <a:gd name="connsiteX2" fmla="*/ 0 w 89141"/>
                  <a:gd name="connsiteY2" fmla="*/ 111889 h 178204"/>
                  <a:gd name="connsiteX3" fmla="*/ 0 w 89141"/>
                  <a:gd name="connsiteY3" fmla="*/ 161992 h 178204"/>
                  <a:gd name="connsiteX4" fmla="*/ 19937 w 89141"/>
                  <a:gd name="connsiteY4" fmla="*/ 181226 h 178204"/>
                  <a:gd name="connsiteX5" fmla="*/ 71818 w 89141"/>
                  <a:gd name="connsiteY5" fmla="*/ 181226 h 178204"/>
                  <a:gd name="connsiteX6" fmla="*/ 91767 w 89141"/>
                  <a:gd name="connsiteY6" fmla="*/ 161992 h 178204"/>
                  <a:gd name="connsiteX7" fmla="*/ 91767 w 89141"/>
                  <a:gd name="connsiteY7" fmla="*/ 111889 h 178204"/>
                  <a:gd name="connsiteX8" fmla="*/ 91767 w 89141"/>
                  <a:gd name="connsiteY8" fmla="*/ 69338 h 178204"/>
                  <a:gd name="connsiteX9" fmla="*/ 91767 w 89141"/>
                  <a:gd name="connsiteY9" fmla="*/ 19248 h 178204"/>
                  <a:gd name="connsiteX10" fmla="*/ 71818 w 89141"/>
                  <a:gd name="connsiteY10" fmla="*/ 0 h 178204"/>
                  <a:gd name="connsiteX11" fmla="*/ 19937 w 89141"/>
                  <a:gd name="connsiteY11" fmla="*/ 0 h 178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9141" h="178204">
                    <a:moveTo>
                      <a:pt x="0" y="19248"/>
                    </a:moveTo>
                    <a:lnTo>
                      <a:pt x="0" y="69338"/>
                    </a:lnTo>
                    <a:lnTo>
                      <a:pt x="0" y="111889"/>
                    </a:lnTo>
                    <a:lnTo>
                      <a:pt x="0" y="161992"/>
                    </a:lnTo>
                    <a:lnTo>
                      <a:pt x="19937" y="181226"/>
                    </a:lnTo>
                    <a:lnTo>
                      <a:pt x="71818" y="181226"/>
                    </a:lnTo>
                    <a:lnTo>
                      <a:pt x="91767" y="161992"/>
                    </a:lnTo>
                    <a:lnTo>
                      <a:pt x="91767" y="111889"/>
                    </a:lnTo>
                    <a:lnTo>
                      <a:pt x="91767" y="69338"/>
                    </a:lnTo>
                    <a:lnTo>
                      <a:pt x="91767" y="19248"/>
                    </a:lnTo>
                    <a:lnTo>
                      <a:pt x="71818" y="0"/>
                    </a:lnTo>
                    <a:lnTo>
                      <a:pt x="19937" y="0"/>
                    </a:lnTo>
                    <a:close/>
                  </a:path>
                </a:pathLst>
              </a:custGeom>
              <a:solidFill>
                <a:srgbClr val="404040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24" name="자유형: 도형 2323">
                <a:extLst>
                  <a:ext uri="{FF2B5EF4-FFF2-40B4-BE49-F238E27FC236}">
                    <a16:creationId xmlns:a16="http://schemas.microsoft.com/office/drawing/2014/main" id="{50064C18-6CA3-4649-9C3F-6B08E9D08F52}"/>
                  </a:ext>
                </a:extLst>
              </p:cNvPr>
              <p:cNvSpPr/>
              <p:nvPr/>
            </p:nvSpPr>
            <p:spPr>
              <a:xfrm>
                <a:off x="7518947" y="5349464"/>
                <a:ext cx="89142" cy="178204"/>
              </a:xfrm>
              <a:custGeom>
                <a:avLst/>
                <a:gdLst>
                  <a:gd name="connsiteX0" fmla="*/ 0 w 89141"/>
                  <a:gd name="connsiteY0" fmla="*/ 19248 h 178204"/>
                  <a:gd name="connsiteX1" fmla="*/ 0 w 89141"/>
                  <a:gd name="connsiteY1" fmla="*/ 69338 h 178204"/>
                  <a:gd name="connsiteX2" fmla="*/ 0 w 89141"/>
                  <a:gd name="connsiteY2" fmla="*/ 111889 h 178204"/>
                  <a:gd name="connsiteX3" fmla="*/ 0 w 89141"/>
                  <a:gd name="connsiteY3" fmla="*/ 161992 h 178204"/>
                  <a:gd name="connsiteX4" fmla="*/ 19937 w 89141"/>
                  <a:gd name="connsiteY4" fmla="*/ 181226 h 178204"/>
                  <a:gd name="connsiteX5" fmla="*/ 71818 w 89141"/>
                  <a:gd name="connsiteY5" fmla="*/ 181226 h 178204"/>
                  <a:gd name="connsiteX6" fmla="*/ 91767 w 89141"/>
                  <a:gd name="connsiteY6" fmla="*/ 161992 h 178204"/>
                  <a:gd name="connsiteX7" fmla="*/ 91767 w 89141"/>
                  <a:gd name="connsiteY7" fmla="*/ 111889 h 178204"/>
                  <a:gd name="connsiteX8" fmla="*/ 91767 w 89141"/>
                  <a:gd name="connsiteY8" fmla="*/ 69338 h 178204"/>
                  <a:gd name="connsiteX9" fmla="*/ 91767 w 89141"/>
                  <a:gd name="connsiteY9" fmla="*/ 19248 h 178204"/>
                  <a:gd name="connsiteX10" fmla="*/ 71818 w 89141"/>
                  <a:gd name="connsiteY10" fmla="*/ 0 h 178204"/>
                  <a:gd name="connsiteX11" fmla="*/ 19937 w 89141"/>
                  <a:gd name="connsiteY11" fmla="*/ 0 h 178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9141" h="178204">
                    <a:moveTo>
                      <a:pt x="0" y="19248"/>
                    </a:moveTo>
                    <a:lnTo>
                      <a:pt x="0" y="69338"/>
                    </a:lnTo>
                    <a:lnTo>
                      <a:pt x="0" y="111889"/>
                    </a:lnTo>
                    <a:lnTo>
                      <a:pt x="0" y="161992"/>
                    </a:lnTo>
                    <a:lnTo>
                      <a:pt x="19937" y="181226"/>
                    </a:lnTo>
                    <a:lnTo>
                      <a:pt x="71818" y="181226"/>
                    </a:lnTo>
                    <a:lnTo>
                      <a:pt x="91767" y="161992"/>
                    </a:lnTo>
                    <a:lnTo>
                      <a:pt x="91767" y="111889"/>
                    </a:lnTo>
                    <a:lnTo>
                      <a:pt x="91767" y="69338"/>
                    </a:lnTo>
                    <a:lnTo>
                      <a:pt x="91767" y="19248"/>
                    </a:lnTo>
                    <a:lnTo>
                      <a:pt x="71818" y="0"/>
                    </a:lnTo>
                    <a:lnTo>
                      <a:pt x="19937" y="0"/>
                    </a:lnTo>
                    <a:close/>
                  </a:path>
                </a:pathLst>
              </a:custGeom>
              <a:solidFill>
                <a:srgbClr val="404040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25" name="자유형: 도형 2324">
                <a:extLst>
                  <a:ext uri="{FF2B5EF4-FFF2-40B4-BE49-F238E27FC236}">
                    <a16:creationId xmlns:a16="http://schemas.microsoft.com/office/drawing/2014/main" id="{2CDD8979-D801-4F9B-B556-7EBAF5393262}"/>
                  </a:ext>
                </a:extLst>
              </p:cNvPr>
              <p:cNvSpPr/>
              <p:nvPr/>
            </p:nvSpPr>
            <p:spPr>
              <a:xfrm>
                <a:off x="7556326" y="5386466"/>
                <a:ext cx="12735" cy="12729"/>
              </a:xfrm>
              <a:custGeom>
                <a:avLst/>
                <a:gdLst>
                  <a:gd name="connsiteX0" fmla="*/ 0 w 12734"/>
                  <a:gd name="connsiteY0" fmla="*/ 0 h 12728"/>
                  <a:gd name="connsiteX1" fmla="*/ 15067 w 12734"/>
                  <a:gd name="connsiteY1" fmla="*/ 0 h 12728"/>
                  <a:gd name="connsiteX2" fmla="*/ 15067 w 12734"/>
                  <a:gd name="connsiteY2" fmla="*/ 15064 h 12728"/>
                  <a:gd name="connsiteX3" fmla="*/ 0 w 12734"/>
                  <a:gd name="connsiteY3" fmla="*/ 15064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0" y="0"/>
                    </a:moveTo>
                    <a:lnTo>
                      <a:pt x="15067" y="0"/>
                    </a:lnTo>
                    <a:lnTo>
                      <a:pt x="15067" y="15064"/>
                    </a:lnTo>
                    <a:lnTo>
                      <a:pt x="0" y="15064"/>
                    </a:lnTo>
                    <a:close/>
                  </a:path>
                </a:pathLst>
              </a:custGeom>
              <a:solidFill>
                <a:srgbClr val="8C8663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26" name="자유형: 도형 2325">
                <a:extLst>
                  <a:ext uri="{FF2B5EF4-FFF2-40B4-BE49-F238E27FC236}">
                    <a16:creationId xmlns:a16="http://schemas.microsoft.com/office/drawing/2014/main" id="{6A07B732-E1BF-4680-AD88-D5F62071D545}"/>
                  </a:ext>
                </a:extLst>
              </p:cNvPr>
              <p:cNvSpPr/>
              <p:nvPr/>
            </p:nvSpPr>
            <p:spPr>
              <a:xfrm>
                <a:off x="7550190" y="5379056"/>
                <a:ext cx="12735" cy="25458"/>
              </a:xfrm>
              <a:custGeom>
                <a:avLst/>
                <a:gdLst>
                  <a:gd name="connsiteX0" fmla="*/ 0 w 0"/>
                  <a:gd name="connsiteY0" fmla="*/ 29286 h 25457"/>
                  <a:gd name="connsiteX1" fmla="*/ 7101 w 0"/>
                  <a:gd name="connsiteY1" fmla="*/ 22143 h 25457"/>
                  <a:gd name="connsiteX2" fmla="*/ 7101 w 0"/>
                  <a:gd name="connsiteY2" fmla="*/ 7143 h 25457"/>
                  <a:gd name="connsiteX3" fmla="*/ 0 w 0"/>
                  <a:gd name="connsiteY3" fmla="*/ 0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9286"/>
                    </a:moveTo>
                    <a:lnTo>
                      <a:pt x="7101" y="22143"/>
                    </a:lnTo>
                    <a:lnTo>
                      <a:pt x="7101" y="714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27" name="자유형: 도형 2326">
                <a:extLst>
                  <a:ext uri="{FF2B5EF4-FFF2-40B4-BE49-F238E27FC236}">
                    <a16:creationId xmlns:a16="http://schemas.microsoft.com/office/drawing/2014/main" id="{F6EE8737-5378-4A06-A378-BCE77CBBE4A6}"/>
                  </a:ext>
                </a:extLst>
              </p:cNvPr>
              <p:cNvSpPr/>
              <p:nvPr/>
            </p:nvSpPr>
            <p:spPr>
              <a:xfrm>
                <a:off x="7550190" y="5379056"/>
                <a:ext cx="25469" cy="12729"/>
              </a:xfrm>
              <a:custGeom>
                <a:avLst/>
                <a:gdLst>
                  <a:gd name="connsiteX0" fmla="*/ 22192 w 25469"/>
                  <a:gd name="connsiteY0" fmla="*/ 7143 h 0"/>
                  <a:gd name="connsiteX1" fmla="*/ 7101 w 25469"/>
                  <a:gd name="connsiteY1" fmla="*/ 7143 h 0"/>
                  <a:gd name="connsiteX2" fmla="*/ 0 w 25469"/>
                  <a:gd name="connsiteY2" fmla="*/ 0 h 0"/>
                  <a:gd name="connsiteX3" fmla="*/ 29281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192" y="7143"/>
                    </a:moveTo>
                    <a:lnTo>
                      <a:pt x="7101" y="7143"/>
                    </a:lnTo>
                    <a:lnTo>
                      <a:pt x="0" y="0"/>
                    </a:lnTo>
                    <a:lnTo>
                      <a:pt x="29281" y="0"/>
                    </a:lnTo>
                    <a:close/>
                  </a:path>
                </a:pathLst>
              </a:custGeom>
              <a:solidFill>
                <a:srgbClr val="80795B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28" name="자유형: 도형 2327">
                <a:extLst>
                  <a:ext uri="{FF2B5EF4-FFF2-40B4-BE49-F238E27FC236}">
                    <a16:creationId xmlns:a16="http://schemas.microsoft.com/office/drawing/2014/main" id="{B1914426-3C14-47AE-A931-60B8D3E7A185}"/>
                  </a:ext>
                </a:extLst>
              </p:cNvPr>
              <p:cNvSpPr/>
              <p:nvPr/>
            </p:nvSpPr>
            <p:spPr>
              <a:xfrm>
                <a:off x="7572382" y="5379056"/>
                <a:ext cx="12735" cy="25458"/>
              </a:xfrm>
              <a:custGeom>
                <a:avLst/>
                <a:gdLst>
                  <a:gd name="connsiteX0" fmla="*/ 0 w 0"/>
                  <a:gd name="connsiteY0" fmla="*/ 22143 h 25457"/>
                  <a:gd name="connsiteX1" fmla="*/ 0 w 0"/>
                  <a:gd name="connsiteY1" fmla="*/ 7143 h 25457"/>
                  <a:gd name="connsiteX2" fmla="*/ 7089 w 0"/>
                  <a:gd name="connsiteY2" fmla="*/ 0 h 25457"/>
                  <a:gd name="connsiteX3" fmla="*/ 7089 w 0"/>
                  <a:gd name="connsiteY3" fmla="*/ 29286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2143"/>
                    </a:moveTo>
                    <a:lnTo>
                      <a:pt x="0" y="7143"/>
                    </a:lnTo>
                    <a:lnTo>
                      <a:pt x="7089" y="0"/>
                    </a:lnTo>
                    <a:lnTo>
                      <a:pt x="7089" y="29286"/>
                    </a:lnTo>
                    <a:close/>
                  </a:path>
                </a:pathLst>
              </a:custGeom>
              <a:solidFill>
                <a:srgbClr val="5E5B43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29" name="자유형: 도형 2328">
                <a:extLst>
                  <a:ext uri="{FF2B5EF4-FFF2-40B4-BE49-F238E27FC236}">
                    <a16:creationId xmlns:a16="http://schemas.microsoft.com/office/drawing/2014/main" id="{F96C6AF2-58CC-4589-A028-E51EA49B3C62}"/>
                  </a:ext>
                </a:extLst>
              </p:cNvPr>
              <p:cNvSpPr/>
              <p:nvPr/>
            </p:nvSpPr>
            <p:spPr>
              <a:xfrm>
                <a:off x="7550190" y="5401199"/>
                <a:ext cx="25469" cy="12729"/>
              </a:xfrm>
              <a:custGeom>
                <a:avLst/>
                <a:gdLst>
                  <a:gd name="connsiteX0" fmla="*/ 22192 w 25469"/>
                  <a:gd name="connsiteY0" fmla="*/ 0 h 0"/>
                  <a:gd name="connsiteX1" fmla="*/ 29281 w 25469"/>
                  <a:gd name="connsiteY1" fmla="*/ 7143 h 0"/>
                  <a:gd name="connsiteX2" fmla="*/ 0 w 25469"/>
                  <a:gd name="connsiteY2" fmla="*/ 7143 h 0"/>
                  <a:gd name="connsiteX3" fmla="*/ 7101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192" y="0"/>
                    </a:moveTo>
                    <a:lnTo>
                      <a:pt x="29281" y="7143"/>
                    </a:lnTo>
                    <a:lnTo>
                      <a:pt x="0" y="7143"/>
                    </a:lnTo>
                    <a:lnTo>
                      <a:pt x="7101" y="0"/>
                    </a:lnTo>
                    <a:close/>
                  </a:path>
                </a:pathLst>
              </a:custGeom>
              <a:solidFill>
                <a:srgbClr val="9A916C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30" name="자유형: 도형 2329">
                <a:extLst>
                  <a:ext uri="{FF2B5EF4-FFF2-40B4-BE49-F238E27FC236}">
                    <a16:creationId xmlns:a16="http://schemas.microsoft.com/office/drawing/2014/main" id="{1E02685C-EEDA-4089-ACE7-9B0B806E7054}"/>
                  </a:ext>
                </a:extLst>
              </p:cNvPr>
              <p:cNvSpPr/>
              <p:nvPr/>
            </p:nvSpPr>
            <p:spPr>
              <a:xfrm>
                <a:off x="7556326" y="5477833"/>
                <a:ext cx="12735" cy="12729"/>
              </a:xfrm>
              <a:custGeom>
                <a:avLst/>
                <a:gdLst>
                  <a:gd name="connsiteX0" fmla="*/ 0 w 12734"/>
                  <a:gd name="connsiteY0" fmla="*/ 0 h 12728"/>
                  <a:gd name="connsiteX1" fmla="*/ 15067 w 12734"/>
                  <a:gd name="connsiteY1" fmla="*/ 0 h 12728"/>
                  <a:gd name="connsiteX2" fmla="*/ 15067 w 12734"/>
                  <a:gd name="connsiteY2" fmla="*/ 15077 h 12728"/>
                  <a:gd name="connsiteX3" fmla="*/ 0 w 12734"/>
                  <a:gd name="connsiteY3" fmla="*/ 15077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0" y="0"/>
                    </a:moveTo>
                    <a:lnTo>
                      <a:pt x="15067" y="0"/>
                    </a:lnTo>
                    <a:lnTo>
                      <a:pt x="15067" y="15077"/>
                    </a:lnTo>
                    <a:lnTo>
                      <a:pt x="0" y="15077"/>
                    </a:lnTo>
                    <a:close/>
                  </a:path>
                </a:pathLst>
              </a:custGeom>
              <a:solidFill>
                <a:srgbClr val="8C8663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31" name="자유형: 도형 2330">
                <a:extLst>
                  <a:ext uri="{FF2B5EF4-FFF2-40B4-BE49-F238E27FC236}">
                    <a16:creationId xmlns:a16="http://schemas.microsoft.com/office/drawing/2014/main" id="{3D56C38A-3E01-4660-A95D-5D304FC3E89D}"/>
                  </a:ext>
                </a:extLst>
              </p:cNvPr>
              <p:cNvSpPr/>
              <p:nvPr/>
            </p:nvSpPr>
            <p:spPr>
              <a:xfrm>
                <a:off x="7550190" y="5470753"/>
                <a:ext cx="12735" cy="25458"/>
              </a:xfrm>
              <a:custGeom>
                <a:avLst/>
                <a:gdLst>
                  <a:gd name="connsiteX0" fmla="*/ 0 w 0"/>
                  <a:gd name="connsiteY0" fmla="*/ 29261 h 25457"/>
                  <a:gd name="connsiteX1" fmla="*/ 7101 w 0"/>
                  <a:gd name="connsiteY1" fmla="*/ 22130 h 25457"/>
                  <a:gd name="connsiteX2" fmla="*/ 7101 w 0"/>
                  <a:gd name="connsiteY2" fmla="*/ 7117 h 25457"/>
                  <a:gd name="connsiteX3" fmla="*/ 0 w 0"/>
                  <a:gd name="connsiteY3" fmla="*/ 0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9261"/>
                    </a:moveTo>
                    <a:lnTo>
                      <a:pt x="7101" y="22130"/>
                    </a:lnTo>
                    <a:lnTo>
                      <a:pt x="7101" y="71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32" name="자유형: 도형 2331">
                <a:extLst>
                  <a:ext uri="{FF2B5EF4-FFF2-40B4-BE49-F238E27FC236}">
                    <a16:creationId xmlns:a16="http://schemas.microsoft.com/office/drawing/2014/main" id="{828564F8-6DFB-4739-952F-8CC9382F7614}"/>
                  </a:ext>
                </a:extLst>
              </p:cNvPr>
              <p:cNvSpPr/>
              <p:nvPr/>
            </p:nvSpPr>
            <p:spPr>
              <a:xfrm>
                <a:off x="7550190" y="5470753"/>
                <a:ext cx="25469" cy="12729"/>
              </a:xfrm>
              <a:custGeom>
                <a:avLst/>
                <a:gdLst>
                  <a:gd name="connsiteX0" fmla="*/ 22192 w 25469"/>
                  <a:gd name="connsiteY0" fmla="*/ 7117 h 0"/>
                  <a:gd name="connsiteX1" fmla="*/ 7101 w 25469"/>
                  <a:gd name="connsiteY1" fmla="*/ 7117 h 0"/>
                  <a:gd name="connsiteX2" fmla="*/ 0 w 25469"/>
                  <a:gd name="connsiteY2" fmla="*/ 0 h 0"/>
                  <a:gd name="connsiteX3" fmla="*/ 29281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192" y="7117"/>
                    </a:moveTo>
                    <a:lnTo>
                      <a:pt x="7101" y="7117"/>
                    </a:lnTo>
                    <a:lnTo>
                      <a:pt x="0" y="0"/>
                    </a:lnTo>
                    <a:lnTo>
                      <a:pt x="29281" y="0"/>
                    </a:lnTo>
                    <a:close/>
                  </a:path>
                </a:pathLst>
              </a:custGeom>
              <a:solidFill>
                <a:srgbClr val="80795B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33" name="자유형: 도형 2332">
                <a:extLst>
                  <a:ext uri="{FF2B5EF4-FFF2-40B4-BE49-F238E27FC236}">
                    <a16:creationId xmlns:a16="http://schemas.microsoft.com/office/drawing/2014/main" id="{89F98811-CF60-46BD-8074-AA6111A7A515}"/>
                  </a:ext>
                </a:extLst>
              </p:cNvPr>
              <p:cNvSpPr/>
              <p:nvPr/>
            </p:nvSpPr>
            <p:spPr>
              <a:xfrm>
                <a:off x="7572382" y="5470753"/>
                <a:ext cx="12735" cy="25458"/>
              </a:xfrm>
              <a:custGeom>
                <a:avLst/>
                <a:gdLst>
                  <a:gd name="connsiteX0" fmla="*/ 0 w 0"/>
                  <a:gd name="connsiteY0" fmla="*/ 22130 h 25457"/>
                  <a:gd name="connsiteX1" fmla="*/ 0 w 0"/>
                  <a:gd name="connsiteY1" fmla="*/ 7117 h 25457"/>
                  <a:gd name="connsiteX2" fmla="*/ 7089 w 0"/>
                  <a:gd name="connsiteY2" fmla="*/ 0 h 25457"/>
                  <a:gd name="connsiteX3" fmla="*/ 7089 w 0"/>
                  <a:gd name="connsiteY3" fmla="*/ 29261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2130"/>
                    </a:moveTo>
                    <a:lnTo>
                      <a:pt x="0" y="7117"/>
                    </a:lnTo>
                    <a:lnTo>
                      <a:pt x="7089" y="0"/>
                    </a:lnTo>
                    <a:lnTo>
                      <a:pt x="7089" y="29261"/>
                    </a:lnTo>
                    <a:close/>
                  </a:path>
                </a:pathLst>
              </a:custGeom>
              <a:solidFill>
                <a:srgbClr val="5E5B43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34" name="자유형: 도형 2333">
                <a:extLst>
                  <a:ext uri="{FF2B5EF4-FFF2-40B4-BE49-F238E27FC236}">
                    <a16:creationId xmlns:a16="http://schemas.microsoft.com/office/drawing/2014/main" id="{2112AAEF-2607-4F3C-970A-6807274B8530}"/>
                  </a:ext>
                </a:extLst>
              </p:cNvPr>
              <p:cNvSpPr/>
              <p:nvPr/>
            </p:nvSpPr>
            <p:spPr>
              <a:xfrm>
                <a:off x="7550190" y="5492884"/>
                <a:ext cx="25469" cy="12729"/>
              </a:xfrm>
              <a:custGeom>
                <a:avLst/>
                <a:gdLst>
                  <a:gd name="connsiteX0" fmla="*/ 0 w 25469"/>
                  <a:gd name="connsiteY0" fmla="*/ 7130 h 0"/>
                  <a:gd name="connsiteX1" fmla="*/ 7101 w 25469"/>
                  <a:gd name="connsiteY1" fmla="*/ 0 h 0"/>
                  <a:gd name="connsiteX2" fmla="*/ 22192 w 25469"/>
                  <a:gd name="connsiteY2" fmla="*/ 0 h 0"/>
                  <a:gd name="connsiteX3" fmla="*/ 29281 w 25469"/>
                  <a:gd name="connsiteY3" fmla="*/ 713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0" y="7130"/>
                    </a:moveTo>
                    <a:lnTo>
                      <a:pt x="7101" y="0"/>
                    </a:lnTo>
                    <a:lnTo>
                      <a:pt x="22192" y="0"/>
                    </a:lnTo>
                    <a:lnTo>
                      <a:pt x="29281" y="7130"/>
                    </a:lnTo>
                    <a:close/>
                  </a:path>
                </a:pathLst>
              </a:custGeom>
              <a:solidFill>
                <a:srgbClr val="9A916C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35" name="자유형: 도형 2334">
                <a:extLst>
                  <a:ext uri="{FF2B5EF4-FFF2-40B4-BE49-F238E27FC236}">
                    <a16:creationId xmlns:a16="http://schemas.microsoft.com/office/drawing/2014/main" id="{6FFECDEC-A99D-4897-BD03-AE4767FA97F7}"/>
                  </a:ext>
                </a:extLst>
              </p:cNvPr>
              <p:cNvSpPr/>
              <p:nvPr/>
            </p:nvSpPr>
            <p:spPr>
              <a:xfrm>
                <a:off x="7610727" y="5349464"/>
                <a:ext cx="89142" cy="178204"/>
              </a:xfrm>
              <a:custGeom>
                <a:avLst/>
                <a:gdLst>
                  <a:gd name="connsiteX0" fmla="*/ 0 w 89141"/>
                  <a:gd name="connsiteY0" fmla="*/ 19248 h 178204"/>
                  <a:gd name="connsiteX1" fmla="*/ 0 w 89141"/>
                  <a:gd name="connsiteY1" fmla="*/ 69338 h 178204"/>
                  <a:gd name="connsiteX2" fmla="*/ 0 w 89141"/>
                  <a:gd name="connsiteY2" fmla="*/ 111889 h 178204"/>
                  <a:gd name="connsiteX3" fmla="*/ 0 w 89141"/>
                  <a:gd name="connsiteY3" fmla="*/ 161992 h 178204"/>
                  <a:gd name="connsiteX4" fmla="*/ 19937 w 89141"/>
                  <a:gd name="connsiteY4" fmla="*/ 181226 h 178204"/>
                  <a:gd name="connsiteX5" fmla="*/ 71830 w 89141"/>
                  <a:gd name="connsiteY5" fmla="*/ 181226 h 178204"/>
                  <a:gd name="connsiteX6" fmla="*/ 91767 w 89141"/>
                  <a:gd name="connsiteY6" fmla="*/ 161992 h 178204"/>
                  <a:gd name="connsiteX7" fmla="*/ 91767 w 89141"/>
                  <a:gd name="connsiteY7" fmla="*/ 111889 h 178204"/>
                  <a:gd name="connsiteX8" fmla="*/ 91767 w 89141"/>
                  <a:gd name="connsiteY8" fmla="*/ 69338 h 178204"/>
                  <a:gd name="connsiteX9" fmla="*/ 91767 w 89141"/>
                  <a:gd name="connsiteY9" fmla="*/ 19248 h 178204"/>
                  <a:gd name="connsiteX10" fmla="*/ 71830 w 89141"/>
                  <a:gd name="connsiteY10" fmla="*/ 0 h 178204"/>
                  <a:gd name="connsiteX11" fmla="*/ 19937 w 89141"/>
                  <a:gd name="connsiteY11" fmla="*/ 0 h 178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9141" h="178204">
                    <a:moveTo>
                      <a:pt x="0" y="19248"/>
                    </a:moveTo>
                    <a:lnTo>
                      <a:pt x="0" y="69338"/>
                    </a:lnTo>
                    <a:lnTo>
                      <a:pt x="0" y="111889"/>
                    </a:lnTo>
                    <a:lnTo>
                      <a:pt x="0" y="161992"/>
                    </a:lnTo>
                    <a:lnTo>
                      <a:pt x="19937" y="181226"/>
                    </a:lnTo>
                    <a:lnTo>
                      <a:pt x="71830" y="181226"/>
                    </a:lnTo>
                    <a:lnTo>
                      <a:pt x="91767" y="161992"/>
                    </a:lnTo>
                    <a:lnTo>
                      <a:pt x="91767" y="111889"/>
                    </a:lnTo>
                    <a:lnTo>
                      <a:pt x="91767" y="69338"/>
                    </a:lnTo>
                    <a:lnTo>
                      <a:pt x="91767" y="19248"/>
                    </a:lnTo>
                    <a:lnTo>
                      <a:pt x="71830" y="0"/>
                    </a:lnTo>
                    <a:lnTo>
                      <a:pt x="19937" y="0"/>
                    </a:lnTo>
                    <a:close/>
                  </a:path>
                </a:pathLst>
              </a:custGeom>
              <a:solidFill>
                <a:srgbClr val="404040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36" name="자유형: 도형 2335">
                <a:extLst>
                  <a:ext uri="{FF2B5EF4-FFF2-40B4-BE49-F238E27FC236}">
                    <a16:creationId xmlns:a16="http://schemas.microsoft.com/office/drawing/2014/main" id="{EF4CDD45-624C-489E-8DA9-C70D2A70F205}"/>
                  </a:ext>
                </a:extLst>
              </p:cNvPr>
              <p:cNvSpPr/>
              <p:nvPr/>
            </p:nvSpPr>
            <p:spPr>
              <a:xfrm>
                <a:off x="7610727" y="5349464"/>
                <a:ext cx="89142" cy="178204"/>
              </a:xfrm>
              <a:custGeom>
                <a:avLst/>
                <a:gdLst>
                  <a:gd name="connsiteX0" fmla="*/ 0 w 89141"/>
                  <a:gd name="connsiteY0" fmla="*/ 19248 h 178204"/>
                  <a:gd name="connsiteX1" fmla="*/ 0 w 89141"/>
                  <a:gd name="connsiteY1" fmla="*/ 69338 h 178204"/>
                  <a:gd name="connsiteX2" fmla="*/ 0 w 89141"/>
                  <a:gd name="connsiteY2" fmla="*/ 111889 h 178204"/>
                  <a:gd name="connsiteX3" fmla="*/ 0 w 89141"/>
                  <a:gd name="connsiteY3" fmla="*/ 161992 h 178204"/>
                  <a:gd name="connsiteX4" fmla="*/ 19937 w 89141"/>
                  <a:gd name="connsiteY4" fmla="*/ 181226 h 178204"/>
                  <a:gd name="connsiteX5" fmla="*/ 71830 w 89141"/>
                  <a:gd name="connsiteY5" fmla="*/ 181226 h 178204"/>
                  <a:gd name="connsiteX6" fmla="*/ 91767 w 89141"/>
                  <a:gd name="connsiteY6" fmla="*/ 161992 h 178204"/>
                  <a:gd name="connsiteX7" fmla="*/ 91767 w 89141"/>
                  <a:gd name="connsiteY7" fmla="*/ 111889 h 178204"/>
                  <a:gd name="connsiteX8" fmla="*/ 91767 w 89141"/>
                  <a:gd name="connsiteY8" fmla="*/ 69338 h 178204"/>
                  <a:gd name="connsiteX9" fmla="*/ 91767 w 89141"/>
                  <a:gd name="connsiteY9" fmla="*/ 19248 h 178204"/>
                  <a:gd name="connsiteX10" fmla="*/ 71830 w 89141"/>
                  <a:gd name="connsiteY10" fmla="*/ 0 h 178204"/>
                  <a:gd name="connsiteX11" fmla="*/ 19937 w 89141"/>
                  <a:gd name="connsiteY11" fmla="*/ 0 h 178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9141" h="178204">
                    <a:moveTo>
                      <a:pt x="0" y="19248"/>
                    </a:moveTo>
                    <a:lnTo>
                      <a:pt x="0" y="69338"/>
                    </a:lnTo>
                    <a:lnTo>
                      <a:pt x="0" y="111889"/>
                    </a:lnTo>
                    <a:lnTo>
                      <a:pt x="0" y="161992"/>
                    </a:lnTo>
                    <a:lnTo>
                      <a:pt x="19937" y="181226"/>
                    </a:lnTo>
                    <a:lnTo>
                      <a:pt x="71830" y="181226"/>
                    </a:lnTo>
                    <a:lnTo>
                      <a:pt x="91767" y="161992"/>
                    </a:lnTo>
                    <a:lnTo>
                      <a:pt x="91767" y="111889"/>
                    </a:lnTo>
                    <a:lnTo>
                      <a:pt x="91767" y="69338"/>
                    </a:lnTo>
                    <a:lnTo>
                      <a:pt x="91767" y="19248"/>
                    </a:lnTo>
                    <a:lnTo>
                      <a:pt x="71830" y="0"/>
                    </a:lnTo>
                    <a:lnTo>
                      <a:pt x="19937" y="0"/>
                    </a:lnTo>
                    <a:close/>
                  </a:path>
                </a:pathLst>
              </a:custGeom>
              <a:solidFill>
                <a:srgbClr val="404040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37" name="자유형: 도형 2336">
                <a:extLst>
                  <a:ext uri="{FF2B5EF4-FFF2-40B4-BE49-F238E27FC236}">
                    <a16:creationId xmlns:a16="http://schemas.microsoft.com/office/drawing/2014/main" id="{7ADB26E9-5883-486B-8558-61B8C99B587A}"/>
                  </a:ext>
                </a:extLst>
              </p:cNvPr>
              <p:cNvSpPr/>
              <p:nvPr/>
            </p:nvSpPr>
            <p:spPr>
              <a:xfrm>
                <a:off x="7648015" y="5386466"/>
                <a:ext cx="12735" cy="12729"/>
              </a:xfrm>
              <a:custGeom>
                <a:avLst/>
                <a:gdLst>
                  <a:gd name="connsiteX0" fmla="*/ 0 w 12734"/>
                  <a:gd name="connsiteY0" fmla="*/ 0 h 12728"/>
                  <a:gd name="connsiteX1" fmla="*/ 15067 w 12734"/>
                  <a:gd name="connsiteY1" fmla="*/ 0 h 12728"/>
                  <a:gd name="connsiteX2" fmla="*/ 15067 w 12734"/>
                  <a:gd name="connsiteY2" fmla="*/ 15064 h 12728"/>
                  <a:gd name="connsiteX3" fmla="*/ 0 w 12734"/>
                  <a:gd name="connsiteY3" fmla="*/ 15064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0" y="0"/>
                    </a:moveTo>
                    <a:lnTo>
                      <a:pt x="15067" y="0"/>
                    </a:lnTo>
                    <a:lnTo>
                      <a:pt x="15067" y="15064"/>
                    </a:lnTo>
                    <a:lnTo>
                      <a:pt x="0" y="15064"/>
                    </a:lnTo>
                    <a:close/>
                  </a:path>
                </a:pathLst>
              </a:custGeom>
              <a:solidFill>
                <a:srgbClr val="8C8663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38" name="자유형: 도형 2337">
                <a:extLst>
                  <a:ext uri="{FF2B5EF4-FFF2-40B4-BE49-F238E27FC236}">
                    <a16:creationId xmlns:a16="http://schemas.microsoft.com/office/drawing/2014/main" id="{9705E0C8-1FCE-4B12-B265-BA5BC08DEF80}"/>
                  </a:ext>
                </a:extLst>
              </p:cNvPr>
              <p:cNvSpPr/>
              <p:nvPr/>
            </p:nvSpPr>
            <p:spPr>
              <a:xfrm>
                <a:off x="7641969" y="5379056"/>
                <a:ext cx="12735" cy="25458"/>
              </a:xfrm>
              <a:custGeom>
                <a:avLst/>
                <a:gdLst>
                  <a:gd name="connsiteX0" fmla="*/ 0 w 0"/>
                  <a:gd name="connsiteY0" fmla="*/ 29286 h 25457"/>
                  <a:gd name="connsiteX1" fmla="*/ 7114 w 0"/>
                  <a:gd name="connsiteY1" fmla="*/ 22143 h 25457"/>
                  <a:gd name="connsiteX2" fmla="*/ 7114 w 0"/>
                  <a:gd name="connsiteY2" fmla="*/ 7143 h 25457"/>
                  <a:gd name="connsiteX3" fmla="*/ 0 w 0"/>
                  <a:gd name="connsiteY3" fmla="*/ 0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9286"/>
                    </a:moveTo>
                    <a:lnTo>
                      <a:pt x="7114" y="22143"/>
                    </a:lnTo>
                    <a:lnTo>
                      <a:pt x="7114" y="714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39" name="자유형: 도형 2338">
                <a:extLst>
                  <a:ext uri="{FF2B5EF4-FFF2-40B4-BE49-F238E27FC236}">
                    <a16:creationId xmlns:a16="http://schemas.microsoft.com/office/drawing/2014/main" id="{8181AADA-6844-4737-9BFF-C6F2E88126ED}"/>
                  </a:ext>
                </a:extLst>
              </p:cNvPr>
              <p:cNvSpPr/>
              <p:nvPr/>
            </p:nvSpPr>
            <p:spPr>
              <a:xfrm>
                <a:off x="7641969" y="5379056"/>
                <a:ext cx="25469" cy="12729"/>
              </a:xfrm>
              <a:custGeom>
                <a:avLst/>
                <a:gdLst>
                  <a:gd name="connsiteX0" fmla="*/ 22192 w 25469"/>
                  <a:gd name="connsiteY0" fmla="*/ 7143 h 0"/>
                  <a:gd name="connsiteX1" fmla="*/ 7114 w 25469"/>
                  <a:gd name="connsiteY1" fmla="*/ 7143 h 0"/>
                  <a:gd name="connsiteX2" fmla="*/ 0 w 25469"/>
                  <a:gd name="connsiteY2" fmla="*/ 0 h 0"/>
                  <a:gd name="connsiteX3" fmla="*/ 29281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192" y="7143"/>
                    </a:moveTo>
                    <a:lnTo>
                      <a:pt x="7114" y="7143"/>
                    </a:lnTo>
                    <a:lnTo>
                      <a:pt x="0" y="0"/>
                    </a:lnTo>
                    <a:lnTo>
                      <a:pt x="29281" y="0"/>
                    </a:lnTo>
                    <a:close/>
                  </a:path>
                </a:pathLst>
              </a:custGeom>
              <a:solidFill>
                <a:srgbClr val="80795B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40" name="자유형: 도형 2339">
                <a:extLst>
                  <a:ext uri="{FF2B5EF4-FFF2-40B4-BE49-F238E27FC236}">
                    <a16:creationId xmlns:a16="http://schemas.microsoft.com/office/drawing/2014/main" id="{816FE10A-3910-4852-8745-058C3A75D14C}"/>
                  </a:ext>
                </a:extLst>
              </p:cNvPr>
              <p:cNvSpPr/>
              <p:nvPr/>
            </p:nvSpPr>
            <p:spPr>
              <a:xfrm>
                <a:off x="7664162" y="5379056"/>
                <a:ext cx="12735" cy="25458"/>
              </a:xfrm>
              <a:custGeom>
                <a:avLst/>
                <a:gdLst>
                  <a:gd name="connsiteX0" fmla="*/ 0 w 0"/>
                  <a:gd name="connsiteY0" fmla="*/ 22143 h 25457"/>
                  <a:gd name="connsiteX1" fmla="*/ 0 w 0"/>
                  <a:gd name="connsiteY1" fmla="*/ 7143 h 25457"/>
                  <a:gd name="connsiteX2" fmla="*/ 7089 w 0"/>
                  <a:gd name="connsiteY2" fmla="*/ 0 h 25457"/>
                  <a:gd name="connsiteX3" fmla="*/ 7089 w 0"/>
                  <a:gd name="connsiteY3" fmla="*/ 29286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2143"/>
                    </a:moveTo>
                    <a:lnTo>
                      <a:pt x="0" y="7143"/>
                    </a:lnTo>
                    <a:lnTo>
                      <a:pt x="7089" y="0"/>
                    </a:lnTo>
                    <a:lnTo>
                      <a:pt x="7089" y="29286"/>
                    </a:lnTo>
                    <a:close/>
                  </a:path>
                </a:pathLst>
              </a:custGeom>
              <a:solidFill>
                <a:srgbClr val="5E5B43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41" name="자유형: 도형 2340">
                <a:extLst>
                  <a:ext uri="{FF2B5EF4-FFF2-40B4-BE49-F238E27FC236}">
                    <a16:creationId xmlns:a16="http://schemas.microsoft.com/office/drawing/2014/main" id="{21136C40-61BB-45B8-8C90-F1E5A416C513}"/>
                  </a:ext>
                </a:extLst>
              </p:cNvPr>
              <p:cNvSpPr/>
              <p:nvPr/>
            </p:nvSpPr>
            <p:spPr>
              <a:xfrm>
                <a:off x="7641969" y="5401199"/>
                <a:ext cx="25469" cy="12729"/>
              </a:xfrm>
              <a:custGeom>
                <a:avLst/>
                <a:gdLst>
                  <a:gd name="connsiteX0" fmla="*/ 22192 w 25469"/>
                  <a:gd name="connsiteY0" fmla="*/ 0 h 0"/>
                  <a:gd name="connsiteX1" fmla="*/ 29281 w 25469"/>
                  <a:gd name="connsiteY1" fmla="*/ 7143 h 0"/>
                  <a:gd name="connsiteX2" fmla="*/ 0 w 25469"/>
                  <a:gd name="connsiteY2" fmla="*/ 7143 h 0"/>
                  <a:gd name="connsiteX3" fmla="*/ 7114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192" y="0"/>
                    </a:moveTo>
                    <a:lnTo>
                      <a:pt x="29281" y="7143"/>
                    </a:lnTo>
                    <a:lnTo>
                      <a:pt x="0" y="7143"/>
                    </a:lnTo>
                    <a:lnTo>
                      <a:pt x="7114" y="0"/>
                    </a:lnTo>
                    <a:close/>
                  </a:path>
                </a:pathLst>
              </a:custGeom>
              <a:solidFill>
                <a:srgbClr val="9A916C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42" name="자유형: 도형 2341">
                <a:extLst>
                  <a:ext uri="{FF2B5EF4-FFF2-40B4-BE49-F238E27FC236}">
                    <a16:creationId xmlns:a16="http://schemas.microsoft.com/office/drawing/2014/main" id="{5EF639EB-D9BD-457B-A053-C67E79417D95}"/>
                  </a:ext>
                </a:extLst>
              </p:cNvPr>
              <p:cNvSpPr/>
              <p:nvPr/>
            </p:nvSpPr>
            <p:spPr>
              <a:xfrm>
                <a:off x="7648015" y="5477833"/>
                <a:ext cx="12735" cy="12729"/>
              </a:xfrm>
              <a:custGeom>
                <a:avLst/>
                <a:gdLst>
                  <a:gd name="connsiteX0" fmla="*/ 0 w 12734"/>
                  <a:gd name="connsiteY0" fmla="*/ 0 h 12728"/>
                  <a:gd name="connsiteX1" fmla="*/ 15067 w 12734"/>
                  <a:gd name="connsiteY1" fmla="*/ 0 h 12728"/>
                  <a:gd name="connsiteX2" fmla="*/ 15067 w 12734"/>
                  <a:gd name="connsiteY2" fmla="*/ 15077 h 12728"/>
                  <a:gd name="connsiteX3" fmla="*/ 0 w 12734"/>
                  <a:gd name="connsiteY3" fmla="*/ 15077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0" y="0"/>
                    </a:moveTo>
                    <a:lnTo>
                      <a:pt x="15067" y="0"/>
                    </a:lnTo>
                    <a:lnTo>
                      <a:pt x="15067" y="15077"/>
                    </a:lnTo>
                    <a:lnTo>
                      <a:pt x="0" y="15077"/>
                    </a:lnTo>
                    <a:close/>
                  </a:path>
                </a:pathLst>
              </a:custGeom>
              <a:solidFill>
                <a:srgbClr val="8C8663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43" name="자유형: 도형 2342">
                <a:extLst>
                  <a:ext uri="{FF2B5EF4-FFF2-40B4-BE49-F238E27FC236}">
                    <a16:creationId xmlns:a16="http://schemas.microsoft.com/office/drawing/2014/main" id="{CE3A9B59-A28C-4B09-96E8-CA800C2FF3E7}"/>
                  </a:ext>
                </a:extLst>
              </p:cNvPr>
              <p:cNvSpPr/>
              <p:nvPr/>
            </p:nvSpPr>
            <p:spPr>
              <a:xfrm>
                <a:off x="7641969" y="5470753"/>
                <a:ext cx="12735" cy="25458"/>
              </a:xfrm>
              <a:custGeom>
                <a:avLst/>
                <a:gdLst>
                  <a:gd name="connsiteX0" fmla="*/ 0 w 0"/>
                  <a:gd name="connsiteY0" fmla="*/ 29261 h 25457"/>
                  <a:gd name="connsiteX1" fmla="*/ 7114 w 0"/>
                  <a:gd name="connsiteY1" fmla="*/ 22130 h 25457"/>
                  <a:gd name="connsiteX2" fmla="*/ 7114 w 0"/>
                  <a:gd name="connsiteY2" fmla="*/ 7117 h 25457"/>
                  <a:gd name="connsiteX3" fmla="*/ 0 w 0"/>
                  <a:gd name="connsiteY3" fmla="*/ 0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9261"/>
                    </a:moveTo>
                    <a:lnTo>
                      <a:pt x="7114" y="22130"/>
                    </a:lnTo>
                    <a:lnTo>
                      <a:pt x="7114" y="71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44" name="자유형: 도형 2343">
                <a:extLst>
                  <a:ext uri="{FF2B5EF4-FFF2-40B4-BE49-F238E27FC236}">
                    <a16:creationId xmlns:a16="http://schemas.microsoft.com/office/drawing/2014/main" id="{FAE5ABA0-496A-41CB-A6A1-21F1B35D40DA}"/>
                  </a:ext>
                </a:extLst>
              </p:cNvPr>
              <p:cNvSpPr/>
              <p:nvPr/>
            </p:nvSpPr>
            <p:spPr>
              <a:xfrm>
                <a:off x="7641969" y="5470753"/>
                <a:ext cx="25469" cy="12729"/>
              </a:xfrm>
              <a:custGeom>
                <a:avLst/>
                <a:gdLst>
                  <a:gd name="connsiteX0" fmla="*/ 22192 w 25469"/>
                  <a:gd name="connsiteY0" fmla="*/ 7117 h 0"/>
                  <a:gd name="connsiteX1" fmla="*/ 7114 w 25469"/>
                  <a:gd name="connsiteY1" fmla="*/ 7117 h 0"/>
                  <a:gd name="connsiteX2" fmla="*/ 0 w 25469"/>
                  <a:gd name="connsiteY2" fmla="*/ 0 h 0"/>
                  <a:gd name="connsiteX3" fmla="*/ 29281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192" y="7117"/>
                    </a:moveTo>
                    <a:lnTo>
                      <a:pt x="7114" y="7117"/>
                    </a:lnTo>
                    <a:lnTo>
                      <a:pt x="0" y="0"/>
                    </a:lnTo>
                    <a:lnTo>
                      <a:pt x="29281" y="0"/>
                    </a:lnTo>
                    <a:close/>
                  </a:path>
                </a:pathLst>
              </a:custGeom>
              <a:solidFill>
                <a:srgbClr val="80795B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45" name="자유형: 도형 2344">
                <a:extLst>
                  <a:ext uri="{FF2B5EF4-FFF2-40B4-BE49-F238E27FC236}">
                    <a16:creationId xmlns:a16="http://schemas.microsoft.com/office/drawing/2014/main" id="{72602EF9-C35C-40E6-88C0-2617866F6FCF}"/>
                  </a:ext>
                </a:extLst>
              </p:cNvPr>
              <p:cNvSpPr/>
              <p:nvPr/>
            </p:nvSpPr>
            <p:spPr>
              <a:xfrm>
                <a:off x="7664162" y="5470753"/>
                <a:ext cx="12735" cy="25458"/>
              </a:xfrm>
              <a:custGeom>
                <a:avLst/>
                <a:gdLst>
                  <a:gd name="connsiteX0" fmla="*/ 0 w 0"/>
                  <a:gd name="connsiteY0" fmla="*/ 22130 h 25457"/>
                  <a:gd name="connsiteX1" fmla="*/ 0 w 0"/>
                  <a:gd name="connsiteY1" fmla="*/ 7117 h 25457"/>
                  <a:gd name="connsiteX2" fmla="*/ 7089 w 0"/>
                  <a:gd name="connsiteY2" fmla="*/ 0 h 25457"/>
                  <a:gd name="connsiteX3" fmla="*/ 7089 w 0"/>
                  <a:gd name="connsiteY3" fmla="*/ 29261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2130"/>
                    </a:moveTo>
                    <a:lnTo>
                      <a:pt x="0" y="7117"/>
                    </a:lnTo>
                    <a:lnTo>
                      <a:pt x="7089" y="0"/>
                    </a:lnTo>
                    <a:lnTo>
                      <a:pt x="7089" y="29261"/>
                    </a:lnTo>
                    <a:close/>
                  </a:path>
                </a:pathLst>
              </a:custGeom>
              <a:solidFill>
                <a:srgbClr val="5E5B43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46" name="자유형: 도형 2345">
                <a:extLst>
                  <a:ext uri="{FF2B5EF4-FFF2-40B4-BE49-F238E27FC236}">
                    <a16:creationId xmlns:a16="http://schemas.microsoft.com/office/drawing/2014/main" id="{2CC4F191-81E0-45A0-8E6B-97A0D9C7C0CB}"/>
                  </a:ext>
                </a:extLst>
              </p:cNvPr>
              <p:cNvSpPr/>
              <p:nvPr/>
            </p:nvSpPr>
            <p:spPr>
              <a:xfrm>
                <a:off x="7641969" y="5492884"/>
                <a:ext cx="25469" cy="12729"/>
              </a:xfrm>
              <a:custGeom>
                <a:avLst/>
                <a:gdLst>
                  <a:gd name="connsiteX0" fmla="*/ 0 w 25469"/>
                  <a:gd name="connsiteY0" fmla="*/ 7130 h 0"/>
                  <a:gd name="connsiteX1" fmla="*/ 7114 w 25469"/>
                  <a:gd name="connsiteY1" fmla="*/ 0 h 0"/>
                  <a:gd name="connsiteX2" fmla="*/ 22192 w 25469"/>
                  <a:gd name="connsiteY2" fmla="*/ 0 h 0"/>
                  <a:gd name="connsiteX3" fmla="*/ 29281 w 25469"/>
                  <a:gd name="connsiteY3" fmla="*/ 713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0" y="7130"/>
                    </a:moveTo>
                    <a:lnTo>
                      <a:pt x="7114" y="0"/>
                    </a:lnTo>
                    <a:lnTo>
                      <a:pt x="22192" y="0"/>
                    </a:lnTo>
                    <a:lnTo>
                      <a:pt x="29281" y="7130"/>
                    </a:lnTo>
                    <a:close/>
                  </a:path>
                </a:pathLst>
              </a:custGeom>
              <a:solidFill>
                <a:srgbClr val="9A916C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47" name="자유형: 도형 2346">
                <a:extLst>
                  <a:ext uri="{FF2B5EF4-FFF2-40B4-BE49-F238E27FC236}">
                    <a16:creationId xmlns:a16="http://schemas.microsoft.com/office/drawing/2014/main" id="{D27481AB-69DF-47C0-9CCC-CF5E934A2D50}"/>
                  </a:ext>
                </a:extLst>
              </p:cNvPr>
              <p:cNvSpPr/>
              <p:nvPr/>
            </p:nvSpPr>
            <p:spPr>
              <a:xfrm>
                <a:off x="7702506" y="5349464"/>
                <a:ext cx="89142" cy="178204"/>
              </a:xfrm>
              <a:custGeom>
                <a:avLst/>
                <a:gdLst>
                  <a:gd name="connsiteX0" fmla="*/ 0 w 89141"/>
                  <a:gd name="connsiteY0" fmla="*/ 19248 h 178204"/>
                  <a:gd name="connsiteX1" fmla="*/ 0 w 89141"/>
                  <a:gd name="connsiteY1" fmla="*/ 69338 h 178204"/>
                  <a:gd name="connsiteX2" fmla="*/ 0 w 89141"/>
                  <a:gd name="connsiteY2" fmla="*/ 111889 h 178204"/>
                  <a:gd name="connsiteX3" fmla="*/ 0 w 89141"/>
                  <a:gd name="connsiteY3" fmla="*/ 161992 h 178204"/>
                  <a:gd name="connsiteX4" fmla="*/ 19937 w 89141"/>
                  <a:gd name="connsiteY4" fmla="*/ 181226 h 178204"/>
                  <a:gd name="connsiteX5" fmla="*/ 71830 w 89141"/>
                  <a:gd name="connsiteY5" fmla="*/ 181226 h 178204"/>
                  <a:gd name="connsiteX6" fmla="*/ 91767 w 89141"/>
                  <a:gd name="connsiteY6" fmla="*/ 161992 h 178204"/>
                  <a:gd name="connsiteX7" fmla="*/ 91767 w 89141"/>
                  <a:gd name="connsiteY7" fmla="*/ 111889 h 178204"/>
                  <a:gd name="connsiteX8" fmla="*/ 91767 w 89141"/>
                  <a:gd name="connsiteY8" fmla="*/ 69338 h 178204"/>
                  <a:gd name="connsiteX9" fmla="*/ 91767 w 89141"/>
                  <a:gd name="connsiteY9" fmla="*/ 19248 h 178204"/>
                  <a:gd name="connsiteX10" fmla="*/ 71830 w 89141"/>
                  <a:gd name="connsiteY10" fmla="*/ 0 h 178204"/>
                  <a:gd name="connsiteX11" fmla="*/ 19937 w 89141"/>
                  <a:gd name="connsiteY11" fmla="*/ 0 h 178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9141" h="178204">
                    <a:moveTo>
                      <a:pt x="0" y="19248"/>
                    </a:moveTo>
                    <a:lnTo>
                      <a:pt x="0" y="69338"/>
                    </a:lnTo>
                    <a:lnTo>
                      <a:pt x="0" y="111889"/>
                    </a:lnTo>
                    <a:lnTo>
                      <a:pt x="0" y="161992"/>
                    </a:lnTo>
                    <a:lnTo>
                      <a:pt x="19937" y="181226"/>
                    </a:lnTo>
                    <a:lnTo>
                      <a:pt x="71830" y="181226"/>
                    </a:lnTo>
                    <a:lnTo>
                      <a:pt x="91767" y="161992"/>
                    </a:lnTo>
                    <a:lnTo>
                      <a:pt x="91767" y="111889"/>
                    </a:lnTo>
                    <a:lnTo>
                      <a:pt x="91767" y="69338"/>
                    </a:lnTo>
                    <a:lnTo>
                      <a:pt x="91767" y="19248"/>
                    </a:lnTo>
                    <a:lnTo>
                      <a:pt x="71830" y="0"/>
                    </a:lnTo>
                    <a:lnTo>
                      <a:pt x="19937" y="0"/>
                    </a:lnTo>
                    <a:close/>
                  </a:path>
                </a:pathLst>
              </a:custGeom>
              <a:solidFill>
                <a:srgbClr val="404040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48" name="자유형: 도형 2347">
                <a:extLst>
                  <a:ext uri="{FF2B5EF4-FFF2-40B4-BE49-F238E27FC236}">
                    <a16:creationId xmlns:a16="http://schemas.microsoft.com/office/drawing/2014/main" id="{5D1A241E-CAD5-4B16-97E5-6F580FE2A924}"/>
                  </a:ext>
                </a:extLst>
              </p:cNvPr>
              <p:cNvSpPr/>
              <p:nvPr/>
            </p:nvSpPr>
            <p:spPr>
              <a:xfrm>
                <a:off x="7702506" y="5349464"/>
                <a:ext cx="89142" cy="178204"/>
              </a:xfrm>
              <a:custGeom>
                <a:avLst/>
                <a:gdLst>
                  <a:gd name="connsiteX0" fmla="*/ 0 w 89141"/>
                  <a:gd name="connsiteY0" fmla="*/ 19248 h 178204"/>
                  <a:gd name="connsiteX1" fmla="*/ 0 w 89141"/>
                  <a:gd name="connsiteY1" fmla="*/ 69338 h 178204"/>
                  <a:gd name="connsiteX2" fmla="*/ 0 w 89141"/>
                  <a:gd name="connsiteY2" fmla="*/ 111889 h 178204"/>
                  <a:gd name="connsiteX3" fmla="*/ 0 w 89141"/>
                  <a:gd name="connsiteY3" fmla="*/ 161992 h 178204"/>
                  <a:gd name="connsiteX4" fmla="*/ 19937 w 89141"/>
                  <a:gd name="connsiteY4" fmla="*/ 181226 h 178204"/>
                  <a:gd name="connsiteX5" fmla="*/ 71830 w 89141"/>
                  <a:gd name="connsiteY5" fmla="*/ 181226 h 178204"/>
                  <a:gd name="connsiteX6" fmla="*/ 91767 w 89141"/>
                  <a:gd name="connsiteY6" fmla="*/ 161992 h 178204"/>
                  <a:gd name="connsiteX7" fmla="*/ 91767 w 89141"/>
                  <a:gd name="connsiteY7" fmla="*/ 111889 h 178204"/>
                  <a:gd name="connsiteX8" fmla="*/ 91767 w 89141"/>
                  <a:gd name="connsiteY8" fmla="*/ 69338 h 178204"/>
                  <a:gd name="connsiteX9" fmla="*/ 91767 w 89141"/>
                  <a:gd name="connsiteY9" fmla="*/ 19248 h 178204"/>
                  <a:gd name="connsiteX10" fmla="*/ 71830 w 89141"/>
                  <a:gd name="connsiteY10" fmla="*/ 0 h 178204"/>
                  <a:gd name="connsiteX11" fmla="*/ 19937 w 89141"/>
                  <a:gd name="connsiteY11" fmla="*/ 0 h 178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9141" h="178204">
                    <a:moveTo>
                      <a:pt x="0" y="19248"/>
                    </a:moveTo>
                    <a:lnTo>
                      <a:pt x="0" y="69338"/>
                    </a:lnTo>
                    <a:lnTo>
                      <a:pt x="0" y="111889"/>
                    </a:lnTo>
                    <a:lnTo>
                      <a:pt x="0" y="161992"/>
                    </a:lnTo>
                    <a:lnTo>
                      <a:pt x="19937" y="181226"/>
                    </a:lnTo>
                    <a:lnTo>
                      <a:pt x="71830" y="181226"/>
                    </a:lnTo>
                    <a:lnTo>
                      <a:pt x="91767" y="161992"/>
                    </a:lnTo>
                    <a:lnTo>
                      <a:pt x="91767" y="111889"/>
                    </a:lnTo>
                    <a:lnTo>
                      <a:pt x="91767" y="69338"/>
                    </a:lnTo>
                    <a:lnTo>
                      <a:pt x="91767" y="19248"/>
                    </a:lnTo>
                    <a:lnTo>
                      <a:pt x="71830" y="0"/>
                    </a:lnTo>
                    <a:lnTo>
                      <a:pt x="19937" y="0"/>
                    </a:lnTo>
                    <a:close/>
                  </a:path>
                </a:pathLst>
              </a:custGeom>
              <a:solidFill>
                <a:srgbClr val="404040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49" name="자유형: 도형 2348">
                <a:extLst>
                  <a:ext uri="{FF2B5EF4-FFF2-40B4-BE49-F238E27FC236}">
                    <a16:creationId xmlns:a16="http://schemas.microsoft.com/office/drawing/2014/main" id="{EC56B978-F842-41BB-ABE1-26BB3DFDC57F}"/>
                  </a:ext>
                </a:extLst>
              </p:cNvPr>
              <p:cNvSpPr/>
              <p:nvPr/>
            </p:nvSpPr>
            <p:spPr>
              <a:xfrm>
                <a:off x="7739703" y="5386466"/>
                <a:ext cx="12735" cy="12729"/>
              </a:xfrm>
              <a:custGeom>
                <a:avLst/>
                <a:gdLst>
                  <a:gd name="connsiteX0" fmla="*/ 0 w 12734"/>
                  <a:gd name="connsiteY0" fmla="*/ 0 h 12728"/>
                  <a:gd name="connsiteX1" fmla="*/ 15067 w 12734"/>
                  <a:gd name="connsiteY1" fmla="*/ 0 h 12728"/>
                  <a:gd name="connsiteX2" fmla="*/ 15067 w 12734"/>
                  <a:gd name="connsiteY2" fmla="*/ 15064 h 12728"/>
                  <a:gd name="connsiteX3" fmla="*/ 0 w 12734"/>
                  <a:gd name="connsiteY3" fmla="*/ 15064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0" y="0"/>
                    </a:moveTo>
                    <a:lnTo>
                      <a:pt x="15067" y="0"/>
                    </a:lnTo>
                    <a:lnTo>
                      <a:pt x="15067" y="15064"/>
                    </a:lnTo>
                    <a:lnTo>
                      <a:pt x="0" y="15064"/>
                    </a:lnTo>
                    <a:close/>
                  </a:path>
                </a:pathLst>
              </a:custGeom>
              <a:solidFill>
                <a:srgbClr val="8C8663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50" name="자유형: 도형 2349">
                <a:extLst>
                  <a:ext uri="{FF2B5EF4-FFF2-40B4-BE49-F238E27FC236}">
                    <a16:creationId xmlns:a16="http://schemas.microsoft.com/office/drawing/2014/main" id="{F7F17A01-2A1B-4148-B954-9E7C07DD495F}"/>
                  </a:ext>
                </a:extLst>
              </p:cNvPr>
              <p:cNvSpPr/>
              <p:nvPr/>
            </p:nvSpPr>
            <p:spPr>
              <a:xfrm>
                <a:off x="7733749" y="5379056"/>
                <a:ext cx="12735" cy="25458"/>
              </a:xfrm>
              <a:custGeom>
                <a:avLst/>
                <a:gdLst>
                  <a:gd name="connsiteX0" fmla="*/ 0 w 0"/>
                  <a:gd name="connsiteY0" fmla="*/ 29286 h 25457"/>
                  <a:gd name="connsiteX1" fmla="*/ 7114 w 0"/>
                  <a:gd name="connsiteY1" fmla="*/ 22143 h 25457"/>
                  <a:gd name="connsiteX2" fmla="*/ 7114 w 0"/>
                  <a:gd name="connsiteY2" fmla="*/ 7143 h 25457"/>
                  <a:gd name="connsiteX3" fmla="*/ 0 w 0"/>
                  <a:gd name="connsiteY3" fmla="*/ 0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9286"/>
                    </a:moveTo>
                    <a:lnTo>
                      <a:pt x="7114" y="22143"/>
                    </a:lnTo>
                    <a:lnTo>
                      <a:pt x="7114" y="714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51" name="자유형: 도형 2350">
                <a:extLst>
                  <a:ext uri="{FF2B5EF4-FFF2-40B4-BE49-F238E27FC236}">
                    <a16:creationId xmlns:a16="http://schemas.microsoft.com/office/drawing/2014/main" id="{1758717B-ADC9-49F9-A760-3EDE8AC0B93C}"/>
                  </a:ext>
                </a:extLst>
              </p:cNvPr>
              <p:cNvSpPr/>
              <p:nvPr/>
            </p:nvSpPr>
            <p:spPr>
              <a:xfrm>
                <a:off x="7733749" y="5379056"/>
                <a:ext cx="25469" cy="12729"/>
              </a:xfrm>
              <a:custGeom>
                <a:avLst/>
                <a:gdLst>
                  <a:gd name="connsiteX0" fmla="*/ 22192 w 25469"/>
                  <a:gd name="connsiteY0" fmla="*/ 7143 h 0"/>
                  <a:gd name="connsiteX1" fmla="*/ 7114 w 25469"/>
                  <a:gd name="connsiteY1" fmla="*/ 7143 h 0"/>
                  <a:gd name="connsiteX2" fmla="*/ 0 w 25469"/>
                  <a:gd name="connsiteY2" fmla="*/ 0 h 0"/>
                  <a:gd name="connsiteX3" fmla="*/ 29281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192" y="7143"/>
                    </a:moveTo>
                    <a:lnTo>
                      <a:pt x="7114" y="7143"/>
                    </a:lnTo>
                    <a:lnTo>
                      <a:pt x="0" y="0"/>
                    </a:lnTo>
                    <a:lnTo>
                      <a:pt x="29281" y="0"/>
                    </a:lnTo>
                    <a:close/>
                  </a:path>
                </a:pathLst>
              </a:custGeom>
              <a:solidFill>
                <a:srgbClr val="80795B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52" name="자유형: 도형 2351">
                <a:extLst>
                  <a:ext uri="{FF2B5EF4-FFF2-40B4-BE49-F238E27FC236}">
                    <a16:creationId xmlns:a16="http://schemas.microsoft.com/office/drawing/2014/main" id="{E345D467-7279-40F0-AA75-A536CAD3147E}"/>
                  </a:ext>
                </a:extLst>
              </p:cNvPr>
              <p:cNvSpPr/>
              <p:nvPr/>
            </p:nvSpPr>
            <p:spPr>
              <a:xfrm>
                <a:off x="7755942" y="5379056"/>
                <a:ext cx="12735" cy="25458"/>
              </a:xfrm>
              <a:custGeom>
                <a:avLst/>
                <a:gdLst>
                  <a:gd name="connsiteX0" fmla="*/ 0 w 0"/>
                  <a:gd name="connsiteY0" fmla="*/ 22143 h 25457"/>
                  <a:gd name="connsiteX1" fmla="*/ 0 w 0"/>
                  <a:gd name="connsiteY1" fmla="*/ 7143 h 25457"/>
                  <a:gd name="connsiteX2" fmla="*/ 7089 w 0"/>
                  <a:gd name="connsiteY2" fmla="*/ 0 h 25457"/>
                  <a:gd name="connsiteX3" fmla="*/ 7089 w 0"/>
                  <a:gd name="connsiteY3" fmla="*/ 29286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2143"/>
                    </a:moveTo>
                    <a:lnTo>
                      <a:pt x="0" y="7143"/>
                    </a:lnTo>
                    <a:lnTo>
                      <a:pt x="7089" y="0"/>
                    </a:lnTo>
                    <a:lnTo>
                      <a:pt x="7089" y="29286"/>
                    </a:lnTo>
                    <a:close/>
                  </a:path>
                </a:pathLst>
              </a:custGeom>
              <a:solidFill>
                <a:srgbClr val="5E5B43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53" name="자유형: 도형 2352">
                <a:extLst>
                  <a:ext uri="{FF2B5EF4-FFF2-40B4-BE49-F238E27FC236}">
                    <a16:creationId xmlns:a16="http://schemas.microsoft.com/office/drawing/2014/main" id="{A85F9BAE-76DF-492E-81FF-EDBE931893E0}"/>
                  </a:ext>
                </a:extLst>
              </p:cNvPr>
              <p:cNvSpPr/>
              <p:nvPr/>
            </p:nvSpPr>
            <p:spPr>
              <a:xfrm>
                <a:off x="7733749" y="5401199"/>
                <a:ext cx="25469" cy="12729"/>
              </a:xfrm>
              <a:custGeom>
                <a:avLst/>
                <a:gdLst>
                  <a:gd name="connsiteX0" fmla="*/ 22192 w 25469"/>
                  <a:gd name="connsiteY0" fmla="*/ 0 h 0"/>
                  <a:gd name="connsiteX1" fmla="*/ 29281 w 25469"/>
                  <a:gd name="connsiteY1" fmla="*/ 7143 h 0"/>
                  <a:gd name="connsiteX2" fmla="*/ 0 w 25469"/>
                  <a:gd name="connsiteY2" fmla="*/ 7143 h 0"/>
                  <a:gd name="connsiteX3" fmla="*/ 7114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192" y="0"/>
                    </a:moveTo>
                    <a:lnTo>
                      <a:pt x="29281" y="7143"/>
                    </a:lnTo>
                    <a:lnTo>
                      <a:pt x="0" y="7143"/>
                    </a:lnTo>
                    <a:lnTo>
                      <a:pt x="7114" y="0"/>
                    </a:lnTo>
                    <a:close/>
                  </a:path>
                </a:pathLst>
              </a:custGeom>
              <a:solidFill>
                <a:srgbClr val="9A916C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54" name="자유형: 도형 2353">
                <a:extLst>
                  <a:ext uri="{FF2B5EF4-FFF2-40B4-BE49-F238E27FC236}">
                    <a16:creationId xmlns:a16="http://schemas.microsoft.com/office/drawing/2014/main" id="{B3E54A1C-8953-4F74-8EF5-A598A55AB501}"/>
                  </a:ext>
                </a:extLst>
              </p:cNvPr>
              <p:cNvSpPr/>
              <p:nvPr/>
            </p:nvSpPr>
            <p:spPr>
              <a:xfrm>
                <a:off x="7739703" y="5477833"/>
                <a:ext cx="12735" cy="12729"/>
              </a:xfrm>
              <a:custGeom>
                <a:avLst/>
                <a:gdLst>
                  <a:gd name="connsiteX0" fmla="*/ 0 w 12734"/>
                  <a:gd name="connsiteY0" fmla="*/ 0 h 12728"/>
                  <a:gd name="connsiteX1" fmla="*/ 15067 w 12734"/>
                  <a:gd name="connsiteY1" fmla="*/ 0 h 12728"/>
                  <a:gd name="connsiteX2" fmla="*/ 15067 w 12734"/>
                  <a:gd name="connsiteY2" fmla="*/ 15077 h 12728"/>
                  <a:gd name="connsiteX3" fmla="*/ 0 w 12734"/>
                  <a:gd name="connsiteY3" fmla="*/ 15077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0" y="0"/>
                    </a:moveTo>
                    <a:lnTo>
                      <a:pt x="15067" y="0"/>
                    </a:lnTo>
                    <a:lnTo>
                      <a:pt x="15067" y="15077"/>
                    </a:lnTo>
                    <a:lnTo>
                      <a:pt x="0" y="15077"/>
                    </a:lnTo>
                    <a:close/>
                  </a:path>
                </a:pathLst>
              </a:custGeom>
              <a:solidFill>
                <a:srgbClr val="8C8663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55" name="자유형: 도형 2354">
                <a:extLst>
                  <a:ext uri="{FF2B5EF4-FFF2-40B4-BE49-F238E27FC236}">
                    <a16:creationId xmlns:a16="http://schemas.microsoft.com/office/drawing/2014/main" id="{1543551E-A5E1-4354-9418-B0028DBB2A7C}"/>
                  </a:ext>
                </a:extLst>
              </p:cNvPr>
              <p:cNvSpPr/>
              <p:nvPr/>
            </p:nvSpPr>
            <p:spPr>
              <a:xfrm>
                <a:off x="7733749" y="5470753"/>
                <a:ext cx="12735" cy="25458"/>
              </a:xfrm>
              <a:custGeom>
                <a:avLst/>
                <a:gdLst>
                  <a:gd name="connsiteX0" fmla="*/ 0 w 0"/>
                  <a:gd name="connsiteY0" fmla="*/ 29261 h 25457"/>
                  <a:gd name="connsiteX1" fmla="*/ 7114 w 0"/>
                  <a:gd name="connsiteY1" fmla="*/ 22130 h 25457"/>
                  <a:gd name="connsiteX2" fmla="*/ 7114 w 0"/>
                  <a:gd name="connsiteY2" fmla="*/ 7117 h 25457"/>
                  <a:gd name="connsiteX3" fmla="*/ 0 w 0"/>
                  <a:gd name="connsiteY3" fmla="*/ 0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9261"/>
                    </a:moveTo>
                    <a:lnTo>
                      <a:pt x="7114" y="22130"/>
                    </a:lnTo>
                    <a:lnTo>
                      <a:pt x="7114" y="71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56" name="자유형: 도형 2355">
                <a:extLst>
                  <a:ext uri="{FF2B5EF4-FFF2-40B4-BE49-F238E27FC236}">
                    <a16:creationId xmlns:a16="http://schemas.microsoft.com/office/drawing/2014/main" id="{8DF557ED-350E-4C81-B649-443422C3AFA5}"/>
                  </a:ext>
                </a:extLst>
              </p:cNvPr>
              <p:cNvSpPr/>
              <p:nvPr/>
            </p:nvSpPr>
            <p:spPr>
              <a:xfrm>
                <a:off x="7733749" y="5470753"/>
                <a:ext cx="25469" cy="12729"/>
              </a:xfrm>
              <a:custGeom>
                <a:avLst/>
                <a:gdLst>
                  <a:gd name="connsiteX0" fmla="*/ 22192 w 25469"/>
                  <a:gd name="connsiteY0" fmla="*/ 7117 h 0"/>
                  <a:gd name="connsiteX1" fmla="*/ 7114 w 25469"/>
                  <a:gd name="connsiteY1" fmla="*/ 7117 h 0"/>
                  <a:gd name="connsiteX2" fmla="*/ 0 w 25469"/>
                  <a:gd name="connsiteY2" fmla="*/ 0 h 0"/>
                  <a:gd name="connsiteX3" fmla="*/ 29281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192" y="7117"/>
                    </a:moveTo>
                    <a:lnTo>
                      <a:pt x="7114" y="7117"/>
                    </a:lnTo>
                    <a:lnTo>
                      <a:pt x="0" y="0"/>
                    </a:lnTo>
                    <a:lnTo>
                      <a:pt x="29281" y="0"/>
                    </a:lnTo>
                    <a:close/>
                  </a:path>
                </a:pathLst>
              </a:custGeom>
              <a:solidFill>
                <a:srgbClr val="80795B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57" name="자유형: 도형 2356">
                <a:extLst>
                  <a:ext uri="{FF2B5EF4-FFF2-40B4-BE49-F238E27FC236}">
                    <a16:creationId xmlns:a16="http://schemas.microsoft.com/office/drawing/2014/main" id="{5CD3EFE8-AB6C-4616-A877-E62A72A85B97}"/>
                  </a:ext>
                </a:extLst>
              </p:cNvPr>
              <p:cNvSpPr/>
              <p:nvPr/>
            </p:nvSpPr>
            <p:spPr>
              <a:xfrm>
                <a:off x="7755942" y="5470753"/>
                <a:ext cx="12735" cy="25458"/>
              </a:xfrm>
              <a:custGeom>
                <a:avLst/>
                <a:gdLst>
                  <a:gd name="connsiteX0" fmla="*/ 0 w 0"/>
                  <a:gd name="connsiteY0" fmla="*/ 22130 h 25457"/>
                  <a:gd name="connsiteX1" fmla="*/ 0 w 0"/>
                  <a:gd name="connsiteY1" fmla="*/ 7117 h 25457"/>
                  <a:gd name="connsiteX2" fmla="*/ 7089 w 0"/>
                  <a:gd name="connsiteY2" fmla="*/ 0 h 25457"/>
                  <a:gd name="connsiteX3" fmla="*/ 7089 w 0"/>
                  <a:gd name="connsiteY3" fmla="*/ 29261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2130"/>
                    </a:moveTo>
                    <a:lnTo>
                      <a:pt x="0" y="7117"/>
                    </a:lnTo>
                    <a:lnTo>
                      <a:pt x="7089" y="0"/>
                    </a:lnTo>
                    <a:lnTo>
                      <a:pt x="7089" y="29261"/>
                    </a:lnTo>
                    <a:close/>
                  </a:path>
                </a:pathLst>
              </a:custGeom>
              <a:solidFill>
                <a:srgbClr val="5E5B43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58" name="자유형: 도형 2357">
                <a:extLst>
                  <a:ext uri="{FF2B5EF4-FFF2-40B4-BE49-F238E27FC236}">
                    <a16:creationId xmlns:a16="http://schemas.microsoft.com/office/drawing/2014/main" id="{CDCBD634-1765-4940-A008-223A606DBD81}"/>
                  </a:ext>
                </a:extLst>
              </p:cNvPr>
              <p:cNvSpPr/>
              <p:nvPr/>
            </p:nvSpPr>
            <p:spPr>
              <a:xfrm>
                <a:off x="7733749" y="5492884"/>
                <a:ext cx="25469" cy="12729"/>
              </a:xfrm>
              <a:custGeom>
                <a:avLst/>
                <a:gdLst>
                  <a:gd name="connsiteX0" fmla="*/ 0 w 25469"/>
                  <a:gd name="connsiteY0" fmla="*/ 7130 h 0"/>
                  <a:gd name="connsiteX1" fmla="*/ 7114 w 25469"/>
                  <a:gd name="connsiteY1" fmla="*/ 0 h 0"/>
                  <a:gd name="connsiteX2" fmla="*/ 22192 w 25469"/>
                  <a:gd name="connsiteY2" fmla="*/ 0 h 0"/>
                  <a:gd name="connsiteX3" fmla="*/ 29281 w 25469"/>
                  <a:gd name="connsiteY3" fmla="*/ 713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0" y="7130"/>
                    </a:moveTo>
                    <a:lnTo>
                      <a:pt x="7114" y="0"/>
                    </a:lnTo>
                    <a:lnTo>
                      <a:pt x="22192" y="0"/>
                    </a:lnTo>
                    <a:lnTo>
                      <a:pt x="29281" y="7130"/>
                    </a:lnTo>
                    <a:close/>
                  </a:path>
                </a:pathLst>
              </a:custGeom>
              <a:solidFill>
                <a:srgbClr val="9A916C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59" name="자유형: 도형 2358">
                <a:extLst>
                  <a:ext uri="{FF2B5EF4-FFF2-40B4-BE49-F238E27FC236}">
                    <a16:creationId xmlns:a16="http://schemas.microsoft.com/office/drawing/2014/main" id="{AC5D5AC7-C29F-4922-B8BF-9117C5ACDEEF}"/>
                  </a:ext>
                </a:extLst>
              </p:cNvPr>
              <p:cNvSpPr/>
              <p:nvPr/>
            </p:nvSpPr>
            <p:spPr>
              <a:xfrm>
                <a:off x="7794286" y="5349464"/>
                <a:ext cx="89142" cy="178204"/>
              </a:xfrm>
              <a:custGeom>
                <a:avLst/>
                <a:gdLst>
                  <a:gd name="connsiteX0" fmla="*/ 0 w 89141"/>
                  <a:gd name="connsiteY0" fmla="*/ 19248 h 178204"/>
                  <a:gd name="connsiteX1" fmla="*/ 0 w 89141"/>
                  <a:gd name="connsiteY1" fmla="*/ 69338 h 178204"/>
                  <a:gd name="connsiteX2" fmla="*/ 0 w 89141"/>
                  <a:gd name="connsiteY2" fmla="*/ 111889 h 178204"/>
                  <a:gd name="connsiteX3" fmla="*/ 0 w 89141"/>
                  <a:gd name="connsiteY3" fmla="*/ 161992 h 178204"/>
                  <a:gd name="connsiteX4" fmla="*/ 19949 w 89141"/>
                  <a:gd name="connsiteY4" fmla="*/ 181226 h 178204"/>
                  <a:gd name="connsiteX5" fmla="*/ 71830 w 89141"/>
                  <a:gd name="connsiteY5" fmla="*/ 181226 h 178204"/>
                  <a:gd name="connsiteX6" fmla="*/ 91767 w 89141"/>
                  <a:gd name="connsiteY6" fmla="*/ 161992 h 178204"/>
                  <a:gd name="connsiteX7" fmla="*/ 91767 w 89141"/>
                  <a:gd name="connsiteY7" fmla="*/ 111889 h 178204"/>
                  <a:gd name="connsiteX8" fmla="*/ 91767 w 89141"/>
                  <a:gd name="connsiteY8" fmla="*/ 69338 h 178204"/>
                  <a:gd name="connsiteX9" fmla="*/ 91767 w 89141"/>
                  <a:gd name="connsiteY9" fmla="*/ 19248 h 178204"/>
                  <a:gd name="connsiteX10" fmla="*/ 71830 w 89141"/>
                  <a:gd name="connsiteY10" fmla="*/ 0 h 178204"/>
                  <a:gd name="connsiteX11" fmla="*/ 19949 w 89141"/>
                  <a:gd name="connsiteY11" fmla="*/ 0 h 178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9141" h="178204">
                    <a:moveTo>
                      <a:pt x="0" y="19248"/>
                    </a:moveTo>
                    <a:lnTo>
                      <a:pt x="0" y="69338"/>
                    </a:lnTo>
                    <a:lnTo>
                      <a:pt x="0" y="111889"/>
                    </a:lnTo>
                    <a:lnTo>
                      <a:pt x="0" y="161992"/>
                    </a:lnTo>
                    <a:lnTo>
                      <a:pt x="19949" y="181226"/>
                    </a:lnTo>
                    <a:lnTo>
                      <a:pt x="71830" y="181226"/>
                    </a:lnTo>
                    <a:lnTo>
                      <a:pt x="91767" y="161992"/>
                    </a:lnTo>
                    <a:lnTo>
                      <a:pt x="91767" y="111889"/>
                    </a:lnTo>
                    <a:lnTo>
                      <a:pt x="91767" y="69338"/>
                    </a:lnTo>
                    <a:lnTo>
                      <a:pt x="91767" y="19248"/>
                    </a:lnTo>
                    <a:lnTo>
                      <a:pt x="71830" y="0"/>
                    </a:lnTo>
                    <a:lnTo>
                      <a:pt x="19949" y="0"/>
                    </a:lnTo>
                    <a:close/>
                  </a:path>
                </a:pathLst>
              </a:custGeom>
              <a:solidFill>
                <a:srgbClr val="404040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60" name="자유형: 도형 2359">
                <a:extLst>
                  <a:ext uri="{FF2B5EF4-FFF2-40B4-BE49-F238E27FC236}">
                    <a16:creationId xmlns:a16="http://schemas.microsoft.com/office/drawing/2014/main" id="{CF0EA17D-CAB8-4BDA-946E-5F79C8F47E6C}"/>
                  </a:ext>
                </a:extLst>
              </p:cNvPr>
              <p:cNvSpPr/>
              <p:nvPr/>
            </p:nvSpPr>
            <p:spPr>
              <a:xfrm>
                <a:off x="7794286" y="5349464"/>
                <a:ext cx="89142" cy="178204"/>
              </a:xfrm>
              <a:custGeom>
                <a:avLst/>
                <a:gdLst>
                  <a:gd name="connsiteX0" fmla="*/ 0 w 89141"/>
                  <a:gd name="connsiteY0" fmla="*/ 19248 h 178204"/>
                  <a:gd name="connsiteX1" fmla="*/ 0 w 89141"/>
                  <a:gd name="connsiteY1" fmla="*/ 69338 h 178204"/>
                  <a:gd name="connsiteX2" fmla="*/ 0 w 89141"/>
                  <a:gd name="connsiteY2" fmla="*/ 111889 h 178204"/>
                  <a:gd name="connsiteX3" fmla="*/ 0 w 89141"/>
                  <a:gd name="connsiteY3" fmla="*/ 161992 h 178204"/>
                  <a:gd name="connsiteX4" fmla="*/ 19949 w 89141"/>
                  <a:gd name="connsiteY4" fmla="*/ 181226 h 178204"/>
                  <a:gd name="connsiteX5" fmla="*/ 71830 w 89141"/>
                  <a:gd name="connsiteY5" fmla="*/ 181226 h 178204"/>
                  <a:gd name="connsiteX6" fmla="*/ 91767 w 89141"/>
                  <a:gd name="connsiteY6" fmla="*/ 161992 h 178204"/>
                  <a:gd name="connsiteX7" fmla="*/ 91767 w 89141"/>
                  <a:gd name="connsiteY7" fmla="*/ 111889 h 178204"/>
                  <a:gd name="connsiteX8" fmla="*/ 91767 w 89141"/>
                  <a:gd name="connsiteY8" fmla="*/ 69338 h 178204"/>
                  <a:gd name="connsiteX9" fmla="*/ 91767 w 89141"/>
                  <a:gd name="connsiteY9" fmla="*/ 19248 h 178204"/>
                  <a:gd name="connsiteX10" fmla="*/ 71830 w 89141"/>
                  <a:gd name="connsiteY10" fmla="*/ 0 h 178204"/>
                  <a:gd name="connsiteX11" fmla="*/ 19949 w 89141"/>
                  <a:gd name="connsiteY11" fmla="*/ 0 h 178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9141" h="178204">
                    <a:moveTo>
                      <a:pt x="0" y="19248"/>
                    </a:moveTo>
                    <a:lnTo>
                      <a:pt x="0" y="69338"/>
                    </a:lnTo>
                    <a:lnTo>
                      <a:pt x="0" y="111889"/>
                    </a:lnTo>
                    <a:lnTo>
                      <a:pt x="0" y="161992"/>
                    </a:lnTo>
                    <a:lnTo>
                      <a:pt x="19949" y="181226"/>
                    </a:lnTo>
                    <a:lnTo>
                      <a:pt x="71830" y="181226"/>
                    </a:lnTo>
                    <a:lnTo>
                      <a:pt x="91767" y="161992"/>
                    </a:lnTo>
                    <a:lnTo>
                      <a:pt x="91767" y="111889"/>
                    </a:lnTo>
                    <a:lnTo>
                      <a:pt x="91767" y="69338"/>
                    </a:lnTo>
                    <a:lnTo>
                      <a:pt x="91767" y="19248"/>
                    </a:lnTo>
                    <a:lnTo>
                      <a:pt x="71830" y="0"/>
                    </a:lnTo>
                    <a:lnTo>
                      <a:pt x="19949" y="0"/>
                    </a:lnTo>
                    <a:close/>
                  </a:path>
                </a:pathLst>
              </a:custGeom>
              <a:solidFill>
                <a:srgbClr val="404040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61" name="자유형: 도형 2360">
                <a:extLst>
                  <a:ext uri="{FF2B5EF4-FFF2-40B4-BE49-F238E27FC236}">
                    <a16:creationId xmlns:a16="http://schemas.microsoft.com/office/drawing/2014/main" id="{97E226BE-D62A-467B-8320-1A244D4F988D}"/>
                  </a:ext>
                </a:extLst>
              </p:cNvPr>
              <p:cNvSpPr/>
              <p:nvPr/>
            </p:nvSpPr>
            <p:spPr>
              <a:xfrm>
                <a:off x="7831392" y="5386466"/>
                <a:ext cx="12735" cy="12729"/>
              </a:xfrm>
              <a:custGeom>
                <a:avLst/>
                <a:gdLst>
                  <a:gd name="connsiteX0" fmla="*/ 0 w 12734"/>
                  <a:gd name="connsiteY0" fmla="*/ 0 h 12728"/>
                  <a:gd name="connsiteX1" fmla="*/ 15067 w 12734"/>
                  <a:gd name="connsiteY1" fmla="*/ 0 h 12728"/>
                  <a:gd name="connsiteX2" fmla="*/ 15067 w 12734"/>
                  <a:gd name="connsiteY2" fmla="*/ 15064 h 12728"/>
                  <a:gd name="connsiteX3" fmla="*/ 0 w 12734"/>
                  <a:gd name="connsiteY3" fmla="*/ 15064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0" y="0"/>
                    </a:moveTo>
                    <a:lnTo>
                      <a:pt x="15067" y="0"/>
                    </a:lnTo>
                    <a:lnTo>
                      <a:pt x="15067" y="15064"/>
                    </a:lnTo>
                    <a:lnTo>
                      <a:pt x="0" y="15064"/>
                    </a:lnTo>
                    <a:close/>
                  </a:path>
                </a:pathLst>
              </a:custGeom>
              <a:solidFill>
                <a:srgbClr val="8C8663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62" name="자유형: 도형 2361">
                <a:extLst>
                  <a:ext uri="{FF2B5EF4-FFF2-40B4-BE49-F238E27FC236}">
                    <a16:creationId xmlns:a16="http://schemas.microsoft.com/office/drawing/2014/main" id="{B95798FA-7CC2-48C0-88F4-391C1ABA05AE}"/>
                  </a:ext>
                </a:extLst>
              </p:cNvPr>
              <p:cNvSpPr/>
              <p:nvPr/>
            </p:nvSpPr>
            <p:spPr>
              <a:xfrm>
                <a:off x="7825529" y="5379056"/>
                <a:ext cx="12735" cy="25458"/>
              </a:xfrm>
              <a:custGeom>
                <a:avLst/>
                <a:gdLst>
                  <a:gd name="connsiteX0" fmla="*/ 0 w 0"/>
                  <a:gd name="connsiteY0" fmla="*/ 29286 h 25457"/>
                  <a:gd name="connsiteX1" fmla="*/ 7114 w 0"/>
                  <a:gd name="connsiteY1" fmla="*/ 22143 h 25457"/>
                  <a:gd name="connsiteX2" fmla="*/ 7114 w 0"/>
                  <a:gd name="connsiteY2" fmla="*/ 7143 h 25457"/>
                  <a:gd name="connsiteX3" fmla="*/ 0 w 0"/>
                  <a:gd name="connsiteY3" fmla="*/ 0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9286"/>
                    </a:moveTo>
                    <a:lnTo>
                      <a:pt x="7114" y="22143"/>
                    </a:lnTo>
                    <a:lnTo>
                      <a:pt x="7114" y="714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63" name="자유형: 도형 2362">
                <a:extLst>
                  <a:ext uri="{FF2B5EF4-FFF2-40B4-BE49-F238E27FC236}">
                    <a16:creationId xmlns:a16="http://schemas.microsoft.com/office/drawing/2014/main" id="{3E70ABAE-1E8E-405C-9B67-3A52FCA4C7D9}"/>
                  </a:ext>
                </a:extLst>
              </p:cNvPr>
              <p:cNvSpPr/>
              <p:nvPr/>
            </p:nvSpPr>
            <p:spPr>
              <a:xfrm>
                <a:off x="7825529" y="5379056"/>
                <a:ext cx="25469" cy="12729"/>
              </a:xfrm>
              <a:custGeom>
                <a:avLst/>
                <a:gdLst>
                  <a:gd name="connsiteX0" fmla="*/ 22207 w 25469"/>
                  <a:gd name="connsiteY0" fmla="*/ 7143 h 0"/>
                  <a:gd name="connsiteX1" fmla="*/ 7114 w 25469"/>
                  <a:gd name="connsiteY1" fmla="*/ 7143 h 0"/>
                  <a:gd name="connsiteX2" fmla="*/ 0 w 25469"/>
                  <a:gd name="connsiteY2" fmla="*/ 0 h 0"/>
                  <a:gd name="connsiteX3" fmla="*/ 29281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207" y="7143"/>
                    </a:moveTo>
                    <a:lnTo>
                      <a:pt x="7114" y="7143"/>
                    </a:lnTo>
                    <a:lnTo>
                      <a:pt x="0" y="0"/>
                    </a:lnTo>
                    <a:lnTo>
                      <a:pt x="29281" y="0"/>
                    </a:lnTo>
                    <a:close/>
                  </a:path>
                </a:pathLst>
              </a:custGeom>
              <a:solidFill>
                <a:srgbClr val="80795B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64" name="자유형: 도형 2363">
                <a:extLst>
                  <a:ext uri="{FF2B5EF4-FFF2-40B4-BE49-F238E27FC236}">
                    <a16:creationId xmlns:a16="http://schemas.microsoft.com/office/drawing/2014/main" id="{CFDEC723-6336-4BA1-8967-5F25C1F51E23}"/>
                  </a:ext>
                </a:extLst>
              </p:cNvPr>
              <p:cNvSpPr/>
              <p:nvPr/>
            </p:nvSpPr>
            <p:spPr>
              <a:xfrm>
                <a:off x="7847735" y="5379056"/>
                <a:ext cx="12735" cy="25458"/>
              </a:xfrm>
              <a:custGeom>
                <a:avLst/>
                <a:gdLst>
                  <a:gd name="connsiteX0" fmla="*/ 0 w 0"/>
                  <a:gd name="connsiteY0" fmla="*/ 22143 h 25457"/>
                  <a:gd name="connsiteX1" fmla="*/ 0 w 0"/>
                  <a:gd name="connsiteY1" fmla="*/ 7143 h 25457"/>
                  <a:gd name="connsiteX2" fmla="*/ 7075 w 0"/>
                  <a:gd name="connsiteY2" fmla="*/ 0 h 25457"/>
                  <a:gd name="connsiteX3" fmla="*/ 7075 w 0"/>
                  <a:gd name="connsiteY3" fmla="*/ 29286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2143"/>
                    </a:moveTo>
                    <a:lnTo>
                      <a:pt x="0" y="7143"/>
                    </a:lnTo>
                    <a:lnTo>
                      <a:pt x="7075" y="0"/>
                    </a:lnTo>
                    <a:lnTo>
                      <a:pt x="7075" y="29286"/>
                    </a:lnTo>
                    <a:close/>
                  </a:path>
                </a:pathLst>
              </a:custGeom>
              <a:solidFill>
                <a:srgbClr val="5E5B43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65" name="자유형: 도형 2364">
                <a:extLst>
                  <a:ext uri="{FF2B5EF4-FFF2-40B4-BE49-F238E27FC236}">
                    <a16:creationId xmlns:a16="http://schemas.microsoft.com/office/drawing/2014/main" id="{232BEC4A-2EB9-4D7B-890C-9172D0CCC6A6}"/>
                  </a:ext>
                </a:extLst>
              </p:cNvPr>
              <p:cNvSpPr/>
              <p:nvPr/>
            </p:nvSpPr>
            <p:spPr>
              <a:xfrm>
                <a:off x="7825529" y="5401199"/>
                <a:ext cx="25469" cy="12729"/>
              </a:xfrm>
              <a:custGeom>
                <a:avLst/>
                <a:gdLst>
                  <a:gd name="connsiteX0" fmla="*/ 22207 w 25469"/>
                  <a:gd name="connsiteY0" fmla="*/ 0 h 0"/>
                  <a:gd name="connsiteX1" fmla="*/ 29281 w 25469"/>
                  <a:gd name="connsiteY1" fmla="*/ 7143 h 0"/>
                  <a:gd name="connsiteX2" fmla="*/ 0 w 25469"/>
                  <a:gd name="connsiteY2" fmla="*/ 7143 h 0"/>
                  <a:gd name="connsiteX3" fmla="*/ 7114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207" y="0"/>
                    </a:moveTo>
                    <a:lnTo>
                      <a:pt x="29281" y="7143"/>
                    </a:lnTo>
                    <a:lnTo>
                      <a:pt x="0" y="7143"/>
                    </a:lnTo>
                    <a:lnTo>
                      <a:pt x="7114" y="0"/>
                    </a:lnTo>
                    <a:close/>
                  </a:path>
                </a:pathLst>
              </a:custGeom>
              <a:solidFill>
                <a:srgbClr val="9A916C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66" name="자유형: 도형 2365">
                <a:extLst>
                  <a:ext uri="{FF2B5EF4-FFF2-40B4-BE49-F238E27FC236}">
                    <a16:creationId xmlns:a16="http://schemas.microsoft.com/office/drawing/2014/main" id="{12C0D905-3F23-4AB2-AA26-C358D425FB32}"/>
                  </a:ext>
                </a:extLst>
              </p:cNvPr>
              <p:cNvSpPr/>
              <p:nvPr/>
            </p:nvSpPr>
            <p:spPr>
              <a:xfrm>
                <a:off x="7831392" y="5477833"/>
                <a:ext cx="12735" cy="12729"/>
              </a:xfrm>
              <a:custGeom>
                <a:avLst/>
                <a:gdLst>
                  <a:gd name="connsiteX0" fmla="*/ 0 w 12734"/>
                  <a:gd name="connsiteY0" fmla="*/ 0 h 12728"/>
                  <a:gd name="connsiteX1" fmla="*/ 15067 w 12734"/>
                  <a:gd name="connsiteY1" fmla="*/ 0 h 12728"/>
                  <a:gd name="connsiteX2" fmla="*/ 15067 w 12734"/>
                  <a:gd name="connsiteY2" fmla="*/ 15077 h 12728"/>
                  <a:gd name="connsiteX3" fmla="*/ 0 w 12734"/>
                  <a:gd name="connsiteY3" fmla="*/ 15077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0" y="0"/>
                    </a:moveTo>
                    <a:lnTo>
                      <a:pt x="15067" y="0"/>
                    </a:lnTo>
                    <a:lnTo>
                      <a:pt x="15067" y="15077"/>
                    </a:lnTo>
                    <a:lnTo>
                      <a:pt x="0" y="15077"/>
                    </a:lnTo>
                    <a:close/>
                  </a:path>
                </a:pathLst>
              </a:custGeom>
              <a:solidFill>
                <a:srgbClr val="8C8663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67" name="자유형: 도형 2366">
                <a:extLst>
                  <a:ext uri="{FF2B5EF4-FFF2-40B4-BE49-F238E27FC236}">
                    <a16:creationId xmlns:a16="http://schemas.microsoft.com/office/drawing/2014/main" id="{82E1B455-4B95-4AF1-9092-BEF22B25BCDF}"/>
                  </a:ext>
                </a:extLst>
              </p:cNvPr>
              <p:cNvSpPr/>
              <p:nvPr/>
            </p:nvSpPr>
            <p:spPr>
              <a:xfrm>
                <a:off x="7825529" y="5470753"/>
                <a:ext cx="12735" cy="25458"/>
              </a:xfrm>
              <a:custGeom>
                <a:avLst/>
                <a:gdLst>
                  <a:gd name="connsiteX0" fmla="*/ 0 w 0"/>
                  <a:gd name="connsiteY0" fmla="*/ 29261 h 25457"/>
                  <a:gd name="connsiteX1" fmla="*/ 7114 w 0"/>
                  <a:gd name="connsiteY1" fmla="*/ 22130 h 25457"/>
                  <a:gd name="connsiteX2" fmla="*/ 7114 w 0"/>
                  <a:gd name="connsiteY2" fmla="*/ 7117 h 25457"/>
                  <a:gd name="connsiteX3" fmla="*/ 0 w 0"/>
                  <a:gd name="connsiteY3" fmla="*/ 0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9261"/>
                    </a:moveTo>
                    <a:lnTo>
                      <a:pt x="7114" y="22130"/>
                    </a:lnTo>
                    <a:lnTo>
                      <a:pt x="7114" y="71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68" name="자유형: 도형 2367">
                <a:extLst>
                  <a:ext uri="{FF2B5EF4-FFF2-40B4-BE49-F238E27FC236}">
                    <a16:creationId xmlns:a16="http://schemas.microsoft.com/office/drawing/2014/main" id="{6ECE8A4F-25E8-4DC0-B316-D4DFB9E548CC}"/>
                  </a:ext>
                </a:extLst>
              </p:cNvPr>
              <p:cNvSpPr/>
              <p:nvPr/>
            </p:nvSpPr>
            <p:spPr>
              <a:xfrm>
                <a:off x="7825529" y="5470753"/>
                <a:ext cx="25469" cy="12729"/>
              </a:xfrm>
              <a:custGeom>
                <a:avLst/>
                <a:gdLst>
                  <a:gd name="connsiteX0" fmla="*/ 22207 w 25469"/>
                  <a:gd name="connsiteY0" fmla="*/ 7117 h 0"/>
                  <a:gd name="connsiteX1" fmla="*/ 7114 w 25469"/>
                  <a:gd name="connsiteY1" fmla="*/ 7117 h 0"/>
                  <a:gd name="connsiteX2" fmla="*/ 0 w 25469"/>
                  <a:gd name="connsiteY2" fmla="*/ 0 h 0"/>
                  <a:gd name="connsiteX3" fmla="*/ 29281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207" y="7117"/>
                    </a:moveTo>
                    <a:lnTo>
                      <a:pt x="7114" y="7117"/>
                    </a:lnTo>
                    <a:lnTo>
                      <a:pt x="0" y="0"/>
                    </a:lnTo>
                    <a:lnTo>
                      <a:pt x="29281" y="0"/>
                    </a:lnTo>
                    <a:close/>
                  </a:path>
                </a:pathLst>
              </a:custGeom>
              <a:solidFill>
                <a:srgbClr val="80795B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69" name="자유형: 도형 2368">
                <a:extLst>
                  <a:ext uri="{FF2B5EF4-FFF2-40B4-BE49-F238E27FC236}">
                    <a16:creationId xmlns:a16="http://schemas.microsoft.com/office/drawing/2014/main" id="{84BD5DCF-2656-4D32-91D8-01B331A1B062}"/>
                  </a:ext>
                </a:extLst>
              </p:cNvPr>
              <p:cNvSpPr/>
              <p:nvPr/>
            </p:nvSpPr>
            <p:spPr>
              <a:xfrm>
                <a:off x="7847735" y="5470753"/>
                <a:ext cx="12735" cy="25458"/>
              </a:xfrm>
              <a:custGeom>
                <a:avLst/>
                <a:gdLst>
                  <a:gd name="connsiteX0" fmla="*/ 0 w 0"/>
                  <a:gd name="connsiteY0" fmla="*/ 22130 h 25457"/>
                  <a:gd name="connsiteX1" fmla="*/ 0 w 0"/>
                  <a:gd name="connsiteY1" fmla="*/ 7117 h 25457"/>
                  <a:gd name="connsiteX2" fmla="*/ 7075 w 0"/>
                  <a:gd name="connsiteY2" fmla="*/ 0 h 25457"/>
                  <a:gd name="connsiteX3" fmla="*/ 7075 w 0"/>
                  <a:gd name="connsiteY3" fmla="*/ 29261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2130"/>
                    </a:moveTo>
                    <a:lnTo>
                      <a:pt x="0" y="7117"/>
                    </a:lnTo>
                    <a:lnTo>
                      <a:pt x="7075" y="0"/>
                    </a:lnTo>
                    <a:lnTo>
                      <a:pt x="7075" y="29261"/>
                    </a:lnTo>
                    <a:close/>
                  </a:path>
                </a:pathLst>
              </a:custGeom>
              <a:solidFill>
                <a:srgbClr val="5E5B43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70" name="자유형: 도형 2369">
                <a:extLst>
                  <a:ext uri="{FF2B5EF4-FFF2-40B4-BE49-F238E27FC236}">
                    <a16:creationId xmlns:a16="http://schemas.microsoft.com/office/drawing/2014/main" id="{DFC66386-EF1D-4C72-8414-5AC7239AF916}"/>
                  </a:ext>
                </a:extLst>
              </p:cNvPr>
              <p:cNvSpPr/>
              <p:nvPr/>
            </p:nvSpPr>
            <p:spPr>
              <a:xfrm>
                <a:off x="7825529" y="5492884"/>
                <a:ext cx="25469" cy="12729"/>
              </a:xfrm>
              <a:custGeom>
                <a:avLst/>
                <a:gdLst>
                  <a:gd name="connsiteX0" fmla="*/ 0 w 25469"/>
                  <a:gd name="connsiteY0" fmla="*/ 7130 h 0"/>
                  <a:gd name="connsiteX1" fmla="*/ 7114 w 25469"/>
                  <a:gd name="connsiteY1" fmla="*/ 0 h 0"/>
                  <a:gd name="connsiteX2" fmla="*/ 22207 w 25469"/>
                  <a:gd name="connsiteY2" fmla="*/ 0 h 0"/>
                  <a:gd name="connsiteX3" fmla="*/ 29281 w 25469"/>
                  <a:gd name="connsiteY3" fmla="*/ 713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0" y="7130"/>
                    </a:moveTo>
                    <a:lnTo>
                      <a:pt x="7114" y="0"/>
                    </a:lnTo>
                    <a:lnTo>
                      <a:pt x="22207" y="0"/>
                    </a:lnTo>
                    <a:lnTo>
                      <a:pt x="29281" y="7130"/>
                    </a:lnTo>
                    <a:close/>
                  </a:path>
                </a:pathLst>
              </a:custGeom>
              <a:solidFill>
                <a:srgbClr val="9A916C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71" name="자유형: 도형 2370">
                <a:extLst>
                  <a:ext uri="{FF2B5EF4-FFF2-40B4-BE49-F238E27FC236}">
                    <a16:creationId xmlns:a16="http://schemas.microsoft.com/office/drawing/2014/main" id="{6E25B3C2-4086-426D-A3C6-9FA3A72BA174}"/>
                  </a:ext>
                </a:extLst>
              </p:cNvPr>
              <p:cNvSpPr/>
              <p:nvPr/>
            </p:nvSpPr>
            <p:spPr>
              <a:xfrm>
                <a:off x="7886066" y="5349464"/>
                <a:ext cx="89142" cy="178204"/>
              </a:xfrm>
              <a:custGeom>
                <a:avLst/>
                <a:gdLst>
                  <a:gd name="connsiteX0" fmla="*/ 0 w 89141"/>
                  <a:gd name="connsiteY0" fmla="*/ 19248 h 178204"/>
                  <a:gd name="connsiteX1" fmla="*/ 0 w 89141"/>
                  <a:gd name="connsiteY1" fmla="*/ 69338 h 178204"/>
                  <a:gd name="connsiteX2" fmla="*/ 0 w 89141"/>
                  <a:gd name="connsiteY2" fmla="*/ 111889 h 178204"/>
                  <a:gd name="connsiteX3" fmla="*/ 0 w 89141"/>
                  <a:gd name="connsiteY3" fmla="*/ 161992 h 178204"/>
                  <a:gd name="connsiteX4" fmla="*/ 19949 w 89141"/>
                  <a:gd name="connsiteY4" fmla="*/ 181226 h 178204"/>
                  <a:gd name="connsiteX5" fmla="*/ 71830 w 89141"/>
                  <a:gd name="connsiteY5" fmla="*/ 181226 h 178204"/>
                  <a:gd name="connsiteX6" fmla="*/ 91780 w 89141"/>
                  <a:gd name="connsiteY6" fmla="*/ 161992 h 178204"/>
                  <a:gd name="connsiteX7" fmla="*/ 91780 w 89141"/>
                  <a:gd name="connsiteY7" fmla="*/ 111889 h 178204"/>
                  <a:gd name="connsiteX8" fmla="*/ 91780 w 89141"/>
                  <a:gd name="connsiteY8" fmla="*/ 69338 h 178204"/>
                  <a:gd name="connsiteX9" fmla="*/ 91780 w 89141"/>
                  <a:gd name="connsiteY9" fmla="*/ 19248 h 178204"/>
                  <a:gd name="connsiteX10" fmla="*/ 71830 w 89141"/>
                  <a:gd name="connsiteY10" fmla="*/ 0 h 178204"/>
                  <a:gd name="connsiteX11" fmla="*/ 19949 w 89141"/>
                  <a:gd name="connsiteY11" fmla="*/ 0 h 178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9141" h="178204">
                    <a:moveTo>
                      <a:pt x="0" y="19248"/>
                    </a:moveTo>
                    <a:lnTo>
                      <a:pt x="0" y="69338"/>
                    </a:lnTo>
                    <a:lnTo>
                      <a:pt x="0" y="111889"/>
                    </a:lnTo>
                    <a:lnTo>
                      <a:pt x="0" y="161992"/>
                    </a:lnTo>
                    <a:lnTo>
                      <a:pt x="19949" y="181226"/>
                    </a:lnTo>
                    <a:lnTo>
                      <a:pt x="71830" y="181226"/>
                    </a:lnTo>
                    <a:lnTo>
                      <a:pt x="91780" y="161992"/>
                    </a:lnTo>
                    <a:lnTo>
                      <a:pt x="91780" y="111889"/>
                    </a:lnTo>
                    <a:lnTo>
                      <a:pt x="91780" y="69338"/>
                    </a:lnTo>
                    <a:lnTo>
                      <a:pt x="91780" y="19248"/>
                    </a:lnTo>
                    <a:lnTo>
                      <a:pt x="71830" y="0"/>
                    </a:lnTo>
                    <a:lnTo>
                      <a:pt x="19949" y="0"/>
                    </a:lnTo>
                    <a:close/>
                  </a:path>
                </a:pathLst>
              </a:custGeom>
              <a:solidFill>
                <a:srgbClr val="404040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72" name="자유형: 도형 2371">
                <a:extLst>
                  <a:ext uri="{FF2B5EF4-FFF2-40B4-BE49-F238E27FC236}">
                    <a16:creationId xmlns:a16="http://schemas.microsoft.com/office/drawing/2014/main" id="{F9AA6287-D808-43D2-8794-48C2D3097E83}"/>
                  </a:ext>
                </a:extLst>
              </p:cNvPr>
              <p:cNvSpPr/>
              <p:nvPr/>
            </p:nvSpPr>
            <p:spPr>
              <a:xfrm>
                <a:off x="7886066" y="5349464"/>
                <a:ext cx="89142" cy="178204"/>
              </a:xfrm>
              <a:custGeom>
                <a:avLst/>
                <a:gdLst>
                  <a:gd name="connsiteX0" fmla="*/ 0 w 89141"/>
                  <a:gd name="connsiteY0" fmla="*/ 19248 h 178204"/>
                  <a:gd name="connsiteX1" fmla="*/ 0 w 89141"/>
                  <a:gd name="connsiteY1" fmla="*/ 69338 h 178204"/>
                  <a:gd name="connsiteX2" fmla="*/ 0 w 89141"/>
                  <a:gd name="connsiteY2" fmla="*/ 111889 h 178204"/>
                  <a:gd name="connsiteX3" fmla="*/ 0 w 89141"/>
                  <a:gd name="connsiteY3" fmla="*/ 161992 h 178204"/>
                  <a:gd name="connsiteX4" fmla="*/ 19949 w 89141"/>
                  <a:gd name="connsiteY4" fmla="*/ 181226 h 178204"/>
                  <a:gd name="connsiteX5" fmla="*/ 71830 w 89141"/>
                  <a:gd name="connsiteY5" fmla="*/ 181226 h 178204"/>
                  <a:gd name="connsiteX6" fmla="*/ 91780 w 89141"/>
                  <a:gd name="connsiteY6" fmla="*/ 161992 h 178204"/>
                  <a:gd name="connsiteX7" fmla="*/ 91780 w 89141"/>
                  <a:gd name="connsiteY7" fmla="*/ 111889 h 178204"/>
                  <a:gd name="connsiteX8" fmla="*/ 91780 w 89141"/>
                  <a:gd name="connsiteY8" fmla="*/ 69338 h 178204"/>
                  <a:gd name="connsiteX9" fmla="*/ 91780 w 89141"/>
                  <a:gd name="connsiteY9" fmla="*/ 19248 h 178204"/>
                  <a:gd name="connsiteX10" fmla="*/ 71830 w 89141"/>
                  <a:gd name="connsiteY10" fmla="*/ 0 h 178204"/>
                  <a:gd name="connsiteX11" fmla="*/ 19949 w 89141"/>
                  <a:gd name="connsiteY11" fmla="*/ 0 h 178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9141" h="178204">
                    <a:moveTo>
                      <a:pt x="0" y="19248"/>
                    </a:moveTo>
                    <a:lnTo>
                      <a:pt x="0" y="69338"/>
                    </a:lnTo>
                    <a:lnTo>
                      <a:pt x="0" y="111889"/>
                    </a:lnTo>
                    <a:lnTo>
                      <a:pt x="0" y="161992"/>
                    </a:lnTo>
                    <a:lnTo>
                      <a:pt x="19949" y="181226"/>
                    </a:lnTo>
                    <a:lnTo>
                      <a:pt x="71830" y="181226"/>
                    </a:lnTo>
                    <a:lnTo>
                      <a:pt x="91780" y="161992"/>
                    </a:lnTo>
                    <a:lnTo>
                      <a:pt x="91780" y="111889"/>
                    </a:lnTo>
                    <a:lnTo>
                      <a:pt x="91780" y="69338"/>
                    </a:lnTo>
                    <a:lnTo>
                      <a:pt x="91780" y="19248"/>
                    </a:lnTo>
                    <a:lnTo>
                      <a:pt x="71830" y="0"/>
                    </a:lnTo>
                    <a:lnTo>
                      <a:pt x="19949" y="0"/>
                    </a:lnTo>
                    <a:close/>
                  </a:path>
                </a:pathLst>
              </a:custGeom>
              <a:solidFill>
                <a:srgbClr val="404040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73" name="자유형: 도형 2372">
                <a:extLst>
                  <a:ext uri="{FF2B5EF4-FFF2-40B4-BE49-F238E27FC236}">
                    <a16:creationId xmlns:a16="http://schemas.microsoft.com/office/drawing/2014/main" id="{B30DD907-A859-47DF-96C6-D2FB4C865243}"/>
                  </a:ext>
                </a:extLst>
              </p:cNvPr>
              <p:cNvSpPr/>
              <p:nvPr/>
            </p:nvSpPr>
            <p:spPr>
              <a:xfrm>
                <a:off x="7923080" y="5386466"/>
                <a:ext cx="12735" cy="12729"/>
              </a:xfrm>
              <a:custGeom>
                <a:avLst/>
                <a:gdLst>
                  <a:gd name="connsiteX0" fmla="*/ 0 w 12734"/>
                  <a:gd name="connsiteY0" fmla="*/ 0 h 12728"/>
                  <a:gd name="connsiteX1" fmla="*/ 15067 w 12734"/>
                  <a:gd name="connsiteY1" fmla="*/ 0 h 12728"/>
                  <a:gd name="connsiteX2" fmla="*/ 15067 w 12734"/>
                  <a:gd name="connsiteY2" fmla="*/ 15064 h 12728"/>
                  <a:gd name="connsiteX3" fmla="*/ 0 w 12734"/>
                  <a:gd name="connsiteY3" fmla="*/ 15064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0" y="0"/>
                    </a:moveTo>
                    <a:lnTo>
                      <a:pt x="15067" y="0"/>
                    </a:lnTo>
                    <a:lnTo>
                      <a:pt x="15067" y="15064"/>
                    </a:lnTo>
                    <a:lnTo>
                      <a:pt x="0" y="15064"/>
                    </a:lnTo>
                    <a:close/>
                  </a:path>
                </a:pathLst>
              </a:custGeom>
              <a:solidFill>
                <a:srgbClr val="8C8663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74" name="자유형: 도형 2373">
                <a:extLst>
                  <a:ext uri="{FF2B5EF4-FFF2-40B4-BE49-F238E27FC236}">
                    <a16:creationId xmlns:a16="http://schemas.microsoft.com/office/drawing/2014/main" id="{C8F8A323-9A1C-41CC-89AE-66061833D1EC}"/>
                  </a:ext>
                </a:extLst>
              </p:cNvPr>
              <p:cNvSpPr/>
              <p:nvPr/>
            </p:nvSpPr>
            <p:spPr>
              <a:xfrm>
                <a:off x="7917321" y="5379056"/>
                <a:ext cx="12735" cy="25458"/>
              </a:xfrm>
              <a:custGeom>
                <a:avLst/>
                <a:gdLst>
                  <a:gd name="connsiteX0" fmla="*/ 0 w 0"/>
                  <a:gd name="connsiteY0" fmla="*/ 29286 h 25457"/>
                  <a:gd name="connsiteX1" fmla="*/ 7101 w 0"/>
                  <a:gd name="connsiteY1" fmla="*/ 22143 h 25457"/>
                  <a:gd name="connsiteX2" fmla="*/ 7101 w 0"/>
                  <a:gd name="connsiteY2" fmla="*/ 7143 h 25457"/>
                  <a:gd name="connsiteX3" fmla="*/ 0 w 0"/>
                  <a:gd name="connsiteY3" fmla="*/ 0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9286"/>
                    </a:moveTo>
                    <a:lnTo>
                      <a:pt x="7101" y="22143"/>
                    </a:lnTo>
                    <a:lnTo>
                      <a:pt x="7101" y="714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75" name="자유형: 도형 2374">
                <a:extLst>
                  <a:ext uri="{FF2B5EF4-FFF2-40B4-BE49-F238E27FC236}">
                    <a16:creationId xmlns:a16="http://schemas.microsoft.com/office/drawing/2014/main" id="{1821AF80-FCCA-4F52-8F58-C7CB624C6A3C}"/>
                  </a:ext>
                </a:extLst>
              </p:cNvPr>
              <p:cNvSpPr/>
              <p:nvPr/>
            </p:nvSpPr>
            <p:spPr>
              <a:xfrm>
                <a:off x="7917321" y="5379056"/>
                <a:ext cx="25469" cy="12729"/>
              </a:xfrm>
              <a:custGeom>
                <a:avLst/>
                <a:gdLst>
                  <a:gd name="connsiteX0" fmla="*/ 22194 w 25469"/>
                  <a:gd name="connsiteY0" fmla="*/ 7143 h 0"/>
                  <a:gd name="connsiteX1" fmla="*/ 7101 w 25469"/>
                  <a:gd name="connsiteY1" fmla="*/ 7143 h 0"/>
                  <a:gd name="connsiteX2" fmla="*/ 0 w 25469"/>
                  <a:gd name="connsiteY2" fmla="*/ 0 h 0"/>
                  <a:gd name="connsiteX3" fmla="*/ 29269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194" y="7143"/>
                    </a:moveTo>
                    <a:lnTo>
                      <a:pt x="7101" y="7143"/>
                    </a:lnTo>
                    <a:lnTo>
                      <a:pt x="0" y="0"/>
                    </a:lnTo>
                    <a:lnTo>
                      <a:pt x="29269" y="0"/>
                    </a:lnTo>
                    <a:close/>
                  </a:path>
                </a:pathLst>
              </a:custGeom>
              <a:solidFill>
                <a:srgbClr val="80795B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76" name="자유형: 도형 2375">
                <a:extLst>
                  <a:ext uri="{FF2B5EF4-FFF2-40B4-BE49-F238E27FC236}">
                    <a16:creationId xmlns:a16="http://schemas.microsoft.com/office/drawing/2014/main" id="{70490F48-267D-4FA5-9924-24CB3A7DCDB1}"/>
                  </a:ext>
                </a:extLst>
              </p:cNvPr>
              <p:cNvSpPr/>
              <p:nvPr/>
            </p:nvSpPr>
            <p:spPr>
              <a:xfrm>
                <a:off x="7939515" y="5379056"/>
                <a:ext cx="12735" cy="25458"/>
              </a:xfrm>
              <a:custGeom>
                <a:avLst/>
                <a:gdLst>
                  <a:gd name="connsiteX0" fmla="*/ 0 w 0"/>
                  <a:gd name="connsiteY0" fmla="*/ 22143 h 25457"/>
                  <a:gd name="connsiteX1" fmla="*/ 0 w 0"/>
                  <a:gd name="connsiteY1" fmla="*/ 7143 h 25457"/>
                  <a:gd name="connsiteX2" fmla="*/ 7075 w 0"/>
                  <a:gd name="connsiteY2" fmla="*/ 0 h 25457"/>
                  <a:gd name="connsiteX3" fmla="*/ 7075 w 0"/>
                  <a:gd name="connsiteY3" fmla="*/ 29286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2143"/>
                    </a:moveTo>
                    <a:lnTo>
                      <a:pt x="0" y="7143"/>
                    </a:lnTo>
                    <a:lnTo>
                      <a:pt x="7075" y="0"/>
                    </a:lnTo>
                    <a:lnTo>
                      <a:pt x="7075" y="29286"/>
                    </a:lnTo>
                    <a:close/>
                  </a:path>
                </a:pathLst>
              </a:custGeom>
              <a:solidFill>
                <a:srgbClr val="5E5B43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77" name="자유형: 도형 2376">
                <a:extLst>
                  <a:ext uri="{FF2B5EF4-FFF2-40B4-BE49-F238E27FC236}">
                    <a16:creationId xmlns:a16="http://schemas.microsoft.com/office/drawing/2014/main" id="{42CF3328-3E59-4206-B9EE-35A34552F0D5}"/>
                  </a:ext>
                </a:extLst>
              </p:cNvPr>
              <p:cNvSpPr/>
              <p:nvPr/>
            </p:nvSpPr>
            <p:spPr>
              <a:xfrm>
                <a:off x="7917321" y="5401199"/>
                <a:ext cx="25469" cy="12729"/>
              </a:xfrm>
              <a:custGeom>
                <a:avLst/>
                <a:gdLst>
                  <a:gd name="connsiteX0" fmla="*/ 22194 w 25469"/>
                  <a:gd name="connsiteY0" fmla="*/ 0 h 0"/>
                  <a:gd name="connsiteX1" fmla="*/ 29269 w 25469"/>
                  <a:gd name="connsiteY1" fmla="*/ 7143 h 0"/>
                  <a:gd name="connsiteX2" fmla="*/ 0 w 25469"/>
                  <a:gd name="connsiteY2" fmla="*/ 7143 h 0"/>
                  <a:gd name="connsiteX3" fmla="*/ 7101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194" y="0"/>
                    </a:moveTo>
                    <a:lnTo>
                      <a:pt x="29269" y="7143"/>
                    </a:lnTo>
                    <a:lnTo>
                      <a:pt x="0" y="7143"/>
                    </a:lnTo>
                    <a:lnTo>
                      <a:pt x="7101" y="0"/>
                    </a:lnTo>
                    <a:close/>
                  </a:path>
                </a:pathLst>
              </a:custGeom>
              <a:solidFill>
                <a:srgbClr val="9A916C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78" name="자유형: 도형 2377">
                <a:extLst>
                  <a:ext uri="{FF2B5EF4-FFF2-40B4-BE49-F238E27FC236}">
                    <a16:creationId xmlns:a16="http://schemas.microsoft.com/office/drawing/2014/main" id="{8CEBA9E4-E8EC-404E-A110-4C67E3C55CE4}"/>
                  </a:ext>
                </a:extLst>
              </p:cNvPr>
              <p:cNvSpPr/>
              <p:nvPr/>
            </p:nvSpPr>
            <p:spPr>
              <a:xfrm>
                <a:off x="7923080" y="5477833"/>
                <a:ext cx="12735" cy="12729"/>
              </a:xfrm>
              <a:custGeom>
                <a:avLst/>
                <a:gdLst>
                  <a:gd name="connsiteX0" fmla="*/ 0 w 12734"/>
                  <a:gd name="connsiteY0" fmla="*/ 0 h 12728"/>
                  <a:gd name="connsiteX1" fmla="*/ 15067 w 12734"/>
                  <a:gd name="connsiteY1" fmla="*/ 0 h 12728"/>
                  <a:gd name="connsiteX2" fmla="*/ 15067 w 12734"/>
                  <a:gd name="connsiteY2" fmla="*/ 15077 h 12728"/>
                  <a:gd name="connsiteX3" fmla="*/ 0 w 12734"/>
                  <a:gd name="connsiteY3" fmla="*/ 15077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0" y="0"/>
                    </a:moveTo>
                    <a:lnTo>
                      <a:pt x="15067" y="0"/>
                    </a:lnTo>
                    <a:lnTo>
                      <a:pt x="15067" y="15077"/>
                    </a:lnTo>
                    <a:lnTo>
                      <a:pt x="0" y="15077"/>
                    </a:lnTo>
                    <a:close/>
                  </a:path>
                </a:pathLst>
              </a:custGeom>
              <a:solidFill>
                <a:srgbClr val="8C8663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79" name="자유형: 도형 2378">
                <a:extLst>
                  <a:ext uri="{FF2B5EF4-FFF2-40B4-BE49-F238E27FC236}">
                    <a16:creationId xmlns:a16="http://schemas.microsoft.com/office/drawing/2014/main" id="{C273B4C1-D046-4CFD-9F7D-B99AFD5FAE25}"/>
                  </a:ext>
                </a:extLst>
              </p:cNvPr>
              <p:cNvSpPr/>
              <p:nvPr/>
            </p:nvSpPr>
            <p:spPr>
              <a:xfrm>
                <a:off x="7917321" y="5470753"/>
                <a:ext cx="12735" cy="25458"/>
              </a:xfrm>
              <a:custGeom>
                <a:avLst/>
                <a:gdLst>
                  <a:gd name="connsiteX0" fmla="*/ 0 w 0"/>
                  <a:gd name="connsiteY0" fmla="*/ 29261 h 25457"/>
                  <a:gd name="connsiteX1" fmla="*/ 7101 w 0"/>
                  <a:gd name="connsiteY1" fmla="*/ 22130 h 25457"/>
                  <a:gd name="connsiteX2" fmla="*/ 7101 w 0"/>
                  <a:gd name="connsiteY2" fmla="*/ 7117 h 25457"/>
                  <a:gd name="connsiteX3" fmla="*/ 0 w 0"/>
                  <a:gd name="connsiteY3" fmla="*/ 0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9261"/>
                    </a:moveTo>
                    <a:lnTo>
                      <a:pt x="7101" y="22130"/>
                    </a:lnTo>
                    <a:lnTo>
                      <a:pt x="7101" y="71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80" name="자유형: 도형 2379">
                <a:extLst>
                  <a:ext uri="{FF2B5EF4-FFF2-40B4-BE49-F238E27FC236}">
                    <a16:creationId xmlns:a16="http://schemas.microsoft.com/office/drawing/2014/main" id="{10AB030C-FBF9-4FDD-93F1-2636477BF1A5}"/>
                  </a:ext>
                </a:extLst>
              </p:cNvPr>
              <p:cNvSpPr/>
              <p:nvPr/>
            </p:nvSpPr>
            <p:spPr>
              <a:xfrm>
                <a:off x="7917321" y="5470753"/>
                <a:ext cx="25469" cy="12729"/>
              </a:xfrm>
              <a:custGeom>
                <a:avLst/>
                <a:gdLst>
                  <a:gd name="connsiteX0" fmla="*/ 22194 w 25469"/>
                  <a:gd name="connsiteY0" fmla="*/ 7117 h 0"/>
                  <a:gd name="connsiteX1" fmla="*/ 7101 w 25469"/>
                  <a:gd name="connsiteY1" fmla="*/ 7117 h 0"/>
                  <a:gd name="connsiteX2" fmla="*/ 0 w 25469"/>
                  <a:gd name="connsiteY2" fmla="*/ 0 h 0"/>
                  <a:gd name="connsiteX3" fmla="*/ 29269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194" y="7117"/>
                    </a:moveTo>
                    <a:lnTo>
                      <a:pt x="7101" y="7117"/>
                    </a:lnTo>
                    <a:lnTo>
                      <a:pt x="0" y="0"/>
                    </a:lnTo>
                    <a:lnTo>
                      <a:pt x="29269" y="0"/>
                    </a:lnTo>
                    <a:close/>
                  </a:path>
                </a:pathLst>
              </a:custGeom>
              <a:solidFill>
                <a:srgbClr val="80795B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81" name="자유형: 도형 2380">
                <a:extLst>
                  <a:ext uri="{FF2B5EF4-FFF2-40B4-BE49-F238E27FC236}">
                    <a16:creationId xmlns:a16="http://schemas.microsoft.com/office/drawing/2014/main" id="{C6AF963C-B094-41DD-80F7-AB7D031EA857}"/>
                  </a:ext>
                </a:extLst>
              </p:cNvPr>
              <p:cNvSpPr/>
              <p:nvPr/>
            </p:nvSpPr>
            <p:spPr>
              <a:xfrm>
                <a:off x="7939515" y="5470753"/>
                <a:ext cx="12735" cy="25458"/>
              </a:xfrm>
              <a:custGeom>
                <a:avLst/>
                <a:gdLst>
                  <a:gd name="connsiteX0" fmla="*/ 0 w 0"/>
                  <a:gd name="connsiteY0" fmla="*/ 22130 h 25457"/>
                  <a:gd name="connsiteX1" fmla="*/ 0 w 0"/>
                  <a:gd name="connsiteY1" fmla="*/ 7117 h 25457"/>
                  <a:gd name="connsiteX2" fmla="*/ 7075 w 0"/>
                  <a:gd name="connsiteY2" fmla="*/ 0 h 25457"/>
                  <a:gd name="connsiteX3" fmla="*/ 7075 w 0"/>
                  <a:gd name="connsiteY3" fmla="*/ 29261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2130"/>
                    </a:moveTo>
                    <a:lnTo>
                      <a:pt x="0" y="7117"/>
                    </a:lnTo>
                    <a:lnTo>
                      <a:pt x="7075" y="0"/>
                    </a:lnTo>
                    <a:lnTo>
                      <a:pt x="7075" y="29261"/>
                    </a:lnTo>
                    <a:close/>
                  </a:path>
                </a:pathLst>
              </a:custGeom>
              <a:solidFill>
                <a:srgbClr val="5E5B43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82" name="자유형: 도형 2381">
                <a:extLst>
                  <a:ext uri="{FF2B5EF4-FFF2-40B4-BE49-F238E27FC236}">
                    <a16:creationId xmlns:a16="http://schemas.microsoft.com/office/drawing/2014/main" id="{EFA58827-A029-4D36-A7D7-9AB139C79530}"/>
                  </a:ext>
                </a:extLst>
              </p:cNvPr>
              <p:cNvSpPr/>
              <p:nvPr/>
            </p:nvSpPr>
            <p:spPr>
              <a:xfrm>
                <a:off x="7917321" y="5492884"/>
                <a:ext cx="25469" cy="12729"/>
              </a:xfrm>
              <a:custGeom>
                <a:avLst/>
                <a:gdLst>
                  <a:gd name="connsiteX0" fmla="*/ 0 w 25469"/>
                  <a:gd name="connsiteY0" fmla="*/ 7130 h 0"/>
                  <a:gd name="connsiteX1" fmla="*/ 7101 w 25469"/>
                  <a:gd name="connsiteY1" fmla="*/ 0 h 0"/>
                  <a:gd name="connsiteX2" fmla="*/ 22194 w 25469"/>
                  <a:gd name="connsiteY2" fmla="*/ 0 h 0"/>
                  <a:gd name="connsiteX3" fmla="*/ 29269 w 25469"/>
                  <a:gd name="connsiteY3" fmla="*/ 713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0" y="7130"/>
                    </a:moveTo>
                    <a:lnTo>
                      <a:pt x="7101" y="0"/>
                    </a:lnTo>
                    <a:lnTo>
                      <a:pt x="22194" y="0"/>
                    </a:lnTo>
                    <a:lnTo>
                      <a:pt x="29269" y="7130"/>
                    </a:lnTo>
                    <a:close/>
                  </a:path>
                </a:pathLst>
              </a:custGeom>
              <a:solidFill>
                <a:srgbClr val="9A916C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83" name="자유형: 도형 2382">
                <a:extLst>
                  <a:ext uri="{FF2B5EF4-FFF2-40B4-BE49-F238E27FC236}">
                    <a16:creationId xmlns:a16="http://schemas.microsoft.com/office/drawing/2014/main" id="{C5419204-FAFE-420B-8ADE-46D183ABB0F7}"/>
                  </a:ext>
                </a:extLst>
              </p:cNvPr>
              <p:cNvSpPr/>
              <p:nvPr/>
            </p:nvSpPr>
            <p:spPr>
              <a:xfrm>
                <a:off x="7977858" y="5349464"/>
                <a:ext cx="89142" cy="178204"/>
              </a:xfrm>
              <a:custGeom>
                <a:avLst/>
                <a:gdLst>
                  <a:gd name="connsiteX0" fmla="*/ 0 w 89141"/>
                  <a:gd name="connsiteY0" fmla="*/ 19248 h 178204"/>
                  <a:gd name="connsiteX1" fmla="*/ 0 w 89141"/>
                  <a:gd name="connsiteY1" fmla="*/ 69338 h 178204"/>
                  <a:gd name="connsiteX2" fmla="*/ 0 w 89141"/>
                  <a:gd name="connsiteY2" fmla="*/ 111889 h 178204"/>
                  <a:gd name="connsiteX3" fmla="*/ 0 w 89141"/>
                  <a:gd name="connsiteY3" fmla="*/ 161992 h 178204"/>
                  <a:gd name="connsiteX4" fmla="*/ 19937 w 89141"/>
                  <a:gd name="connsiteY4" fmla="*/ 181226 h 178204"/>
                  <a:gd name="connsiteX5" fmla="*/ 71818 w 89141"/>
                  <a:gd name="connsiteY5" fmla="*/ 181226 h 178204"/>
                  <a:gd name="connsiteX6" fmla="*/ 91767 w 89141"/>
                  <a:gd name="connsiteY6" fmla="*/ 161992 h 178204"/>
                  <a:gd name="connsiteX7" fmla="*/ 91767 w 89141"/>
                  <a:gd name="connsiteY7" fmla="*/ 111889 h 178204"/>
                  <a:gd name="connsiteX8" fmla="*/ 91767 w 89141"/>
                  <a:gd name="connsiteY8" fmla="*/ 69338 h 178204"/>
                  <a:gd name="connsiteX9" fmla="*/ 91767 w 89141"/>
                  <a:gd name="connsiteY9" fmla="*/ 19248 h 178204"/>
                  <a:gd name="connsiteX10" fmla="*/ 71818 w 89141"/>
                  <a:gd name="connsiteY10" fmla="*/ 0 h 178204"/>
                  <a:gd name="connsiteX11" fmla="*/ 19937 w 89141"/>
                  <a:gd name="connsiteY11" fmla="*/ 0 h 178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9141" h="178204">
                    <a:moveTo>
                      <a:pt x="0" y="19248"/>
                    </a:moveTo>
                    <a:lnTo>
                      <a:pt x="0" y="69338"/>
                    </a:lnTo>
                    <a:lnTo>
                      <a:pt x="0" y="111889"/>
                    </a:lnTo>
                    <a:lnTo>
                      <a:pt x="0" y="161992"/>
                    </a:lnTo>
                    <a:lnTo>
                      <a:pt x="19937" y="181226"/>
                    </a:lnTo>
                    <a:lnTo>
                      <a:pt x="71818" y="181226"/>
                    </a:lnTo>
                    <a:lnTo>
                      <a:pt x="91767" y="161992"/>
                    </a:lnTo>
                    <a:lnTo>
                      <a:pt x="91767" y="111889"/>
                    </a:lnTo>
                    <a:lnTo>
                      <a:pt x="91767" y="69338"/>
                    </a:lnTo>
                    <a:lnTo>
                      <a:pt x="91767" y="19248"/>
                    </a:lnTo>
                    <a:lnTo>
                      <a:pt x="71818" y="0"/>
                    </a:lnTo>
                    <a:lnTo>
                      <a:pt x="19937" y="0"/>
                    </a:lnTo>
                    <a:close/>
                  </a:path>
                </a:pathLst>
              </a:custGeom>
              <a:solidFill>
                <a:srgbClr val="404040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84" name="자유형: 도형 2383">
                <a:extLst>
                  <a:ext uri="{FF2B5EF4-FFF2-40B4-BE49-F238E27FC236}">
                    <a16:creationId xmlns:a16="http://schemas.microsoft.com/office/drawing/2014/main" id="{95DA83AF-7B62-4D5D-AB56-7DD543687CAD}"/>
                  </a:ext>
                </a:extLst>
              </p:cNvPr>
              <p:cNvSpPr/>
              <p:nvPr/>
            </p:nvSpPr>
            <p:spPr>
              <a:xfrm>
                <a:off x="7977348" y="5343853"/>
                <a:ext cx="89142" cy="178204"/>
              </a:xfrm>
              <a:custGeom>
                <a:avLst/>
                <a:gdLst>
                  <a:gd name="connsiteX0" fmla="*/ 0 w 89141"/>
                  <a:gd name="connsiteY0" fmla="*/ 69338 h 178204"/>
                  <a:gd name="connsiteX1" fmla="*/ 0 w 89141"/>
                  <a:gd name="connsiteY1" fmla="*/ 111889 h 178204"/>
                  <a:gd name="connsiteX2" fmla="*/ 0 w 89141"/>
                  <a:gd name="connsiteY2" fmla="*/ 161992 h 178204"/>
                  <a:gd name="connsiteX3" fmla="*/ 19937 w 89141"/>
                  <a:gd name="connsiteY3" fmla="*/ 181226 h 178204"/>
                  <a:gd name="connsiteX4" fmla="*/ 71818 w 89141"/>
                  <a:gd name="connsiteY4" fmla="*/ 181226 h 178204"/>
                  <a:gd name="connsiteX5" fmla="*/ 91767 w 89141"/>
                  <a:gd name="connsiteY5" fmla="*/ 161992 h 178204"/>
                  <a:gd name="connsiteX6" fmla="*/ 91767 w 89141"/>
                  <a:gd name="connsiteY6" fmla="*/ 111889 h 178204"/>
                  <a:gd name="connsiteX7" fmla="*/ 91767 w 89141"/>
                  <a:gd name="connsiteY7" fmla="*/ 69338 h 178204"/>
                  <a:gd name="connsiteX8" fmla="*/ 91767 w 89141"/>
                  <a:gd name="connsiteY8" fmla="*/ 19248 h 178204"/>
                  <a:gd name="connsiteX9" fmla="*/ 71818 w 89141"/>
                  <a:gd name="connsiteY9" fmla="*/ 0 h 178204"/>
                  <a:gd name="connsiteX10" fmla="*/ 19937 w 89141"/>
                  <a:gd name="connsiteY10" fmla="*/ 0 h 178204"/>
                  <a:gd name="connsiteX11" fmla="*/ 0 w 89141"/>
                  <a:gd name="connsiteY11" fmla="*/ 19248 h 178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9141" h="178204">
                    <a:moveTo>
                      <a:pt x="0" y="69338"/>
                    </a:moveTo>
                    <a:lnTo>
                      <a:pt x="0" y="111889"/>
                    </a:lnTo>
                    <a:lnTo>
                      <a:pt x="0" y="161992"/>
                    </a:lnTo>
                    <a:lnTo>
                      <a:pt x="19937" y="181226"/>
                    </a:lnTo>
                    <a:lnTo>
                      <a:pt x="71818" y="181226"/>
                    </a:lnTo>
                    <a:lnTo>
                      <a:pt x="91767" y="161992"/>
                    </a:lnTo>
                    <a:lnTo>
                      <a:pt x="91767" y="111889"/>
                    </a:lnTo>
                    <a:lnTo>
                      <a:pt x="91767" y="69338"/>
                    </a:lnTo>
                    <a:lnTo>
                      <a:pt x="91767" y="19248"/>
                    </a:lnTo>
                    <a:lnTo>
                      <a:pt x="71818" y="0"/>
                    </a:lnTo>
                    <a:lnTo>
                      <a:pt x="19937" y="0"/>
                    </a:lnTo>
                    <a:lnTo>
                      <a:pt x="0" y="19248"/>
                    </a:lnTo>
                    <a:close/>
                  </a:path>
                </a:pathLst>
              </a:custGeom>
              <a:solidFill>
                <a:srgbClr val="404040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85" name="자유형: 도형 2384">
                <a:extLst>
                  <a:ext uri="{FF2B5EF4-FFF2-40B4-BE49-F238E27FC236}">
                    <a16:creationId xmlns:a16="http://schemas.microsoft.com/office/drawing/2014/main" id="{30EC29AC-EC69-4A25-BBE4-A9F85D9FC291}"/>
                  </a:ext>
                </a:extLst>
              </p:cNvPr>
              <p:cNvSpPr/>
              <p:nvPr/>
            </p:nvSpPr>
            <p:spPr>
              <a:xfrm>
                <a:off x="8014769" y="5386466"/>
                <a:ext cx="12735" cy="12729"/>
              </a:xfrm>
              <a:custGeom>
                <a:avLst/>
                <a:gdLst>
                  <a:gd name="connsiteX0" fmla="*/ 0 w 12734"/>
                  <a:gd name="connsiteY0" fmla="*/ 0 h 12728"/>
                  <a:gd name="connsiteX1" fmla="*/ 15067 w 12734"/>
                  <a:gd name="connsiteY1" fmla="*/ 0 h 12728"/>
                  <a:gd name="connsiteX2" fmla="*/ 15067 w 12734"/>
                  <a:gd name="connsiteY2" fmla="*/ 15064 h 12728"/>
                  <a:gd name="connsiteX3" fmla="*/ 0 w 12734"/>
                  <a:gd name="connsiteY3" fmla="*/ 15064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0" y="0"/>
                    </a:moveTo>
                    <a:lnTo>
                      <a:pt x="15067" y="0"/>
                    </a:lnTo>
                    <a:lnTo>
                      <a:pt x="15067" y="15064"/>
                    </a:lnTo>
                    <a:lnTo>
                      <a:pt x="0" y="15064"/>
                    </a:lnTo>
                    <a:close/>
                  </a:path>
                </a:pathLst>
              </a:custGeom>
              <a:solidFill>
                <a:srgbClr val="8C8663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86" name="자유형: 도형 2385">
                <a:extLst>
                  <a:ext uri="{FF2B5EF4-FFF2-40B4-BE49-F238E27FC236}">
                    <a16:creationId xmlns:a16="http://schemas.microsoft.com/office/drawing/2014/main" id="{ACFA4354-037A-4345-AF96-3C92096895A8}"/>
                  </a:ext>
                </a:extLst>
              </p:cNvPr>
              <p:cNvSpPr/>
              <p:nvPr/>
            </p:nvSpPr>
            <p:spPr>
              <a:xfrm>
                <a:off x="8009100" y="5379056"/>
                <a:ext cx="12735" cy="25458"/>
              </a:xfrm>
              <a:custGeom>
                <a:avLst/>
                <a:gdLst>
                  <a:gd name="connsiteX0" fmla="*/ 0 w 0"/>
                  <a:gd name="connsiteY0" fmla="*/ 29286 h 25457"/>
                  <a:gd name="connsiteX1" fmla="*/ 7101 w 0"/>
                  <a:gd name="connsiteY1" fmla="*/ 22143 h 25457"/>
                  <a:gd name="connsiteX2" fmla="*/ 7101 w 0"/>
                  <a:gd name="connsiteY2" fmla="*/ 7143 h 25457"/>
                  <a:gd name="connsiteX3" fmla="*/ 0 w 0"/>
                  <a:gd name="connsiteY3" fmla="*/ 0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9286"/>
                    </a:moveTo>
                    <a:lnTo>
                      <a:pt x="7101" y="22143"/>
                    </a:lnTo>
                    <a:lnTo>
                      <a:pt x="7101" y="714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87" name="자유형: 도형 2386">
                <a:extLst>
                  <a:ext uri="{FF2B5EF4-FFF2-40B4-BE49-F238E27FC236}">
                    <a16:creationId xmlns:a16="http://schemas.microsoft.com/office/drawing/2014/main" id="{77EAA536-F57A-4862-8A3A-2E3CC36659B2}"/>
                  </a:ext>
                </a:extLst>
              </p:cNvPr>
              <p:cNvSpPr/>
              <p:nvPr/>
            </p:nvSpPr>
            <p:spPr>
              <a:xfrm>
                <a:off x="8009100" y="5379056"/>
                <a:ext cx="25469" cy="12729"/>
              </a:xfrm>
              <a:custGeom>
                <a:avLst/>
                <a:gdLst>
                  <a:gd name="connsiteX0" fmla="*/ 22194 w 25469"/>
                  <a:gd name="connsiteY0" fmla="*/ 7143 h 0"/>
                  <a:gd name="connsiteX1" fmla="*/ 7101 w 25469"/>
                  <a:gd name="connsiteY1" fmla="*/ 7143 h 0"/>
                  <a:gd name="connsiteX2" fmla="*/ 0 w 25469"/>
                  <a:gd name="connsiteY2" fmla="*/ 0 h 0"/>
                  <a:gd name="connsiteX3" fmla="*/ 29281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194" y="7143"/>
                    </a:moveTo>
                    <a:lnTo>
                      <a:pt x="7101" y="7143"/>
                    </a:lnTo>
                    <a:lnTo>
                      <a:pt x="0" y="0"/>
                    </a:lnTo>
                    <a:lnTo>
                      <a:pt x="29281" y="0"/>
                    </a:lnTo>
                    <a:close/>
                  </a:path>
                </a:pathLst>
              </a:custGeom>
              <a:solidFill>
                <a:srgbClr val="80795B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88" name="자유형: 도형 2387">
                <a:extLst>
                  <a:ext uri="{FF2B5EF4-FFF2-40B4-BE49-F238E27FC236}">
                    <a16:creationId xmlns:a16="http://schemas.microsoft.com/office/drawing/2014/main" id="{7565B2F6-7835-476C-A4C7-1D38CEE647CA}"/>
                  </a:ext>
                </a:extLst>
              </p:cNvPr>
              <p:cNvSpPr/>
              <p:nvPr/>
            </p:nvSpPr>
            <p:spPr>
              <a:xfrm>
                <a:off x="8031295" y="5379056"/>
                <a:ext cx="12735" cy="25458"/>
              </a:xfrm>
              <a:custGeom>
                <a:avLst/>
                <a:gdLst>
                  <a:gd name="connsiteX0" fmla="*/ 0 w 0"/>
                  <a:gd name="connsiteY0" fmla="*/ 22143 h 25457"/>
                  <a:gd name="connsiteX1" fmla="*/ 0 w 0"/>
                  <a:gd name="connsiteY1" fmla="*/ 7143 h 25457"/>
                  <a:gd name="connsiteX2" fmla="*/ 7087 w 0"/>
                  <a:gd name="connsiteY2" fmla="*/ 0 h 25457"/>
                  <a:gd name="connsiteX3" fmla="*/ 7087 w 0"/>
                  <a:gd name="connsiteY3" fmla="*/ 29286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2143"/>
                    </a:moveTo>
                    <a:lnTo>
                      <a:pt x="0" y="7143"/>
                    </a:lnTo>
                    <a:lnTo>
                      <a:pt x="7087" y="0"/>
                    </a:lnTo>
                    <a:lnTo>
                      <a:pt x="7087" y="29286"/>
                    </a:lnTo>
                    <a:close/>
                  </a:path>
                </a:pathLst>
              </a:custGeom>
              <a:solidFill>
                <a:srgbClr val="5E5B43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89" name="자유형: 도형 2388">
                <a:extLst>
                  <a:ext uri="{FF2B5EF4-FFF2-40B4-BE49-F238E27FC236}">
                    <a16:creationId xmlns:a16="http://schemas.microsoft.com/office/drawing/2014/main" id="{3534B6E8-A50A-4DF0-9F14-55149A2B9B10}"/>
                  </a:ext>
                </a:extLst>
              </p:cNvPr>
              <p:cNvSpPr/>
              <p:nvPr/>
            </p:nvSpPr>
            <p:spPr>
              <a:xfrm>
                <a:off x="8009100" y="5401199"/>
                <a:ext cx="25469" cy="12729"/>
              </a:xfrm>
              <a:custGeom>
                <a:avLst/>
                <a:gdLst>
                  <a:gd name="connsiteX0" fmla="*/ 22194 w 25469"/>
                  <a:gd name="connsiteY0" fmla="*/ 0 h 0"/>
                  <a:gd name="connsiteX1" fmla="*/ 29281 w 25469"/>
                  <a:gd name="connsiteY1" fmla="*/ 7143 h 0"/>
                  <a:gd name="connsiteX2" fmla="*/ 0 w 25469"/>
                  <a:gd name="connsiteY2" fmla="*/ 7143 h 0"/>
                  <a:gd name="connsiteX3" fmla="*/ 7101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194" y="0"/>
                    </a:moveTo>
                    <a:lnTo>
                      <a:pt x="29281" y="7143"/>
                    </a:lnTo>
                    <a:lnTo>
                      <a:pt x="0" y="7143"/>
                    </a:lnTo>
                    <a:lnTo>
                      <a:pt x="7101" y="0"/>
                    </a:lnTo>
                    <a:close/>
                  </a:path>
                </a:pathLst>
              </a:custGeom>
              <a:solidFill>
                <a:srgbClr val="9A916C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90" name="자유형: 도형 2389">
                <a:extLst>
                  <a:ext uri="{FF2B5EF4-FFF2-40B4-BE49-F238E27FC236}">
                    <a16:creationId xmlns:a16="http://schemas.microsoft.com/office/drawing/2014/main" id="{E22817AF-8730-4C3D-B0C4-C06DF5BA6342}"/>
                  </a:ext>
                </a:extLst>
              </p:cNvPr>
              <p:cNvSpPr/>
              <p:nvPr/>
            </p:nvSpPr>
            <p:spPr>
              <a:xfrm>
                <a:off x="8014769" y="5477833"/>
                <a:ext cx="12735" cy="12729"/>
              </a:xfrm>
              <a:custGeom>
                <a:avLst/>
                <a:gdLst>
                  <a:gd name="connsiteX0" fmla="*/ 0 w 12734"/>
                  <a:gd name="connsiteY0" fmla="*/ 0 h 12728"/>
                  <a:gd name="connsiteX1" fmla="*/ 15067 w 12734"/>
                  <a:gd name="connsiteY1" fmla="*/ 0 h 12728"/>
                  <a:gd name="connsiteX2" fmla="*/ 15067 w 12734"/>
                  <a:gd name="connsiteY2" fmla="*/ 15077 h 12728"/>
                  <a:gd name="connsiteX3" fmla="*/ 0 w 12734"/>
                  <a:gd name="connsiteY3" fmla="*/ 15077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0" y="0"/>
                    </a:moveTo>
                    <a:lnTo>
                      <a:pt x="15067" y="0"/>
                    </a:lnTo>
                    <a:lnTo>
                      <a:pt x="15067" y="15077"/>
                    </a:lnTo>
                    <a:lnTo>
                      <a:pt x="0" y="15077"/>
                    </a:lnTo>
                    <a:close/>
                  </a:path>
                </a:pathLst>
              </a:custGeom>
              <a:solidFill>
                <a:srgbClr val="8C8663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91" name="자유형: 도형 2390">
                <a:extLst>
                  <a:ext uri="{FF2B5EF4-FFF2-40B4-BE49-F238E27FC236}">
                    <a16:creationId xmlns:a16="http://schemas.microsoft.com/office/drawing/2014/main" id="{46B7EB0F-3BAD-4610-BB13-9115AEE6E692}"/>
                  </a:ext>
                </a:extLst>
              </p:cNvPr>
              <p:cNvSpPr/>
              <p:nvPr/>
            </p:nvSpPr>
            <p:spPr>
              <a:xfrm>
                <a:off x="8009100" y="5470753"/>
                <a:ext cx="12735" cy="25458"/>
              </a:xfrm>
              <a:custGeom>
                <a:avLst/>
                <a:gdLst>
                  <a:gd name="connsiteX0" fmla="*/ 0 w 0"/>
                  <a:gd name="connsiteY0" fmla="*/ 29261 h 25457"/>
                  <a:gd name="connsiteX1" fmla="*/ 7101 w 0"/>
                  <a:gd name="connsiteY1" fmla="*/ 22130 h 25457"/>
                  <a:gd name="connsiteX2" fmla="*/ 7101 w 0"/>
                  <a:gd name="connsiteY2" fmla="*/ 7117 h 25457"/>
                  <a:gd name="connsiteX3" fmla="*/ 0 w 0"/>
                  <a:gd name="connsiteY3" fmla="*/ 0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9261"/>
                    </a:moveTo>
                    <a:lnTo>
                      <a:pt x="7101" y="22130"/>
                    </a:lnTo>
                    <a:lnTo>
                      <a:pt x="7101" y="71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92" name="자유형: 도형 2391">
                <a:extLst>
                  <a:ext uri="{FF2B5EF4-FFF2-40B4-BE49-F238E27FC236}">
                    <a16:creationId xmlns:a16="http://schemas.microsoft.com/office/drawing/2014/main" id="{FFA8450A-0552-4DBC-B0EE-A3051613E331}"/>
                  </a:ext>
                </a:extLst>
              </p:cNvPr>
              <p:cNvSpPr/>
              <p:nvPr/>
            </p:nvSpPr>
            <p:spPr>
              <a:xfrm>
                <a:off x="8009100" y="5470753"/>
                <a:ext cx="25469" cy="12729"/>
              </a:xfrm>
              <a:custGeom>
                <a:avLst/>
                <a:gdLst>
                  <a:gd name="connsiteX0" fmla="*/ 22194 w 25469"/>
                  <a:gd name="connsiteY0" fmla="*/ 7117 h 0"/>
                  <a:gd name="connsiteX1" fmla="*/ 7101 w 25469"/>
                  <a:gd name="connsiteY1" fmla="*/ 7117 h 0"/>
                  <a:gd name="connsiteX2" fmla="*/ 0 w 25469"/>
                  <a:gd name="connsiteY2" fmla="*/ 0 h 0"/>
                  <a:gd name="connsiteX3" fmla="*/ 29281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194" y="7117"/>
                    </a:moveTo>
                    <a:lnTo>
                      <a:pt x="7101" y="7117"/>
                    </a:lnTo>
                    <a:lnTo>
                      <a:pt x="0" y="0"/>
                    </a:lnTo>
                    <a:lnTo>
                      <a:pt x="29281" y="0"/>
                    </a:lnTo>
                    <a:close/>
                  </a:path>
                </a:pathLst>
              </a:custGeom>
              <a:solidFill>
                <a:srgbClr val="80795B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93" name="자유형: 도형 2392">
                <a:extLst>
                  <a:ext uri="{FF2B5EF4-FFF2-40B4-BE49-F238E27FC236}">
                    <a16:creationId xmlns:a16="http://schemas.microsoft.com/office/drawing/2014/main" id="{CBD309DC-869E-4BBC-9880-F04A55C6F837}"/>
                  </a:ext>
                </a:extLst>
              </p:cNvPr>
              <p:cNvSpPr/>
              <p:nvPr/>
            </p:nvSpPr>
            <p:spPr>
              <a:xfrm>
                <a:off x="8031295" y="5470753"/>
                <a:ext cx="12735" cy="25458"/>
              </a:xfrm>
              <a:custGeom>
                <a:avLst/>
                <a:gdLst>
                  <a:gd name="connsiteX0" fmla="*/ 0 w 0"/>
                  <a:gd name="connsiteY0" fmla="*/ 22130 h 25457"/>
                  <a:gd name="connsiteX1" fmla="*/ 0 w 0"/>
                  <a:gd name="connsiteY1" fmla="*/ 7117 h 25457"/>
                  <a:gd name="connsiteX2" fmla="*/ 7087 w 0"/>
                  <a:gd name="connsiteY2" fmla="*/ 0 h 25457"/>
                  <a:gd name="connsiteX3" fmla="*/ 7087 w 0"/>
                  <a:gd name="connsiteY3" fmla="*/ 29261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2130"/>
                    </a:moveTo>
                    <a:lnTo>
                      <a:pt x="0" y="7117"/>
                    </a:lnTo>
                    <a:lnTo>
                      <a:pt x="7087" y="0"/>
                    </a:lnTo>
                    <a:lnTo>
                      <a:pt x="7087" y="29261"/>
                    </a:lnTo>
                    <a:close/>
                  </a:path>
                </a:pathLst>
              </a:custGeom>
              <a:solidFill>
                <a:srgbClr val="5E5B43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94" name="자유형: 도형 2393">
                <a:extLst>
                  <a:ext uri="{FF2B5EF4-FFF2-40B4-BE49-F238E27FC236}">
                    <a16:creationId xmlns:a16="http://schemas.microsoft.com/office/drawing/2014/main" id="{4CFED11C-24A3-454E-B084-B60E9A84B47B}"/>
                  </a:ext>
                </a:extLst>
              </p:cNvPr>
              <p:cNvSpPr/>
              <p:nvPr/>
            </p:nvSpPr>
            <p:spPr>
              <a:xfrm>
                <a:off x="8009100" y="5492884"/>
                <a:ext cx="25469" cy="12729"/>
              </a:xfrm>
              <a:custGeom>
                <a:avLst/>
                <a:gdLst>
                  <a:gd name="connsiteX0" fmla="*/ 0 w 25469"/>
                  <a:gd name="connsiteY0" fmla="*/ 7130 h 0"/>
                  <a:gd name="connsiteX1" fmla="*/ 7101 w 25469"/>
                  <a:gd name="connsiteY1" fmla="*/ 0 h 0"/>
                  <a:gd name="connsiteX2" fmla="*/ 22194 w 25469"/>
                  <a:gd name="connsiteY2" fmla="*/ 0 h 0"/>
                  <a:gd name="connsiteX3" fmla="*/ 29281 w 25469"/>
                  <a:gd name="connsiteY3" fmla="*/ 713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0" y="7130"/>
                    </a:moveTo>
                    <a:lnTo>
                      <a:pt x="7101" y="0"/>
                    </a:lnTo>
                    <a:lnTo>
                      <a:pt x="22194" y="0"/>
                    </a:lnTo>
                    <a:lnTo>
                      <a:pt x="29281" y="7130"/>
                    </a:lnTo>
                    <a:close/>
                  </a:path>
                </a:pathLst>
              </a:custGeom>
              <a:solidFill>
                <a:srgbClr val="9A916C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95" name="자유형: 도형 2394">
                <a:extLst>
                  <a:ext uri="{FF2B5EF4-FFF2-40B4-BE49-F238E27FC236}">
                    <a16:creationId xmlns:a16="http://schemas.microsoft.com/office/drawing/2014/main" id="{390A9471-9A44-46EB-9D52-EB028793E976}"/>
                  </a:ext>
                </a:extLst>
              </p:cNvPr>
              <p:cNvSpPr/>
              <p:nvPr/>
            </p:nvSpPr>
            <p:spPr>
              <a:xfrm>
                <a:off x="8069637" y="5349464"/>
                <a:ext cx="89142" cy="178204"/>
              </a:xfrm>
              <a:custGeom>
                <a:avLst/>
                <a:gdLst>
                  <a:gd name="connsiteX0" fmla="*/ 0 w 89141"/>
                  <a:gd name="connsiteY0" fmla="*/ 19248 h 178204"/>
                  <a:gd name="connsiteX1" fmla="*/ 0 w 89141"/>
                  <a:gd name="connsiteY1" fmla="*/ 69338 h 178204"/>
                  <a:gd name="connsiteX2" fmla="*/ 0 w 89141"/>
                  <a:gd name="connsiteY2" fmla="*/ 111889 h 178204"/>
                  <a:gd name="connsiteX3" fmla="*/ 0 w 89141"/>
                  <a:gd name="connsiteY3" fmla="*/ 161992 h 178204"/>
                  <a:gd name="connsiteX4" fmla="*/ 19937 w 89141"/>
                  <a:gd name="connsiteY4" fmla="*/ 181226 h 178204"/>
                  <a:gd name="connsiteX5" fmla="*/ 71830 w 89141"/>
                  <a:gd name="connsiteY5" fmla="*/ 181226 h 178204"/>
                  <a:gd name="connsiteX6" fmla="*/ 91767 w 89141"/>
                  <a:gd name="connsiteY6" fmla="*/ 161992 h 178204"/>
                  <a:gd name="connsiteX7" fmla="*/ 91767 w 89141"/>
                  <a:gd name="connsiteY7" fmla="*/ 111889 h 178204"/>
                  <a:gd name="connsiteX8" fmla="*/ 91767 w 89141"/>
                  <a:gd name="connsiteY8" fmla="*/ 69338 h 178204"/>
                  <a:gd name="connsiteX9" fmla="*/ 91767 w 89141"/>
                  <a:gd name="connsiteY9" fmla="*/ 19248 h 178204"/>
                  <a:gd name="connsiteX10" fmla="*/ 71830 w 89141"/>
                  <a:gd name="connsiteY10" fmla="*/ 0 h 178204"/>
                  <a:gd name="connsiteX11" fmla="*/ 19937 w 89141"/>
                  <a:gd name="connsiteY11" fmla="*/ 0 h 178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9141" h="178204">
                    <a:moveTo>
                      <a:pt x="0" y="19248"/>
                    </a:moveTo>
                    <a:lnTo>
                      <a:pt x="0" y="69338"/>
                    </a:lnTo>
                    <a:lnTo>
                      <a:pt x="0" y="111889"/>
                    </a:lnTo>
                    <a:lnTo>
                      <a:pt x="0" y="161992"/>
                    </a:lnTo>
                    <a:lnTo>
                      <a:pt x="19937" y="181226"/>
                    </a:lnTo>
                    <a:lnTo>
                      <a:pt x="71830" y="181226"/>
                    </a:lnTo>
                    <a:lnTo>
                      <a:pt x="91767" y="161992"/>
                    </a:lnTo>
                    <a:lnTo>
                      <a:pt x="91767" y="111889"/>
                    </a:lnTo>
                    <a:lnTo>
                      <a:pt x="91767" y="69338"/>
                    </a:lnTo>
                    <a:lnTo>
                      <a:pt x="91767" y="19248"/>
                    </a:lnTo>
                    <a:lnTo>
                      <a:pt x="71830" y="0"/>
                    </a:lnTo>
                    <a:lnTo>
                      <a:pt x="19937" y="0"/>
                    </a:lnTo>
                    <a:close/>
                  </a:path>
                </a:pathLst>
              </a:custGeom>
              <a:solidFill>
                <a:srgbClr val="404040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96" name="자유형: 도형 2395">
                <a:extLst>
                  <a:ext uri="{FF2B5EF4-FFF2-40B4-BE49-F238E27FC236}">
                    <a16:creationId xmlns:a16="http://schemas.microsoft.com/office/drawing/2014/main" id="{32BC1C71-809E-4641-8EEB-54BF0B2CD9E5}"/>
                  </a:ext>
                </a:extLst>
              </p:cNvPr>
              <p:cNvSpPr/>
              <p:nvPr/>
            </p:nvSpPr>
            <p:spPr>
              <a:xfrm>
                <a:off x="8069637" y="5349464"/>
                <a:ext cx="89142" cy="178204"/>
              </a:xfrm>
              <a:custGeom>
                <a:avLst/>
                <a:gdLst>
                  <a:gd name="connsiteX0" fmla="*/ 0 w 89141"/>
                  <a:gd name="connsiteY0" fmla="*/ 19248 h 178204"/>
                  <a:gd name="connsiteX1" fmla="*/ 0 w 89141"/>
                  <a:gd name="connsiteY1" fmla="*/ 69338 h 178204"/>
                  <a:gd name="connsiteX2" fmla="*/ 0 w 89141"/>
                  <a:gd name="connsiteY2" fmla="*/ 111889 h 178204"/>
                  <a:gd name="connsiteX3" fmla="*/ 0 w 89141"/>
                  <a:gd name="connsiteY3" fmla="*/ 161992 h 178204"/>
                  <a:gd name="connsiteX4" fmla="*/ 19937 w 89141"/>
                  <a:gd name="connsiteY4" fmla="*/ 181226 h 178204"/>
                  <a:gd name="connsiteX5" fmla="*/ 71830 w 89141"/>
                  <a:gd name="connsiteY5" fmla="*/ 181226 h 178204"/>
                  <a:gd name="connsiteX6" fmla="*/ 91767 w 89141"/>
                  <a:gd name="connsiteY6" fmla="*/ 161992 h 178204"/>
                  <a:gd name="connsiteX7" fmla="*/ 91767 w 89141"/>
                  <a:gd name="connsiteY7" fmla="*/ 111889 h 178204"/>
                  <a:gd name="connsiteX8" fmla="*/ 91767 w 89141"/>
                  <a:gd name="connsiteY8" fmla="*/ 69338 h 178204"/>
                  <a:gd name="connsiteX9" fmla="*/ 91767 w 89141"/>
                  <a:gd name="connsiteY9" fmla="*/ 19248 h 178204"/>
                  <a:gd name="connsiteX10" fmla="*/ 71830 w 89141"/>
                  <a:gd name="connsiteY10" fmla="*/ 0 h 178204"/>
                  <a:gd name="connsiteX11" fmla="*/ 19937 w 89141"/>
                  <a:gd name="connsiteY11" fmla="*/ 0 h 178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9141" h="178204">
                    <a:moveTo>
                      <a:pt x="0" y="19248"/>
                    </a:moveTo>
                    <a:lnTo>
                      <a:pt x="0" y="69338"/>
                    </a:lnTo>
                    <a:lnTo>
                      <a:pt x="0" y="111889"/>
                    </a:lnTo>
                    <a:lnTo>
                      <a:pt x="0" y="161992"/>
                    </a:lnTo>
                    <a:lnTo>
                      <a:pt x="19937" y="181226"/>
                    </a:lnTo>
                    <a:lnTo>
                      <a:pt x="71830" y="181226"/>
                    </a:lnTo>
                    <a:lnTo>
                      <a:pt x="91767" y="161992"/>
                    </a:lnTo>
                    <a:lnTo>
                      <a:pt x="91767" y="111889"/>
                    </a:lnTo>
                    <a:lnTo>
                      <a:pt x="91767" y="69338"/>
                    </a:lnTo>
                    <a:lnTo>
                      <a:pt x="91767" y="19248"/>
                    </a:lnTo>
                    <a:lnTo>
                      <a:pt x="71830" y="0"/>
                    </a:lnTo>
                    <a:lnTo>
                      <a:pt x="19937" y="0"/>
                    </a:lnTo>
                    <a:close/>
                  </a:path>
                </a:pathLst>
              </a:custGeom>
              <a:solidFill>
                <a:srgbClr val="404040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97" name="자유형: 도형 2396">
                <a:extLst>
                  <a:ext uri="{FF2B5EF4-FFF2-40B4-BE49-F238E27FC236}">
                    <a16:creationId xmlns:a16="http://schemas.microsoft.com/office/drawing/2014/main" id="{30D24424-3667-42B6-83FE-B186CD3782D1}"/>
                  </a:ext>
                </a:extLst>
              </p:cNvPr>
              <p:cNvSpPr/>
              <p:nvPr/>
            </p:nvSpPr>
            <p:spPr>
              <a:xfrm>
                <a:off x="8106457" y="5386466"/>
                <a:ext cx="12735" cy="12729"/>
              </a:xfrm>
              <a:custGeom>
                <a:avLst/>
                <a:gdLst>
                  <a:gd name="connsiteX0" fmla="*/ 0 w 12734"/>
                  <a:gd name="connsiteY0" fmla="*/ 0 h 12728"/>
                  <a:gd name="connsiteX1" fmla="*/ 15067 w 12734"/>
                  <a:gd name="connsiteY1" fmla="*/ 0 h 12728"/>
                  <a:gd name="connsiteX2" fmla="*/ 15067 w 12734"/>
                  <a:gd name="connsiteY2" fmla="*/ 15064 h 12728"/>
                  <a:gd name="connsiteX3" fmla="*/ 0 w 12734"/>
                  <a:gd name="connsiteY3" fmla="*/ 15064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0" y="0"/>
                    </a:moveTo>
                    <a:lnTo>
                      <a:pt x="15067" y="0"/>
                    </a:lnTo>
                    <a:lnTo>
                      <a:pt x="15067" y="15064"/>
                    </a:lnTo>
                    <a:lnTo>
                      <a:pt x="0" y="15064"/>
                    </a:lnTo>
                    <a:close/>
                  </a:path>
                </a:pathLst>
              </a:custGeom>
              <a:solidFill>
                <a:srgbClr val="8C8663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98" name="자유형: 도형 2397">
                <a:extLst>
                  <a:ext uri="{FF2B5EF4-FFF2-40B4-BE49-F238E27FC236}">
                    <a16:creationId xmlns:a16="http://schemas.microsoft.com/office/drawing/2014/main" id="{9C8B29D1-16FA-49B4-AD36-2C296580CE4A}"/>
                  </a:ext>
                </a:extLst>
              </p:cNvPr>
              <p:cNvSpPr/>
              <p:nvPr/>
            </p:nvSpPr>
            <p:spPr>
              <a:xfrm>
                <a:off x="8100880" y="5379056"/>
                <a:ext cx="12735" cy="25458"/>
              </a:xfrm>
              <a:custGeom>
                <a:avLst/>
                <a:gdLst>
                  <a:gd name="connsiteX0" fmla="*/ 0 w 0"/>
                  <a:gd name="connsiteY0" fmla="*/ 29286 h 25457"/>
                  <a:gd name="connsiteX1" fmla="*/ 7114 w 0"/>
                  <a:gd name="connsiteY1" fmla="*/ 22143 h 25457"/>
                  <a:gd name="connsiteX2" fmla="*/ 7114 w 0"/>
                  <a:gd name="connsiteY2" fmla="*/ 7143 h 25457"/>
                  <a:gd name="connsiteX3" fmla="*/ 0 w 0"/>
                  <a:gd name="connsiteY3" fmla="*/ 0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9286"/>
                    </a:moveTo>
                    <a:lnTo>
                      <a:pt x="7114" y="22143"/>
                    </a:lnTo>
                    <a:lnTo>
                      <a:pt x="7114" y="714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99" name="자유형: 도형 2398">
                <a:extLst>
                  <a:ext uri="{FF2B5EF4-FFF2-40B4-BE49-F238E27FC236}">
                    <a16:creationId xmlns:a16="http://schemas.microsoft.com/office/drawing/2014/main" id="{9CA1309B-1B2A-4A5D-9AF2-B4D64A06F100}"/>
                  </a:ext>
                </a:extLst>
              </p:cNvPr>
              <p:cNvSpPr/>
              <p:nvPr/>
            </p:nvSpPr>
            <p:spPr>
              <a:xfrm>
                <a:off x="8100880" y="5379056"/>
                <a:ext cx="25469" cy="12729"/>
              </a:xfrm>
              <a:custGeom>
                <a:avLst/>
                <a:gdLst>
                  <a:gd name="connsiteX0" fmla="*/ 22194 w 25469"/>
                  <a:gd name="connsiteY0" fmla="*/ 7143 h 0"/>
                  <a:gd name="connsiteX1" fmla="*/ 7114 w 25469"/>
                  <a:gd name="connsiteY1" fmla="*/ 7143 h 0"/>
                  <a:gd name="connsiteX2" fmla="*/ 0 w 25469"/>
                  <a:gd name="connsiteY2" fmla="*/ 0 h 0"/>
                  <a:gd name="connsiteX3" fmla="*/ 29281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194" y="7143"/>
                    </a:moveTo>
                    <a:lnTo>
                      <a:pt x="7114" y="7143"/>
                    </a:lnTo>
                    <a:lnTo>
                      <a:pt x="0" y="0"/>
                    </a:lnTo>
                    <a:lnTo>
                      <a:pt x="29281" y="0"/>
                    </a:lnTo>
                    <a:close/>
                  </a:path>
                </a:pathLst>
              </a:custGeom>
              <a:solidFill>
                <a:srgbClr val="80795B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00" name="자유형: 도형 2399">
                <a:extLst>
                  <a:ext uri="{FF2B5EF4-FFF2-40B4-BE49-F238E27FC236}">
                    <a16:creationId xmlns:a16="http://schemas.microsoft.com/office/drawing/2014/main" id="{A2A9BDB7-7E47-48FF-8C32-9B8ADCE9F40C}"/>
                  </a:ext>
                </a:extLst>
              </p:cNvPr>
              <p:cNvSpPr/>
              <p:nvPr/>
            </p:nvSpPr>
            <p:spPr>
              <a:xfrm>
                <a:off x="8123074" y="5379056"/>
                <a:ext cx="12735" cy="25458"/>
              </a:xfrm>
              <a:custGeom>
                <a:avLst/>
                <a:gdLst>
                  <a:gd name="connsiteX0" fmla="*/ 0 w 0"/>
                  <a:gd name="connsiteY0" fmla="*/ 22143 h 25457"/>
                  <a:gd name="connsiteX1" fmla="*/ 0 w 0"/>
                  <a:gd name="connsiteY1" fmla="*/ 7143 h 25457"/>
                  <a:gd name="connsiteX2" fmla="*/ 7087 w 0"/>
                  <a:gd name="connsiteY2" fmla="*/ 0 h 25457"/>
                  <a:gd name="connsiteX3" fmla="*/ 7087 w 0"/>
                  <a:gd name="connsiteY3" fmla="*/ 29286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2143"/>
                    </a:moveTo>
                    <a:lnTo>
                      <a:pt x="0" y="7143"/>
                    </a:lnTo>
                    <a:lnTo>
                      <a:pt x="7087" y="0"/>
                    </a:lnTo>
                    <a:lnTo>
                      <a:pt x="7087" y="29286"/>
                    </a:lnTo>
                    <a:close/>
                  </a:path>
                </a:pathLst>
              </a:custGeom>
              <a:solidFill>
                <a:srgbClr val="5E5B43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01" name="자유형: 도형 2400">
                <a:extLst>
                  <a:ext uri="{FF2B5EF4-FFF2-40B4-BE49-F238E27FC236}">
                    <a16:creationId xmlns:a16="http://schemas.microsoft.com/office/drawing/2014/main" id="{22616E66-FE12-411B-B589-B1384905DB74}"/>
                  </a:ext>
                </a:extLst>
              </p:cNvPr>
              <p:cNvSpPr/>
              <p:nvPr/>
            </p:nvSpPr>
            <p:spPr>
              <a:xfrm>
                <a:off x="8100880" y="5401199"/>
                <a:ext cx="25469" cy="12729"/>
              </a:xfrm>
              <a:custGeom>
                <a:avLst/>
                <a:gdLst>
                  <a:gd name="connsiteX0" fmla="*/ 22194 w 25469"/>
                  <a:gd name="connsiteY0" fmla="*/ 0 h 0"/>
                  <a:gd name="connsiteX1" fmla="*/ 29281 w 25469"/>
                  <a:gd name="connsiteY1" fmla="*/ 7143 h 0"/>
                  <a:gd name="connsiteX2" fmla="*/ 0 w 25469"/>
                  <a:gd name="connsiteY2" fmla="*/ 7143 h 0"/>
                  <a:gd name="connsiteX3" fmla="*/ 7114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194" y="0"/>
                    </a:moveTo>
                    <a:lnTo>
                      <a:pt x="29281" y="7143"/>
                    </a:lnTo>
                    <a:lnTo>
                      <a:pt x="0" y="7143"/>
                    </a:lnTo>
                    <a:lnTo>
                      <a:pt x="7114" y="0"/>
                    </a:lnTo>
                    <a:close/>
                  </a:path>
                </a:pathLst>
              </a:custGeom>
              <a:solidFill>
                <a:srgbClr val="9A916C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02" name="자유형: 도형 2401">
                <a:extLst>
                  <a:ext uri="{FF2B5EF4-FFF2-40B4-BE49-F238E27FC236}">
                    <a16:creationId xmlns:a16="http://schemas.microsoft.com/office/drawing/2014/main" id="{B2A747BD-99BF-45CC-BC9C-2E44BE05F2DC}"/>
                  </a:ext>
                </a:extLst>
              </p:cNvPr>
              <p:cNvSpPr/>
              <p:nvPr/>
            </p:nvSpPr>
            <p:spPr>
              <a:xfrm>
                <a:off x="8106457" y="5477833"/>
                <a:ext cx="12735" cy="12729"/>
              </a:xfrm>
              <a:custGeom>
                <a:avLst/>
                <a:gdLst>
                  <a:gd name="connsiteX0" fmla="*/ 0 w 12734"/>
                  <a:gd name="connsiteY0" fmla="*/ 0 h 12728"/>
                  <a:gd name="connsiteX1" fmla="*/ 15067 w 12734"/>
                  <a:gd name="connsiteY1" fmla="*/ 0 h 12728"/>
                  <a:gd name="connsiteX2" fmla="*/ 15067 w 12734"/>
                  <a:gd name="connsiteY2" fmla="*/ 15077 h 12728"/>
                  <a:gd name="connsiteX3" fmla="*/ 0 w 12734"/>
                  <a:gd name="connsiteY3" fmla="*/ 15077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0" y="0"/>
                    </a:moveTo>
                    <a:lnTo>
                      <a:pt x="15067" y="0"/>
                    </a:lnTo>
                    <a:lnTo>
                      <a:pt x="15067" y="15077"/>
                    </a:lnTo>
                    <a:lnTo>
                      <a:pt x="0" y="15077"/>
                    </a:lnTo>
                    <a:close/>
                  </a:path>
                </a:pathLst>
              </a:custGeom>
              <a:solidFill>
                <a:srgbClr val="8C8663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03" name="자유형: 도형 2402">
                <a:extLst>
                  <a:ext uri="{FF2B5EF4-FFF2-40B4-BE49-F238E27FC236}">
                    <a16:creationId xmlns:a16="http://schemas.microsoft.com/office/drawing/2014/main" id="{B2C42FDB-2A2A-4DC9-ACB9-5663137DCAB1}"/>
                  </a:ext>
                </a:extLst>
              </p:cNvPr>
              <p:cNvSpPr/>
              <p:nvPr/>
            </p:nvSpPr>
            <p:spPr>
              <a:xfrm>
                <a:off x="8100880" y="5470753"/>
                <a:ext cx="12735" cy="25458"/>
              </a:xfrm>
              <a:custGeom>
                <a:avLst/>
                <a:gdLst>
                  <a:gd name="connsiteX0" fmla="*/ 0 w 0"/>
                  <a:gd name="connsiteY0" fmla="*/ 29261 h 25457"/>
                  <a:gd name="connsiteX1" fmla="*/ 7114 w 0"/>
                  <a:gd name="connsiteY1" fmla="*/ 22130 h 25457"/>
                  <a:gd name="connsiteX2" fmla="*/ 7114 w 0"/>
                  <a:gd name="connsiteY2" fmla="*/ 7117 h 25457"/>
                  <a:gd name="connsiteX3" fmla="*/ 0 w 0"/>
                  <a:gd name="connsiteY3" fmla="*/ 0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9261"/>
                    </a:moveTo>
                    <a:lnTo>
                      <a:pt x="7114" y="22130"/>
                    </a:lnTo>
                    <a:lnTo>
                      <a:pt x="7114" y="71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04" name="자유형: 도형 2403">
                <a:extLst>
                  <a:ext uri="{FF2B5EF4-FFF2-40B4-BE49-F238E27FC236}">
                    <a16:creationId xmlns:a16="http://schemas.microsoft.com/office/drawing/2014/main" id="{F30CC31D-53AF-4CF1-887C-09372F8173A2}"/>
                  </a:ext>
                </a:extLst>
              </p:cNvPr>
              <p:cNvSpPr/>
              <p:nvPr/>
            </p:nvSpPr>
            <p:spPr>
              <a:xfrm>
                <a:off x="8100880" y="5470753"/>
                <a:ext cx="25469" cy="12729"/>
              </a:xfrm>
              <a:custGeom>
                <a:avLst/>
                <a:gdLst>
                  <a:gd name="connsiteX0" fmla="*/ 22194 w 25469"/>
                  <a:gd name="connsiteY0" fmla="*/ 7117 h 0"/>
                  <a:gd name="connsiteX1" fmla="*/ 7114 w 25469"/>
                  <a:gd name="connsiteY1" fmla="*/ 7117 h 0"/>
                  <a:gd name="connsiteX2" fmla="*/ 0 w 25469"/>
                  <a:gd name="connsiteY2" fmla="*/ 0 h 0"/>
                  <a:gd name="connsiteX3" fmla="*/ 29281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194" y="7117"/>
                    </a:moveTo>
                    <a:lnTo>
                      <a:pt x="7114" y="7117"/>
                    </a:lnTo>
                    <a:lnTo>
                      <a:pt x="0" y="0"/>
                    </a:lnTo>
                    <a:lnTo>
                      <a:pt x="29281" y="0"/>
                    </a:lnTo>
                    <a:close/>
                  </a:path>
                </a:pathLst>
              </a:custGeom>
              <a:solidFill>
                <a:srgbClr val="80795B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05" name="자유형: 도형 2404">
                <a:extLst>
                  <a:ext uri="{FF2B5EF4-FFF2-40B4-BE49-F238E27FC236}">
                    <a16:creationId xmlns:a16="http://schemas.microsoft.com/office/drawing/2014/main" id="{1D3574CA-6C39-4EAC-BD36-A8712DAF04A9}"/>
                  </a:ext>
                </a:extLst>
              </p:cNvPr>
              <p:cNvSpPr/>
              <p:nvPr/>
            </p:nvSpPr>
            <p:spPr>
              <a:xfrm>
                <a:off x="8123074" y="5470753"/>
                <a:ext cx="12735" cy="25458"/>
              </a:xfrm>
              <a:custGeom>
                <a:avLst/>
                <a:gdLst>
                  <a:gd name="connsiteX0" fmla="*/ 0 w 0"/>
                  <a:gd name="connsiteY0" fmla="*/ 22130 h 25457"/>
                  <a:gd name="connsiteX1" fmla="*/ 0 w 0"/>
                  <a:gd name="connsiteY1" fmla="*/ 7117 h 25457"/>
                  <a:gd name="connsiteX2" fmla="*/ 7087 w 0"/>
                  <a:gd name="connsiteY2" fmla="*/ 0 h 25457"/>
                  <a:gd name="connsiteX3" fmla="*/ 7087 w 0"/>
                  <a:gd name="connsiteY3" fmla="*/ 29261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2130"/>
                    </a:moveTo>
                    <a:lnTo>
                      <a:pt x="0" y="7117"/>
                    </a:lnTo>
                    <a:lnTo>
                      <a:pt x="7087" y="0"/>
                    </a:lnTo>
                    <a:lnTo>
                      <a:pt x="7087" y="29261"/>
                    </a:lnTo>
                    <a:close/>
                  </a:path>
                </a:pathLst>
              </a:custGeom>
              <a:solidFill>
                <a:srgbClr val="5E5B43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06" name="자유형: 도형 2405">
                <a:extLst>
                  <a:ext uri="{FF2B5EF4-FFF2-40B4-BE49-F238E27FC236}">
                    <a16:creationId xmlns:a16="http://schemas.microsoft.com/office/drawing/2014/main" id="{B9A9D69E-3702-4FA4-853F-EA31B78B5607}"/>
                  </a:ext>
                </a:extLst>
              </p:cNvPr>
              <p:cNvSpPr/>
              <p:nvPr/>
            </p:nvSpPr>
            <p:spPr>
              <a:xfrm>
                <a:off x="8100880" y="5492884"/>
                <a:ext cx="25469" cy="12729"/>
              </a:xfrm>
              <a:custGeom>
                <a:avLst/>
                <a:gdLst>
                  <a:gd name="connsiteX0" fmla="*/ 0 w 25469"/>
                  <a:gd name="connsiteY0" fmla="*/ 7130 h 0"/>
                  <a:gd name="connsiteX1" fmla="*/ 7114 w 25469"/>
                  <a:gd name="connsiteY1" fmla="*/ 0 h 0"/>
                  <a:gd name="connsiteX2" fmla="*/ 22194 w 25469"/>
                  <a:gd name="connsiteY2" fmla="*/ 0 h 0"/>
                  <a:gd name="connsiteX3" fmla="*/ 29281 w 25469"/>
                  <a:gd name="connsiteY3" fmla="*/ 713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0" y="7130"/>
                    </a:moveTo>
                    <a:lnTo>
                      <a:pt x="7114" y="0"/>
                    </a:lnTo>
                    <a:lnTo>
                      <a:pt x="22194" y="0"/>
                    </a:lnTo>
                    <a:lnTo>
                      <a:pt x="29281" y="7130"/>
                    </a:lnTo>
                    <a:close/>
                  </a:path>
                </a:pathLst>
              </a:custGeom>
              <a:solidFill>
                <a:srgbClr val="9A916C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07" name="자유형: 도형 2406">
                <a:extLst>
                  <a:ext uri="{FF2B5EF4-FFF2-40B4-BE49-F238E27FC236}">
                    <a16:creationId xmlns:a16="http://schemas.microsoft.com/office/drawing/2014/main" id="{E4314D5F-FF64-4F38-A7B8-6C52DBB6AE21}"/>
                  </a:ext>
                </a:extLst>
              </p:cNvPr>
              <p:cNvSpPr/>
              <p:nvPr/>
            </p:nvSpPr>
            <p:spPr>
              <a:xfrm>
                <a:off x="8161417" y="5349464"/>
                <a:ext cx="89142" cy="178204"/>
              </a:xfrm>
              <a:custGeom>
                <a:avLst/>
                <a:gdLst>
                  <a:gd name="connsiteX0" fmla="*/ 0 w 89141"/>
                  <a:gd name="connsiteY0" fmla="*/ 19248 h 178204"/>
                  <a:gd name="connsiteX1" fmla="*/ 0 w 89141"/>
                  <a:gd name="connsiteY1" fmla="*/ 69338 h 178204"/>
                  <a:gd name="connsiteX2" fmla="*/ 0 w 89141"/>
                  <a:gd name="connsiteY2" fmla="*/ 111889 h 178204"/>
                  <a:gd name="connsiteX3" fmla="*/ 0 w 89141"/>
                  <a:gd name="connsiteY3" fmla="*/ 161992 h 178204"/>
                  <a:gd name="connsiteX4" fmla="*/ 19937 w 89141"/>
                  <a:gd name="connsiteY4" fmla="*/ 181226 h 178204"/>
                  <a:gd name="connsiteX5" fmla="*/ 71830 w 89141"/>
                  <a:gd name="connsiteY5" fmla="*/ 181226 h 178204"/>
                  <a:gd name="connsiteX6" fmla="*/ 91767 w 89141"/>
                  <a:gd name="connsiteY6" fmla="*/ 161992 h 178204"/>
                  <a:gd name="connsiteX7" fmla="*/ 91767 w 89141"/>
                  <a:gd name="connsiteY7" fmla="*/ 111889 h 178204"/>
                  <a:gd name="connsiteX8" fmla="*/ 91767 w 89141"/>
                  <a:gd name="connsiteY8" fmla="*/ 69338 h 178204"/>
                  <a:gd name="connsiteX9" fmla="*/ 91767 w 89141"/>
                  <a:gd name="connsiteY9" fmla="*/ 19248 h 178204"/>
                  <a:gd name="connsiteX10" fmla="*/ 71830 w 89141"/>
                  <a:gd name="connsiteY10" fmla="*/ 0 h 178204"/>
                  <a:gd name="connsiteX11" fmla="*/ 19937 w 89141"/>
                  <a:gd name="connsiteY11" fmla="*/ 0 h 178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9141" h="178204">
                    <a:moveTo>
                      <a:pt x="0" y="19248"/>
                    </a:moveTo>
                    <a:lnTo>
                      <a:pt x="0" y="69338"/>
                    </a:lnTo>
                    <a:lnTo>
                      <a:pt x="0" y="111889"/>
                    </a:lnTo>
                    <a:lnTo>
                      <a:pt x="0" y="161992"/>
                    </a:lnTo>
                    <a:lnTo>
                      <a:pt x="19937" y="181226"/>
                    </a:lnTo>
                    <a:lnTo>
                      <a:pt x="71830" y="181226"/>
                    </a:lnTo>
                    <a:lnTo>
                      <a:pt x="91767" y="161992"/>
                    </a:lnTo>
                    <a:lnTo>
                      <a:pt x="91767" y="111889"/>
                    </a:lnTo>
                    <a:lnTo>
                      <a:pt x="91767" y="69338"/>
                    </a:lnTo>
                    <a:lnTo>
                      <a:pt x="91767" y="19248"/>
                    </a:lnTo>
                    <a:lnTo>
                      <a:pt x="71830" y="0"/>
                    </a:lnTo>
                    <a:lnTo>
                      <a:pt x="19937" y="0"/>
                    </a:lnTo>
                    <a:close/>
                  </a:path>
                </a:pathLst>
              </a:custGeom>
              <a:solidFill>
                <a:srgbClr val="404040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08" name="자유형: 도형 2407">
                <a:extLst>
                  <a:ext uri="{FF2B5EF4-FFF2-40B4-BE49-F238E27FC236}">
                    <a16:creationId xmlns:a16="http://schemas.microsoft.com/office/drawing/2014/main" id="{F83455EF-375C-4A4B-92C2-69AD99531139}"/>
                  </a:ext>
                </a:extLst>
              </p:cNvPr>
              <p:cNvSpPr/>
              <p:nvPr/>
            </p:nvSpPr>
            <p:spPr>
              <a:xfrm>
                <a:off x="8161417" y="5349464"/>
                <a:ext cx="89142" cy="178204"/>
              </a:xfrm>
              <a:custGeom>
                <a:avLst/>
                <a:gdLst>
                  <a:gd name="connsiteX0" fmla="*/ 0 w 89141"/>
                  <a:gd name="connsiteY0" fmla="*/ 19248 h 178204"/>
                  <a:gd name="connsiteX1" fmla="*/ 0 w 89141"/>
                  <a:gd name="connsiteY1" fmla="*/ 69338 h 178204"/>
                  <a:gd name="connsiteX2" fmla="*/ 0 w 89141"/>
                  <a:gd name="connsiteY2" fmla="*/ 111889 h 178204"/>
                  <a:gd name="connsiteX3" fmla="*/ 0 w 89141"/>
                  <a:gd name="connsiteY3" fmla="*/ 161992 h 178204"/>
                  <a:gd name="connsiteX4" fmla="*/ 19937 w 89141"/>
                  <a:gd name="connsiteY4" fmla="*/ 181226 h 178204"/>
                  <a:gd name="connsiteX5" fmla="*/ 71830 w 89141"/>
                  <a:gd name="connsiteY5" fmla="*/ 181226 h 178204"/>
                  <a:gd name="connsiteX6" fmla="*/ 91767 w 89141"/>
                  <a:gd name="connsiteY6" fmla="*/ 161992 h 178204"/>
                  <a:gd name="connsiteX7" fmla="*/ 91767 w 89141"/>
                  <a:gd name="connsiteY7" fmla="*/ 111889 h 178204"/>
                  <a:gd name="connsiteX8" fmla="*/ 91767 w 89141"/>
                  <a:gd name="connsiteY8" fmla="*/ 69338 h 178204"/>
                  <a:gd name="connsiteX9" fmla="*/ 91767 w 89141"/>
                  <a:gd name="connsiteY9" fmla="*/ 19248 h 178204"/>
                  <a:gd name="connsiteX10" fmla="*/ 71830 w 89141"/>
                  <a:gd name="connsiteY10" fmla="*/ 0 h 178204"/>
                  <a:gd name="connsiteX11" fmla="*/ 19937 w 89141"/>
                  <a:gd name="connsiteY11" fmla="*/ 0 h 178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9141" h="178204">
                    <a:moveTo>
                      <a:pt x="0" y="19248"/>
                    </a:moveTo>
                    <a:lnTo>
                      <a:pt x="0" y="69338"/>
                    </a:lnTo>
                    <a:lnTo>
                      <a:pt x="0" y="111889"/>
                    </a:lnTo>
                    <a:lnTo>
                      <a:pt x="0" y="161992"/>
                    </a:lnTo>
                    <a:lnTo>
                      <a:pt x="19937" y="181226"/>
                    </a:lnTo>
                    <a:lnTo>
                      <a:pt x="71830" y="181226"/>
                    </a:lnTo>
                    <a:lnTo>
                      <a:pt x="91767" y="161992"/>
                    </a:lnTo>
                    <a:lnTo>
                      <a:pt x="91767" y="111889"/>
                    </a:lnTo>
                    <a:lnTo>
                      <a:pt x="91767" y="69338"/>
                    </a:lnTo>
                    <a:lnTo>
                      <a:pt x="91767" y="19248"/>
                    </a:lnTo>
                    <a:lnTo>
                      <a:pt x="71830" y="0"/>
                    </a:lnTo>
                    <a:lnTo>
                      <a:pt x="19937" y="0"/>
                    </a:lnTo>
                    <a:close/>
                  </a:path>
                </a:pathLst>
              </a:custGeom>
              <a:solidFill>
                <a:srgbClr val="404040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09" name="자유형: 도형 2408">
                <a:extLst>
                  <a:ext uri="{FF2B5EF4-FFF2-40B4-BE49-F238E27FC236}">
                    <a16:creationId xmlns:a16="http://schemas.microsoft.com/office/drawing/2014/main" id="{DCCEA9F6-1614-4556-9358-2F05903FFCA2}"/>
                  </a:ext>
                </a:extLst>
              </p:cNvPr>
              <p:cNvSpPr/>
              <p:nvPr/>
            </p:nvSpPr>
            <p:spPr>
              <a:xfrm>
                <a:off x="8198145" y="5386466"/>
                <a:ext cx="12735" cy="12729"/>
              </a:xfrm>
              <a:custGeom>
                <a:avLst/>
                <a:gdLst>
                  <a:gd name="connsiteX0" fmla="*/ 0 w 12734"/>
                  <a:gd name="connsiteY0" fmla="*/ 0 h 12728"/>
                  <a:gd name="connsiteX1" fmla="*/ 15080 w 12734"/>
                  <a:gd name="connsiteY1" fmla="*/ 0 h 12728"/>
                  <a:gd name="connsiteX2" fmla="*/ 15080 w 12734"/>
                  <a:gd name="connsiteY2" fmla="*/ 15064 h 12728"/>
                  <a:gd name="connsiteX3" fmla="*/ 0 w 12734"/>
                  <a:gd name="connsiteY3" fmla="*/ 15064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0" y="0"/>
                    </a:moveTo>
                    <a:lnTo>
                      <a:pt x="15080" y="0"/>
                    </a:lnTo>
                    <a:lnTo>
                      <a:pt x="15080" y="15064"/>
                    </a:lnTo>
                    <a:lnTo>
                      <a:pt x="0" y="15064"/>
                    </a:lnTo>
                    <a:close/>
                  </a:path>
                </a:pathLst>
              </a:custGeom>
              <a:solidFill>
                <a:srgbClr val="8C8663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10" name="자유형: 도형 2409">
                <a:extLst>
                  <a:ext uri="{FF2B5EF4-FFF2-40B4-BE49-F238E27FC236}">
                    <a16:creationId xmlns:a16="http://schemas.microsoft.com/office/drawing/2014/main" id="{961ACA96-02AD-4FAF-B23A-FD07E58FC488}"/>
                  </a:ext>
                </a:extLst>
              </p:cNvPr>
              <p:cNvSpPr/>
              <p:nvPr/>
            </p:nvSpPr>
            <p:spPr>
              <a:xfrm>
                <a:off x="8192660" y="5379056"/>
                <a:ext cx="12735" cy="25458"/>
              </a:xfrm>
              <a:custGeom>
                <a:avLst/>
                <a:gdLst>
                  <a:gd name="connsiteX0" fmla="*/ 0 w 0"/>
                  <a:gd name="connsiteY0" fmla="*/ 29286 h 25457"/>
                  <a:gd name="connsiteX1" fmla="*/ 7114 w 0"/>
                  <a:gd name="connsiteY1" fmla="*/ 22143 h 25457"/>
                  <a:gd name="connsiteX2" fmla="*/ 7114 w 0"/>
                  <a:gd name="connsiteY2" fmla="*/ 7143 h 25457"/>
                  <a:gd name="connsiteX3" fmla="*/ 0 w 0"/>
                  <a:gd name="connsiteY3" fmla="*/ 0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9286"/>
                    </a:moveTo>
                    <a:lnTo>
                      <a:pt x="7114" y="22143"/>
                    </a:lnTo>
                    <a:lnTo>
                      <a:pt x="7114" y="714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11" name="자유형: 도형 2410">
                <a:extLst>
                  <a:ext uri="{FF2B5EF4-FFF2-40B4-BE49-F238E27FC236}">
                    <a16:creationId xmlns:a16="http://schemas.microsoft.com/office/drawing/2014/main" id="{888C068A-1D16-46EF-8321-8DC14A6DAD97}"/>
                  </a:ext>
                </a:extLst>
              </p:cNvPr>
              <p:cNvSpPr/>
              <p:nvPr/>
            </p:nvSpPr>
            <p:spPr>
              <a:xfrm>
                <a:off x="8195791" y="5379055"/>
                <a:ext cx="12735" cy="12729"/>
              </a:xfrm>
              <a:custGeom>
                <a:avLst/>
                <a:gdLst>
                  <a:gd name="connsiteX0" fmla="*/ 5590 w 12734"/>
                  <a:gd name="connsiteY0" fmla="*/ 5613 h 0"/>
                  <a:gd name="connsiteX1" fmla="*/ 0 w 12734"/>
                  <a:gd name="connsiteY1" fmla="*/ 0 h 0"/>
                  <a:gd name="connsiteX2" fmla="*/ 23009 w 12734"/>
                  <a:gd name="connsiteY2" fmla="*/ 0 h 0"/>
                  <a:gd name="connsiteX3" fmla="*/ 17440 w 12734"/>
                  <a:gd name="connsiteY3" fmla="*/ 5613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>
                    <a:moveTo>
                      <a:pt x="5590" y="5613"/>
                    </a:moveTo>
                    <a:lnTo>
                      <a:pt x="0" y="0"/>
                    </a:lnTo>
                    <a:lnTo>
                      <a:pt x="23009" y="0"/>
                    </a:lnTo>
                    <a:lnTo>
                      <a:pt x="17440" y="5613"/>
                    </a:lnTo>
                    <a:close/>
                  </a:path>
                </a:pathLst>
              </a:custGeom>
              <a:solidFill>
                <a:srgbClr val="80795B"/>
              </a:solidFill>
              <a:ln w="8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12" name="자유형: 도형 2411">
                <a:extLst>
                  <a:ext uri="{FF2B5EF4-FFF2-40B4-BE49-F238E27FC236}">
                    <a16:creationId xmlns:a16="http://schemas.microsoft.com/office/drawing/2014/main" id="{4841D7D6-8D49-480E-8B96-EEBDD8EED0A6}"/>
                  </a:ext>
                </a:extLst>
              </p:cNvPr>
              <p:cNvSpPr/>
              <p:nvPr/>
            </p:nvSpPr>
            <p:spPr>
              <a:xfrm>
                <a:off x="8214854" y="5379056"/>
                <a:ext cx="12735" cy="25458"/>
              </a:xfrm>
              <a:custGeom>
                <a:avLst/>
                <a:gdLst>
                  <a:gd name="connsiteX0" fmla="*/ 0 w 0"/>
                  <a:gd name="connsiteY0" fmla="*/ 22143 h 25457"/>
                  <a:gd name="connsiteX1" fmla="*/ 0 w 0"/>
                  <a:gd name="connsiteY1" fmla="*/ 7143 h 25457"/>
                  <a:gd name="connsiteX2" fmla="*/ 7087 w 0"/>
                  <a:gd name="connsiteY2" fmla="*/ 0 h 25457"/>
                  <a:gd name="connsiteX3" fmla="*/ 7087 w 0"/>
                  <a:gd name="connsiteY3" fmla="*/ 29286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2143"/>
                    </a:moveTo>
                    <a:lnTo>
                      <a:pt x="0" y="7143"/>
                    </a:lnTo>
                    <a:lnTo>
                      <a:pt x="7087" y="0"/>
                    </a:lnTo>
                    <a:lnTo>
                      <a:pt x="7087" y="29286"/>
                    </a:lnTo>
                    <a:close/>
                  </a:path>
                </a:pathLst>
              </a:custGeom>
              <a:solidFill>
                <a:srgbClr val="5E5B43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13" name="자유형: 도형 2412">
                <a:extLst>
                  <a:ext uri="{FF2B5EF4-FFF2-40B4-BE49-F238E27FC236}">
                    <a16:creationId xmlns:a16="http://schemas.microsoft.com/office/drawing/2014/main" id="{B30AD602-4D8C-4188-8633-CF157BA46F98}"/>
                  </a:ext>
                </a:extLst>
              </p:cNvPr>
              <p:cNvSpPr/>
              <p:nvPr/>
            </p:nvSpPr>
            <p:spPr>
              <a:xfrm>
                <a:off x="8192660" y="5401199"/>
                <a:ext cx="25469" cy="12729"/>
              </a:xfrm>
              <a:custGeom>
                <a:avLst/>
                <a:gdLst>
                  <a:gd name="connsiteX0" fmla="*/ 22194 w 25469"/>
                  <a:gd name="connsiteY0" fmla="*/ 0 h 0"/>
                  <a:gd name="connsiteX1" fmla="*/ 29281 w 25469"/>
                  <a:gd name="connsiteY1" fmla="*/ 7143 h 0"/>
                  <a:gd name="connsiteX2" fmla="*/ 0 w 25469"/>
                  <a:gd name="connsiteY2" fmla="*/ 7143 h 0"/>
                  <a:gd name="connsiteX3" fmla="*/ 7114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194" y="0"/>
                    </a:moveTo>
                    <a:lnTo>
                      <a:pt x="29281" y="7143"/>
                    </a:lnTo>
                    <a:lnTo>
                      <a:pt x="0" y="7143"/>
                    </a:lnTo>
                    <a:lnTo>
                      <a:pt x="7114" y="0"/>
                    </a:lnTo>
                    <a:close/>
                  </a:path>
                </a:pathLst>
              </a:custGeom>
              <a:solidFill>
                <a:srgbClr val="9A916C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14" name="자유형: 도형 2413">
                <a:extLst>
                  <a:ext uri="{FF2B5EF4-FFF2-40B4-BE49-F238E27FC236}">
                    <a16:creationId xmlns:a16="http://schemas.microsoft.com/office/drawing/2014/main" id="{9DF09228-8D5E-411E-953C-B9DE365CE752}"/>
                  </a:ext>
                </a:extLst>
              </p:cNvPr>
              <p:cNvSpPr/>
              <p:nvPr/>
            </p:nvSpPr>
            <p:spPr>
              <a:xfrm>
                <a:off x="8198145" y="5477833"/>
                <a:ext cx="12735" cy="12729"/>
              </a:xfrm>
              <a:custGeom>
                <a:avLst/>
                <a:gdLst>
                  <a:gd name="connsiteX0" fmla="*/ 0 w 12734"/>
                  <a:gd name="connsiteY0" fmla="*/ 0 h 12728"/>
                  <a:gd name="connsiteX1" fmla="*/ 15080 w 12734"/>
                  <a:gd name="connsiteY1" fmla="*/ 0 h 12728"/>
                  <a:gd name="connsiteX2" fmla="*/ 15080 w 12734"/>
                  <a:gd name="connsiteY2" fmla="*/ 15077 h 12728"/>
                  <a:gd name="connsiteX3" fmla="*/ 0 w 12734"/>
                  <a:gd name="connsiteY3" fmla="*/ 15077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0" y="0"/>
                    </a:moveTo>
                    <a:lnTo>
                      <a:pt x="15080" y="0"/>
                    </a:lnTo>
                    <a:lnTo>
                      <a:pt x="15080" y="15077"/>
                    </a:lnTo>
                    <a:lnTo>
                      <a:pt x="0" y="15077"/>
                    </a:lnTo>
                    <a:close/>
                  </a:path>
                </a:pathLst>
              </a:custGeom>
              <a:solidFill>
                <a:srgbClr val="8C8663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15" name="자유형: 도형 2414">
                <a:extLst>
                  <a:ext uri="{FF2B5EF4-FFF2-40B4-BE49-F238E27FC236}">
                    <a16:creationId xmlns:a16="http://schemas.microsoft.com/office/drawing/2014/main" id="{754D63DC-0C1E-4D34-802A-25EE1E5B5ED1}"/>
                  </a:ext>
                </a:extLst>
              </p:cNvPr>
              <p:cNvSpPr/>
              <p:nvPr/>
            </p:nvSpPr>
            <p:spPr>
              <a:xfrm>
                <a:off x="8192660" y="5470753"/>
                <a:ext cx="12735" cy="25458"/>
              </a:xfrm>
              <a:custGeom>
                <a:avLst/>
                <a:gdLst>
                  <a:gd name="connsiteX0" fmla="*/ 0 w 0"/>
                  <a:gd name="connsiteY0" fmla="*/ 29261 h 25457"/>
                  <a:gd name="connsiteX1" fmla="*/ 7114 w 0"/>
                  <a:gd name="connsiteY1" fmla="*/ 22130 h 25457"/>
                  <a:gd name="connsiteX2" fmla="*/ 7114 w 0"/>
                  <a:gd name="connsiteY2" fmla="*/ 7117 h 25457"/>
                  <a:gd name="connsiteX3" fmla="*/ 0 w 0"/>
                  <a:gd name="connsiteY3" fmla="*/ 0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9261"/>
                    </a:moveTo>
                    <a:lnTo>
                      <a:pt x="7114" y="22130"/>
                    </a:lnTo>
                    <a:lnTo>
                      <a:pt x="7114" y="71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16" name="자유형: 도형 2415">
                <a:extLst>
                  <a:ext uri="{FF2B5EF4-FFF2-40B4-BE49-F238E27FC236}">
                    <a16:creationId xmlns:a16="http://schemas.microsoft.com/office/drawing/2014/main" id="{3E085887-1A0B-4D85-8E90-50E2059DEA97}"/>
                  </a:ext>
                </a:extLst>
              </p:cNvPr>
              <p:cNvSpPr/>
              <p:nvPr/>
            </p:nvSpPr>
            <p:spPr>
              <a:xfrm>
                <a:off x="8192660" y="5470753"/>
                <a:ext cx="25469" cy="12729"/>
              </a:xfrm>
              <a:custGeom>
                <a:avLst/>
                <a:gdLst>
                  <a:gd name="connsiteX0" fmla="*/ 22194 w 25469"/>
                  <a:gd name="connsiteY0" fmla="*/ 7117 h 0"/>
                  <a:gd name="connsiteX1" fmla="*/ 7114 w 25469"/>
                  <a:gd name="connsiteY1" fmla="*/ 7117 h 0"/>
                  <a:gd name="connsiteX2" fmla="*/ 0 w 25469"/>
                  <a:gd name="connsiteY2" fmla="*/ 0 h 0"/>
                  <a:gd name="connsiteX3" fmla="*/ 29281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194" y="7117"/>
                    </a:moveTo>
                    <a:lnTo>
                      <a:pt x="7114" y="7117"/>
                    </a:lnTo>
                    <a:lnTo>
                      <a:pt x="0" y="0"/>
                    </a:lnTo>
                    <a:lnTo>
                      <a:pt x="29281" y="0"/>
                    </a:lnTo>
                    <a:close/>
                  </a:path>
                </a:pathLst>
              </a:custGeom>
              <a:solidFill>
                <a:srgbClr val="80795B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17" name="자유형: 도형 2416">
                <a:extLst>
                  <a:ext uri="{FF2B5EF4-FFF2-40B4-BE49-F238E27FC236}">
                    <a16:creationId xmlns:a16="http://schemas.microsoft.com/office/drawing/2014/main" id="{82832FDE-1F50-4A63-9911-CF31E1A61D30}"/>
                  </a:ext>
                </a:extLst>
              </p:cNvPr>
              <p:cNvSpPr/>
              <p:nvPr/>
            </p:nvSpPr>
            <p:spPr>
              <a:xfrm>
                <a:off x="8214854" y="5470753"/>
                <a:ext cx="12735" cy="25458"/>
              </a:xfrm>
              <a:custGeom>
                <a:avLst/>
                <a:gdLst>
                  <a:gd name="connsiteX0" fmla="*/ 0 w 0"/>
                  <a:gd name="connsiteY0" fmla="*/ 22130 h 25457"/>
                  <a:gd name="connsiteX1" fmla="*/ 0 w 0"/>
                  <a:gd name="connsiteY1" fmla="*/ 7117 h 25457"/>
                  <a:gd name="connsiteX2" fmla="*/ 7087 w 0"/>
                  <a:gd name="connsiteY2" fmla="*/ 0 h 25457"/>
                  <a:gd name="connsiteX3" fmla="*/ 7087 w 0"/>
                  <a:gd name="connsiteY3" fmla="*/ 29261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2130"/>
                    </a:moveTo>
                    <a:lnTo>
                      <a:pt x="0" y="7117"/>
                    </a:lnTo>
                    <a:lnTo>
                      <a:pt x="7087" y="0"/>
                    </a:lnTo>
                    <a:lnTo>
                      <a:pt x="7087" y="29261"/>
                    </a:lnTo>
                    <a:close/>
                  </a:path>
                </a:pathLst>
              </a:custGeom>
              <a:solidFill>
                <a:srgbClr val="5E5B43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18" name="자유형: 도형 2417">
                <a:extLst>
                  <a:ext uri="{FF2B5EF4-FFF2-40B4-BE49-F238E27FC236}">
                    <a16:creationId xmlns:a16="http://schemas.microsoft.com/office/drawing/2014/main" id="{3502CEA0-DD06-45B5-9EF2-FA3E724E30D4}"/>
                  </a:ext>
                </a:extLst>
              </p:cNvPr>
              <p:cNvSpPr/>
              <p:nvPr/>
            </p:nvSpPr>
            <p:spPr>
              <a:xfrm>
                <a:off x="8192660" y="5492884"/>
                <a:ext cx="25469" cy="12729"/>
              </a:xfrm>
              <a:custGeom>
                <a:avLst/>
                <a:gdLst>
                  <a:gd name="connsiteX0" fmla="*/ 0 w 25469"/>
                  <a:gd name="connsiteY0" fmla="*/ 7130 h 0"/>
                  <a:gd name="connsiteX1" fmla="*/ 7114 w 25469"/>
                  <a:gd name="connsiteY1" fmla="*/ 0 h 0"/>
                  <a:gd name="connsiteX2" fmla="*/ 22194 w 25469"/>
                  <a:gd name="connsiteY2" fmla="*/ 0 h 0"/>
                  <a:gd name="connsiteX3" fmla="*/ 29281 w 25469"/>
                  <a:gd name="connsiteY3" fmla="*/ 713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0" y="7130"/>
                    </a:moveTo>
                    <a:lnTo>
                      <a:pt x="7114" y="0"/>
                    </a:lnTo>
                    <a:lnTo>
                      <a:pt x="22194" y="0"/>
                    </a:lnTo>
                    <a:lnTo>
                      <a:pt x="29281" y="7130"/>
                    </a:lnTo>
                    <a:close/>
                  </a:path>
                </a:pathLst>
              </a:custGeom>
              <a:solidFill>
                <a:srgbClr val="9A916C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19" name="자유형: 도형 2418">
                <a:extLst>
                  <a:ext uri="{FF2B5EF4-FFF2-40B4-BE49-F238E27FC236}">
                    <a16:creationId xmlns:a16="http://schemas.microsoft.com/office/drawing/2014/main" id="{37A5907C-906C-47C2-A3E2-CD20D0358E9E}"/>
                  </a:ext>
                </a:extLst>
              </p:cNvPr>
              <p:cNvSpPr/>
              <p:nvPr/>
            </p:nvSpPr>
            <p:spPr>
              <a:xfrm>
                <a:off x="8253184" y="5349464"/>
                <a:ext cx="89142" cy="178204"/>
              </a:xfrm>
              <a:custGeom>
                <a:avLst/>
                <a:gdLst>
                  <a:gd name="connsiteX0" fmla="*/ 0 w 89141"/>
                  <a:gd name="connsiteY0" fmla="*/ 19248 h 178204"/>
                  <a:gd name="connsiteX1" fmla="*/ 0 w 89141"/>
                  <a:gd name="connsiteY1" fmla="*/ 69338 h 178204"/>
                  <a:gd name="connsiteX2" fmla="*/ 0 w 89141"/>
                  <a:gd name="connsiteY2" fmla="*/ 111889 h 178204"/>
                  <a:gd name="connsiteX3" fmla="*/ 0 w 89141"/>
                  <a:gd name="connsiteY3" fmla="*/ 161992 h 178204"/>
                  <a:gd name="connsiteX4" fmla="*/ 19949 w 89141"/>
                  <a:gd name="connsiteY4" fmla="*/ 181226 h 178204"/>
                  <a:gd name="connsiteX5" fmla="*/ 71830 w 89141"/>
                  <a:gd name="connsiteY5" fmla="*/ 181226 h 178204"/>
                  <a:gd name="connsiteX6" fmla="*/ 91780 w 89141"/>
                  <a:gd name="connsiteY6" fmla="*/ 161992 h 178204"/>
                  <a:gd name="connsiteX7" fmla="*/ 91780 w 89141"/>
                  <a:gd name="connsiteY7" fmla="*/ 111889 h 178204"/>
                  <a:gd name="connsiteX8" fmla="*/ 91780 w 89141"/>
                  <a:gd name="connsiteY8" fmla="*/ 69338 h 178204"/>
                  <a:gd name="connsiteX9" fmla="*/ 91780 w 89141"/>
                  <a:gd name="connsiteY9" fmla="*/ 19248 h 178204"/>
                  <a:gd name="connsiteX10" fmla="*/ 71830 w 89141"/>
                  <a:gd name="connsiteY10" fmla="*/ 0 h 178204"/>
                  <a:gd name="connsiteX11" fmla="*/ 19949 w 89141"/>
                  <a:gd name="connsiteY11" fmla="*/ 0 h 178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9141" h="178204">
                    <a:moveTo>
                      <a:pt x="0" y="19248"/>
                    </a:moveTo>
                    <a:lnTo>
                      <a:pt x="0" y="69338"/>
                    </a:lnTo>
                    <a:lnTo>
                      <a:pt x="0" y="111889"/>
                    </a:lnTo>
                    <a:lnTo>
                      <a:pt x="0" y="161992"/>
                    </a:lnTo>
                    <a:lnTo>
                      <a:pt x="19949" y="181226"/>
                    </a:lnTo>
                    <a:lnTo>
                      <a:pt x="71830" y="181226"/>
                    </a:lnTo>
                    <a:lnTo>
                      <a:pt x="91780" y="161992"/>
                    </a:lnTo>
                    <a:lnTo>
                      <a:pt x="91780" y="111889"/>
                    </a:lnTo>
                    <a:lnTo>
                      <a:pt x="91780" y="69338"/>
                    </a:lnTo>
                    <a:lnTo>
                      <a:pt x="91780" y="19248"/>
                    </a:lnTo>
                    <a:lnTo>
                      <a:pt x="71830" y="0"/>
                    </a:lnTo>
                    <a:lnTo>
                      <a:pt x="19949" y="0"/>
                    </a:lnTo>
                    <a:close/>
                  </a:path>
                </a:pathLst>
              </a:custGeom>
              <a:solidFill>
                <a:srgbClr val="404040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20" name="자유형: 도형 2419">
                <a:extLst>
                  <a:ext uri="{FF2B5EF4-FFF2-40B4-BE49-F238E27FC236}">
                    <a16:creationId xmlns:a16="http://schemas.microsoft.com/office/drawing/2014/main" id="{7A6F054E-5ACE-4DF2-837E-D0B4F0C3C31A}"/>
                  </a:ext>
                </a:extLst>
              </p:cNvPr>
              <p:cNvSpPr/>
              <p:nvPr/>
            </p:nvSpPr>
            <p:spPr>
              <a:xfrm>
                <a:off x="8253184" y="5349464"/>
                <a:ext cx="89142" cy="178204"/>
              </a:xfrm>
              <a:custGeom>
                <a:avLst/>
                <a:gdLst>
                  <a:gd name="connsiteX0" fmla="*/ 0 w 89141"/>
                  <a:gd name="connsiteY0" fmla="*/ 19248 h 178204"/>
                  <a:gd name="connsiteX1" fmla="*/ 0 w 89141"/>
                  <a:gd name="connsiteY1" fmla="*/ 69338 h 178204"/>
                  <a:gd name="connsiteX2" fmla="*/ 0 w 89141"/>
                  <a:gd name="connsiteY2" fmla="*/ 111889 h 178204"/>
                  <a:gd name="connsiteX3" fmla="*/ 0 w 89141"/>
                  <a:gd name="connsiteY3" fmla="*/ 161992 h 178204"/>
                  <a:gd name="connsiteX4" fmla="*/ 19949 w 89141"/>
                  <a:gd name="connsiteY4" fmla="*/ 181226 h 178204"/>
                  <a:gd name="connsiteX5" fmla="*/ 71830 w 89141"/>
                  <a:gd name="connsiteY5" fmla="*/ 181226 h 178204"/>
                  <a:gd name="connsiteX6" fmla="*/ 91780 w 89141"/>
                  <a:gd name="connsiteY6" fmla="*/ 161992 h 178204"/>
                  <a:gd name="connsiteX7" fmla="*/ 91780 w 89141"/>
                  <a:gd name="connsiteY7" fmla="*/ 111889 h 178204"/>
                  <a:gd name="connsiteX8" fmla="*/ 91780 w 89141"/>
                  <a:gd name="connsiteY8" fmla="*/ 69338 h 178204"/>
                  <a:gd name="connsiteX9" fmla="*/ 91780 w 89141"/>
                  <a:gd name="connsiteY9" fmla="*/ 19248 h 178204"/>
                  <a:gd name="connsiteX10" fmla="*/ 71830 w 89141"/>
                  <a:gd name="connsiteY10" fmla="*/ 0 h 178204"/>
                  <a:gd name="connsiteX11" fmla="*/ 19949 w 89141"/>
                  <a:gd name="connsiteY11" fmla="*/ 0 h 178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9141" h="178204">
                    <a:moveTo>
                      <a:pt x="0" y="19248"/>
                    </a:moveTo>
                    <a:lnTo>
                      <a:pt x="0" y="69338"/>
                    </a:lnTo>
                    <a:lnTo>
                      <a:pt x="0" y="111889"/>
                    </a:lnTo>
                    <a:lnTo>
                      <a:pt x="0" y="161992"/>
                    </a:lnTo>
                    <a:lnTo>
                      <a:pt x="19949" y="181226"/>
                    </a:lnTo>
                    <a:lnTo>
                      <a:pt x="71830" y="181226"/>
                    </a:lnTo>
                    <a:lnTo>
                      <a:pt x="91780" y="161992"/>
                    </a:lnTo>
                    <a:lnTo>
                      <a:pt x="91780" y="111889"/>
                    </a:lnTo>
                    <a:lnTo>
                      <a:pt x="91780" y="69338"/>
                    </a:lnTo>
                    <a:lnTo>
                      <a:pt x="91780" y="19248"/>
                    </a:lnTo>
                    <a:lnTo>
                      <a:pt x="71830" y="0"/>
                    </a:lnTo>
                    <a:lnTo>
                      <a:pt x="19949" y="0"/>
                    </a:lnTo>
                    <a:close/>
                  </a:path>
                </a:pathLst>
              </a:custGeom>
              <a:solidFill>
                <a:srgbClr val="404040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21" name="자유형: 도형 2420">
                <a:extLst>
                  <a:ext uri="{FF2B5EF4-FFF2-40B4-BE49-F238E27FC236}">
                    <a16:creationId xmlns:a16="http://schemas.microsoft.com/office/drawing/2014/main" id="{8B308B39-05D8-4680-8D89-F5BE0EFC22AF}"/>
                  </a:ext>
                </a:extLst>
              </p:cNvPr>
              <p:cNvSpPr/>
              <p:nvPr/>
            </p:nvSpPr>
            <p:spPr>
              <a:xfrm>
                <a:off x="8289834" y="5386466"/>
                <a:ext cx="12735" cy="12729"/>
              </a:xfrm>
              <a:custGeom>
                <a:avLst/>
                <a:gdLst>
                  <a:gd name="connsiteX0" fmla="*/ 0 w 12734"/>
                  <a:gd name="connsiteY0" fmla="*/ 0 h 12728"/>
                  <a:gd name="connsiteX1" fmla="*/ 15067 w 12734"/>
                  <a:gd name="connsiteY1" fmla="*/ 0 h 12728"/>
                  <a:gd name="connsiteX2" fmla="*/ 15067 w 12734"/>
                  <a:gd name="connsiteY2" fmla="*/ 15064 h 12728"/>
                  <a:gd name="connsiteX3" fmla="*/ 0 w 12734"/>
                  <a:gd name="connsiteY3" fmla="*/ 15064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0" y="0"/>
                    </a:moveTo>
                    <a:lnTo>
                      <a:pt x="15067" y="0"/>
                    </a:lnTo>
                    <a:lnTo>
                      <a:pt x="15067" y="15064"/>
                    </a:lnTo>
                    <a:lnTo>
                      <a:pt x="0" y="15064"/>
                    </a:lnTo>
                    <a:close/>
                  </a:path>
                </a:pathLst>
              </a:custGeom>
              <a:solidFill>
                <a:srgbClr val="8C8663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22" name="자유형: 도형 2421">
                <a:extLst>
                  <a:ext uri="{FF2B5EF4-FFF2-40B4-BE49-F238E27FC236}">
                    <a16:creationId xmlns:a16="http://schemas.microsoft.com/office/drawing/2014/main" id="{4EBD2151-C8C1-4D60-945F-46D803CBD49D}"/>
                  </a:ext>
                </a:extLst>
              </p:cNvPr>
              <p:cNvSpPr/>
              <p:nvPr/>
            </p:nvSpPr>
            <p:spPr>
              <a:xfrm>
                <a:off x="8284440" y="5379056"/>
                <a:ext cx="12735" cy="25458"/>
              </a:xfrm>
              <a:custGeom>
                <a:avLst/>
                <a:gdLst>
                  <a:gd name="connsiteX0" fmla="*/ 0 w 0"/>
                  <a:gd name="connsiteY0" fmla="*/ 29286 h 25457"/>
                  <a:gd name="connsiteX1" fmla="*/ 7113 w 0"/>
                  <a:gd name="connsiteY1" fmla="*/ 22143 h 25457"/>
                  <a:gd name="connsiteX2" fmla="*/ 7113 w 0"/>
                  <a:gd name="connsiteY2" fmla="*/ 7143 h 25457"/>
                  <a:gd name="connsiteX3" fmla="*/ 0 w 0"/>
                  <a:gd name="connsiteY3" fmla="*/ 0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9286"/>
                    </a:moveTo>
                    <a:lnTo>
                      <a:pt x="7113" y="22143"/>
                    </a:lnTo>
                    <a:lnTo>
                      <a:pt x="7113" y="714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23" name="자유형: 도형 2422">
                <a:extLst>
                  <a:ext uri="{FF2B5EF4-FFF2-40B4-BE49-F238E27FC236}">
                    <a16:creationId xmlns:a16="http://schemas.microsoft.com/office/drawing/2014/main" id="{95BAA21A-D0E9-4463-8F05-C28D964E47A5}"/>
                  </a:ext>
                </a:extLst>
              </p:cNvPr>
              <p:cNvSpPr/>
              <p:nvPr/>
            </p:nvSpPr>
            <p:spPr>
              <a:xfrm>
                <a:off x="8284440" y="5379056"/>
                <a:ext cx="25469" cy="12729"/>
              </a:xfrm>
              <a:custGeom>
                <a:avLst/>
                <a:gdLst>
                  <a:gd name="connsiteX0" fmla="*/ 22206 w 25469"/>
                  <a:gd name="connsiteY0" fmla="*/ 7143 h 0"/>
                  <a:gd name="connsiteX1" fmla="*/ 7113 w 25469"/>
                  <a:gd name="connsiteY1" fmla="*/ 7143 h 0"/>
                  <a:gd name="connsiteX2" fmla="*/ 0 w 25469"/>
                  <a:gd name="connsiteY2" fmla="*/ 0 h 0"/>
                  <a:gd name="connsiteX3" fmla="*/ 29281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206" y="7143"/>
                    </a:moveTo>
                    <a:lnTo>
                      <a:pt x="7113" y="7143"/>
                    </a:lnTo>
                    <a:lnTo>
                      <a:pt x="0" y="0"/>
                    </a:lnTo>
                    <a:lnTo>
                      <a:pt x="29281" y="0"/>
                    </a:lnTo>
                    <a:close/>
                  </a:path>
                </a:pathLst>
              </a:custGeom>
              <a:solidFill>
                <a:srgbClr val="80795B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24" name="자유형: 도형 2423">
                <a:extLst>
                  <a:ext uri="{FF2B5EF4-FFF2-40B4-BE49-F238E27FC236}">
                    <a16:creationId xmlns:a16="http://schemas.microsoft.com/office/drawing/2014/main" id="{3DCE52C9-283F-4241-8FA3-FF39DF394B12}"/>
                  </a:ext>
                </a:extLst>
              </p:cNvPr>
              <p:cNvSpPr/>
              <p:nvPr/>
            </p:nvSpPr>
            <p:spPr>
              <a:xfrm>
                <a:off x="8306646" y="5379056"/>
                <a:ext cx="12735" cy="25458"/>
              </a:xfrm>
              <a:custGeom>
                <a:avLst/>
                <a:gdLst>
                  <a:gd name="connsiteX0" fmla="*/ 0 w 0"/>
                  <a:gd name="connsiteY0" fmla="*/ 22143 h 25457"/>
                  <a:gd name="connsiteX1" fmla="*/ 0 w 0"/>
                  <a:gd name="connsiteY1" fmla="*/ 7143 h 25457"/>
                  <a:gd name="connsiteX2" fmla="*/ 7075 w 0"/>
                  <a:gd name="connsiteY2" fmla="*/ 0 h 25457"/>
                  <a:gd name="connsiteX3" fmla="*/ 7075 w 0"/>
                  <a:gd name="connsiteY3" fmla="*/ 29286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2143"/>
                    </a:moveTo>
                    <a:lnTo>
                      <a:pt x="0" y="7143"/>
                    </a:lnTo>
                    <a:lnTo>
                      <a:pt x="7075" y="0"/>
                    </a:lnTo>
                    <a:lnTo>
                      <a:pt x="7075" y="29286"/>
                    </a:lnTo>
                    <a:close/>
                  </a:path>
                </a:pathLst>
              </a:custGeom>
              <a:solidFill>
                <a:srgbClr val="5E5B43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25" name="자유형: 도형 2424">
                <a:extLst>
                  <a:ext uri="{FF2B5EF4-FFF2-40B4-BE49-F238E27FC236}">
                    <a16:creationId xmlns:a16="http://schemas.microsoft.com/office/drawing/2014/main" id="{8C9DE8F1-36A0-489C-8B7C-A44EB77B2B9C}"/>
                  </a:ext>
                </a:extLst>
              </p:cNvPr>
              <p:cNvSpPr/>
              <p:nvPr/>
            </p:nvSpPr>
            <p:spPr>
              <a:xfrm>
                <a:off x="8284440" y="5401199"/>
                <a:ext cx="25469" cy="12729"/>
              </a:xfrm>
              <a:custGeom>
                <a:avLst/>
                <a:gdLst>
                  <a:gd name="connsiteX0" fmla="*/ 22206 w 25469"/>
                  <a:gd name="connsiteY0" fmla="*/ 0 h 0"/>
                  <a:gd name="connsiteX1" fmla="*/ 29281 w 25469"/>
                  <a:gd name="connsiteY1" fmla="*/ 7143 h 0"/>
                  <a:gd name="connsiteX2" fmla="*/ 0 w 25469"/>
                  <a:gd name="connsiteY2" fmla="*/ 7143 h 0"/>
                  <a:gd name="connsiteX3" fmla="*/ 7113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206" y="0"/>
                    </a:moveTo>
                    <a:lnTo>
                      <a:pt x="29281" y="7143"/>
                    </a:lnTo>
                    <a:lnTo>
                      <a:pt x="0" y="7143"/>
                    </a:lnTo>
                    <a:lnTo>
                      <a:pt x="7113" y="0"/>
                    </a:lnTo>
                    <a:close/>
                  </a:path>
                </a:pathLst>
              </a:custGeom>
              <a:solidFill>
                <a:srgbClr val="9A916C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26" name="자유형: 도형 2425">
                <a:extLst>
                  <a:ext uri="{FF2B5EF4-FFF2-40B4-BE49-F238E27FC236}">
                    <a16:creationId xmlns:a16="http://schemas.microsoft.com/office/drawing/2014/main" id="{622CABBC-F6E9-4C20-B227-FEFBB71EBDB8}"/>
                  </a:ext>
                </a:extLst>
              </p:cNvPr>
              <p:cNvSpPr/>
              <p:nvPr/>
            </p:nvSpPr>
            <p:spPr>
              <a:xfrm>
                <a:off x="8289834" y="5477833"/>
                <a:ext cx="12735" cy="12729"/>
              </a:xfrm>
              <a:custGeom>
                <a:avLst/>
                <a:gdLst>
                  <a:gd name="connsiteX0" fmla="*/ 0 w 12734"/>
                  <a:gd name="connsiteY0" fmla="*/ 0 h 12728"/>
                  <a:gd name="connsiteX1" fmla="*/ 15067 w 12734"/>
                  <a:gd name="connsiteY1" fmla="*/ 0 h 12728"/>
                  <a:gd name="connsiteX2" fmla="*/ 15067 w 12734"/>
                  <a:gd name="connsiteY2" fmla="*/ 15077 h 12728"/>
                  <a:gd name="connsiteX3" fmla="*/ 0 w 12734"/>
                  <a:gd name="connsiteY3" fmla="*/ 15077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0" y="0"/>
                    </a:moveTo>
                    <a:lnTo>
                      <a:pt x="15067" y="0"/>
                    </a:lnTo>
                    <a:lnTo>
                      <a:pt x="15067" y="15077"/>
                    </a:lnTo>
                    <a:lnTo>
                      <a:pt x="0" y="15077"/>
                    </a:lnTo>
                    <a:close/>
                  </a:path>
                </a:pathLst>
              </a:custGeom>
              <a:solidFill>
                <a:srgbClr val="8C8663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27" name="자유형: 도형 2426">
                <a:extLst>
                  <a:ext uri="{FF2B5EF4-FFF2-40B4-BE49-F238E27FC236}">
                    <a16:creationId xmlns:a16="http://schemas.microsoft.com/office/drawing/2014/main" id="{AD7555F3-D341-4B59-B087-8AB223295C28}"/>
                  </a:ext>
                </a:extLst>
              </p:cNvPr>
              <p:cNvSpPr/>
              <p:nvPr/>
            </p:nvSpPr>
            <p:spPr>
              <a:xfrm>
                <a:off x="8284440" y="5470753"/>
                <a:ext cx="12735" cy="25458"/>
              </a:xfrm>
              <a:custGeom>
                <a:avLst/>
                <a:gdLst>
                  <a:gd name="connsiteX0" fmla="*/ 0 w 0"/>
                  <a:gd name="connsiteY0" fmla="*/ 29261 h 25457"/>
                  <a:gd name="connsiteX1" fmla="*/ 7113 w 0"/>
                  <a:gd name="connsiteY1" fmla="*/ 22130 h 25457"/>
                  <a:gd name="connsiteX2" fmla="*/ 7113 w 0"/>
                  <a:gd name="connsiteY2" fmla="*/ 7117 h 25457"/>
                  <a:gd name="connsiteX3" fmla="*/ 0 w 0"/>
                  <a:gd name="connsiteY3" fmla="*/ 0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9261"/>
                    </a:moveTo>
                    <a:lnTo>
                      <a:pt x="7113" y="22130"/>
                    </a:lnTo>
                    <a:lnTo>
                      <a:pt x="7113" y="71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28" name="자유형: 도형 2427">
                <a:extLst>
                  <a:ext uri="{FF2B5EF4-FFF2-40B4-BE49-F238E27FC236}">
                    <a16:creationId xmlns:a16="http://schemas.microsoft.com/office/drawing/2014/main" id="{529F6F44-A0A2-40C6-8354-7F89279FD9FA}"/>
                  </a:ext>
                </a:extLst>
              </p:cNvPr>
              <p:cNvSpPr/>
              <p:nvPr/>
            </p:nvSpPr>
            <p:spPr>
              <a:xfrm>
                <a:off x="8284440" y="5470753"/>
                <a:ext cx="25469" cy="12729"/>
              </a:xfrm>
              <a:custGeom>
                <a:avLst/>
                <a:gdLst>
                  <a:gd name="connsiteX0" fmla="*/ 22206 w 25469"/>
                  <a:gd name="connsiteY0" fmla="*/ 7117 h 0"/>
                  <a:gd name="connsiteX1" fmla="*/ 7113 w 25469"/>
                  <a:gd name="connsiteY1" fmla="*/ 7117 h 0"/>
                  <a:gd name="connsiteX2" fmla="*/ 0 w 25469"/>
                  <a:gd name="connsiteY2" fmla="*/ 0 h 0"/>
                  <a:gd name="connsiteX3" fmla="*/ 29281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206" y="7117"/>
                    </a:moveTo>
                    <a:lnTo>
                      <a:pt x="7113" y="7117"/>
                    </a:lnTo>
                    <a:lnTo>
                      <a:pt x="0" y="0"/>
                    </a:lnTo>
                    <a:lnTo>
                      <a:pt x="29281" y="0"/>
                    </a:lnTo>
                    <a:close/>
                  </a:path>
                </a:pathLst>
              </a:custGeom>
              <a:solidFill>
                <a:srgbClr val="80795B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29" name="자유형: 도형 2428">
                <a:extLst>
                  <a:ext uri="{FF2B5EF4-FFF2-40B4-BE49-F238E27FC236}">
                    <a16:creationId xmlns:a16="http://schemas.microsoft.com/office/drawing/2014/main" id="{A02F73D4-570B-4072-BA8A-8ABC4D8C5029}"/>
                  </a:ext>
                </a:extLst>
              </p:cNvPr>
              <p:cNvSpPr/>
              <p:nvPr/>
            </p:nvSpPr>
            <p:spPr>
              <a:xfrm>
                <a:off x="8306646" y="5470753"/>
                <a:ext cx="12735" cy="25458"/>
              </a:xfrm>
              <a:custGeom>
                <a:avLst/>
                <a:gdLst>
                  <a:gd name="connsiteX0" fmla="*/ 0 w 0"/>
                  <a:gd name="connsiteY0" fmla="*/ 22130 h 25457"/>
                  <a:gd name="connsiteX1" fmla="*/ 0 w 0"/>
                  <a:gd name="connsiteY1" fmla="*/ 7117 h 25457"/>
                  <a:gd name="connsiteX2" fmla="*/ 7075 w 0"/>
                  <a:gd name="connsiteY2" fmla="*/ 0 h 25457"/>
                  <a:gd name="connsiteX3" fmla="*/ 7075 w 0"/>
                  <a:gd name="connsiteY3" fmla="*/ 29261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2130"/>
                    </a:moveTo>
                    <a:lnTo>
                      <a:pt x="0" y="7117"/>
                    </a:lnTo>
                    <a:lnTo>
                      <a:pt x="7075" y="0"/>
                    </a:lnTo>
                    <a:lnTo>
                      <a:pt x="7075" y="29261"/>
                    </a:lnTo>
                    <a:close/>
                  </a:path>
                </a:pathLst>
              </a:custGeom>
              <a:solidFill>
                <a:srgbClr val="5E5B43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30" name="자유형: 도형 2429">
                <a:extLst>
                  <a:ext uri="{FF2B5EF4-FFF2-40B4-BE49-F238E27FC236}">
                    <a16:creationId xmlns:a16="http://schemas.microsoft.com/office/drawing/2014/main" id="{EEC1AE3F-4BAD-4F23-ABF5-699A2B9029E1}"/>
                  </a:ext>
                </a:extLst>
              </p:cNvPr>
              <p:cNvSpPr/>
              <p:nvPr/>
            </p:nvSpPr>
            <p:spPr>
              <a:xfrm>
                <a:off x="8284440" y="5492884"/>
                <a:ext cx="25469" cy="12729"/>
              </a:xfrm>
              <a:custGeom>
                <a:avLst/>
                <a:gdLst>
                  <a:gd name="connsiteX0" fmla="*/ 0 w 25469"/>
                  <a:gd name="connsiteY0" fmla="*/ 7130 h 0"/>
                  <a:gd name="connsiteX1" fmla="*/ 7113 w 25469"/>
                  <a:gd name="connsiteY1" fmla="*/ 0 h 0"/>
                  <a:gd name="connsiteX2" fmla="*/ 22206 w 25469"/>
                  <a:gd name="connsiteY2" fmla="*/ 0 h 0"/>
                  <a:gd name="connsiteX3" fmla="*/ 29281 w 25469"/>
                  <a:gd name="connsiteY3" fmla="*/ 713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0" y="7130"/>
                    </a:moveTo>
                    <a:lnTo>
                      <a:pt x="7113" y="0"/>
                    </a:lnTo>
                    <a:lnTo>
                      <a:pt x="22206" y="0"/>
                    </a:lnTo>
                    <a:lnTo>
                      <a:pt x="29281" y="7130"/>
                    </a:lnTo>
                    <a:close/>
                  </a:path>
                </a:pathLst>
              </a:custGeom>
              <a:solidFill>
                <a:srgbClr val="9A916C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31" name="자유형: 도형 2430">
                <a:extLst>
                  <a:ext uri="{FF2B5EF4-FFF2-40B4-BE49-F238E27FC236}">
                    <a16:creationId xmlns:a16="http://schemas.microsoft.com/office/drawing/2014/main" id="{6A573B3C-6164-415C-9081-8C549CB00A44}"/>
                  </a:ext>
                </a:extLst>
              </p:cNvPr>
              <p:cNvSpPr/>
              <p:nvPr/>
            </p:nvSpPr>
            <p:spPr>
              <a:xfrm>
                <a:off x="8344989" y="5349464"/>
                <a:ext cx="89142" cy="178204"/>
              </a:xfrm>
              <a:custGeom>
                <a:avLst/>
                <a:gdLst>
                  <a:gd name="connsiteX0" fmla="*/ 0 w 89141"/>
                  <a:gd name="connsiteY0" fmla="*/ 19248 h 178204"/>
                  <a:gd name="connsiteX1" fmla="*/ 0 w 89141"/>
                  <a:gd name="connsiteY1" fmla="*/ 69338 h 178204"/>
                  <a:gd name="connsiteX2" fmla="*/ 0 w 89141"/>
                  <a:gd name="connsiteY2" fmla="*/ 111889 h 178204"/>
                  <a:gd name="connsiteX3" fmla="*/ 0 w 89141"/>
                  <a:gd name="connsiteY3" fmla="*/ 161992 h 178204"/>
                  <a:gd name="connsiteX4" fmla="*/ 19937 w 89141"/>
                  <a:gd name="connsiteY4" fmla="*/ 181226 h 178204"/>
                  <a:gd name="connsiteX5" fmla="*/ 71825 w 89141"/>
                  <a:gd name="connsiteY5" fmla="*/ 181226 h 178204"/>
                  <a:gd name="connsiteX6" fmla="*/ 91760 w 89141"/>
                  <a:gd name="connsiteY6" fmla="*/ 161992 h 178204"/>
                  <a:gd name="connsiteX7" fmla="*/ 91760 w 89141"/>
                  <a:gd name="connsiteY7" fmla="*/ 111889 h 178204"/>
                  <a:gd name="connsiteX8" fmla="*/ 91760 w 89141"/>
                  <a:gd name="connsiteY8" fmla="*/ 69338 h 178204"/>
                  <a:gd name="connsiteX9" fmla="*/ 91760 w 89141"/>
                  <a:gd name="connsiteY9" fmla="*/ 19248 h 178204"/>
                  <a:gd name="connsiteX10" fmla="*/ 71825 w 89141"/>
                  <a:gd name="connsiteY10" fmla="*/ 0 h 178204"/>
                  <a:gd name="connsiteX11" fmla="*/ 19937 w 89141"/>
                  <a:gd name="connsiteY11" fmla="*/ 0 h 178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9141" h="178204">
                    <a:moveTo>
                      <a:pt x="0" y="19248"/>
                    </a:moveTo>
                    <a:lnTo>
                      <a:pt x="0" y="69338"/>
                    </a:lnTo>
                    <a:lnTo>
                      <a:pt x="0" y="111889"/>
                    </a:lnTo>
                    <a:lnTo>
                      <a:pt x="0" y="161992"/>
                    </a:lnTo>
                    <a:lnTo>
                      <a:pt x="19937" y="181226"/>
                    </a:lnTo>
                    <a:lnTo>
                      <a:pt x="71825" y="181226"/>
                    </a:lnTo>
                    <a:lnTo>
                      <a:pt x="91760" y="161992"/>
                    </a:lnTo>
                    <a:lnTo>
                      <a:pt x="91760" y="111889"/>
                    </a:lnTo>
                    <a:lnTo>
                      <a:pt x="91760" y="69338"/>
                    </a:lnTo>
                    <a:lnTo>
                      <a:pt x="91760" y="19248"/>
                    </a:lnTo>
                    <a:lnTo>
                      <a:pt x="71825" y="0"/>
                    </a:lnTo>
                    <a:lnTo>
                      <a:pt x="19937" y="0"/>
                    </a:lnTo>
                    <a:close/>
                  </a:path>
                </a:pathLst>
              </a:custGeom>
              <a:solidFill>
                <a:srgbClr val="404040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32" name="자유형: 도형 2431">
                <a:extLst>
                  <a:ext uri="{FF2B5EF4-FFF2-40B4-BE49-F238E27FC236}">
                    <a16:creationId xmlns:a16="http://schemas.microsoft.com/office/drawing/2014/main" id="{9E6A9D1A-A395-451C-8F82-FEE5BD4B03D7}"/>
                  </a:ext>
                </a:extLst>
              </p:cNvPr>
              <p:cNvSpPr/>
              <p:nvPr/>
            </p:nvSpPr>
            <p:spPr>
              <a:xfrm>
                <a:off x="8344989" y="5349464"/>
                <a:ext cx="89142" cy="178204"/>
              </a:xfrm>
              <a:custGeom>
                <a:avLst/>
                <a:gdLst>
                  <a:gd name="connsiteX0" fmla="*/ 0 w 89141"/>
                  <a:gd name="connsiteY0" fmla="*/ 19248 h 178204"/>
                  <a:gd name="connsiteX1" fmla="*/ 0 w 89141"/>
                  <a:gd name="connsiteY1" fmla="*/ 69338 h 178204"/>
                  <a:gd name="connsiteX2" fmla="*/ 0 w 89141"/>
                  <a:gd name="connsiteY2" fmla="*/ 111889 h 178204"/>
                  <a:gd name="connsiteX3" fmla="*/ 0 w 89141"/>
                  <a:gd name="connsiteY3" fmla="*/ 161992 h 178204"/>
                  <a:gd name="connsiteX4" fmla="*/ 19937 w 89141"/>
                  <a:gd name="connsiteY4" fmla="*/ 181226 h 178204"/>
                  <a:gd name="connsiteX5" fmla="*/ 71825 w 89141"/>
                  <a:gd name="connsiteY5" fmla="*/ 181226 h 178204"/>
                  <a:gd name="connsiteX6" fmla="*/ 91760 w 89141"/>
                  <a:gd name="connsiteY6" fmla="*/ 161992 h 178204"/>
                  <a:gd name="connsiteX7" fmla="*/ 91760 w 89141"/>
                  <a:gd name="connsiteY7" fmla="*/ 111889 h 178204"/>
                  <a:gd name="connsiteX8" fmla="*/ 91760 w 89141"/>
                  <a:gd name="connsiteY8" fmla="*/ 69338 h 178204"/>
                  <a:gd name="connsiteX9" fmla="*/ 91760 w 89141"/>
                  <a:gd name="connsiteY9" fmla="*/ 19248 h 178204"/>
                  <a:gd name="connsiteX10" fmla="*/ 71825 w 89141"/>
                  <a:gd name="connsiteY10" fmla="*/ 0 h 178204"/>
                  <a:gd name="connsiteX11" fmla="*/ 19937 w 89141"/>
                  <a:gd name="connsiteY11" fmla="*/ 0 h 178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9141" h="178204">
                    <a:moveTo>
                      <a:pt x="0" y="19248"/>
                    </a:moveTo>
                    <a:lnTo>
                      <a:pt x="0" y="69338"/>
                    </a:lnTo>
                    <a:lnTo>
                      <a:pt x="0" y="111889"/>
                    </a:lnTo>
                    <a:lnTo>
                      <a:pt x="0" y="161992"/>
                    </a:lnTo>
                    <a:lnTo>
                      <a:pt x="19937" y="181226"/>
                    </a:lnTo>
                    <a:lnTo>
                      <a:pt x="71825" y="181226"/>
                    </a:lnTo>
                    <a:lnTo>
                      <a:pt x="91760" y="161992"/>
                    </a:lnTo>
                    <a:lnTo>
                      <a:pt x="91760" y="111889"/>
                    </a:lnTo>
                    <a:lnTo>
                      <a:pt x="91760" y="69338"/>
                    </a:lnTo>
                    <a:lnTo>
                      <a:pt x="91760" y="19248"/>
                    </a:lnTo>
                    <a:lnTo>
                      <a:pt x="71825" y="0"/>
                    </a:lnTo>
                    <a:lnTo>
                      <a:pt x="19937" y="0"/>
                    </a:lnTo>
                    <a:close/>
                  </a:path>
                </a:pathLst>
              </a:custGeom>
              <a:solidFill>
                <a:srgbClr val="404040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33" name="자유형: 도형 2432">
                <a:extLst>
                  <a:ext uri="{FF2B5EF4-FFF2-40B4-BE49-F238E27FC236}">
                    <a16:creationId xmlns:a16="http://schemas.microsoft.com/office/drawing/2014/main" id="{87D91A1E-3A58-4B37-9542-C11C3D8BF6B9}"/>
                  </a:ext>
                </a:extLst>
              </p:cNvPr>
              <p:cNvSpPr/>
              <p:nvPr/>
            </p:nvSpPr>
            <p:spPr>
              <a:xfrm>
                <a:off x="8381522" y="5386466"/>
                <a:ext cx="12735" cy="12729"/>
              </a:xfrm>
              <a:custGeom>
                <a:avLst/>
                <a:gdLst>
                  <a:gd name="connsiteX0" fmla="*/ 0 w 12734"/>
                  <a:gd name="connsiteY0" fmla="*/ 0 h 12728"/>
                  <a:gd name="connsiteX1" fmla="*/ 15080 w 12734"/>
                  <a:gd name="connsiteY1" fmla="*/ 0 h 12728"/>
                  <a:gd name="connsiteX2" fmla="*/ 15080 w 12734"/>
                  <a:gd name="connsiteY2" fmla="*/ 15064 h 12728"/>
                  <a:gd name="connsiteX3" fmla="*/ 0 w 12734"/>
                  <a:gd name="connsiteY3" fmla="*/ 15064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0" y="0"/>
                    </a:moveTo>
                    <a:lnTo>
                      <a:pt x="15080" y="0"/>
                    </a:lnTo>
                    <a:lnTo>
                      <a:pt x="15080" y="15064"/>
                    </a:lnTo>
                    <a:lnTo>
                      <a:pt x="0" y="15064"/>
                    </a:lnTo>
                    <a:close/>
                  </a:path>
                </a:pathLst>
              </a:custGeom>
              <a:solidFill>
                <a:srgbClr val="8C8663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34" name="자유형: 도형 2433">
                <a:extLst>
                  <a:ext uri="{FF2B5EF4-FFF2-40B4-BE49-F238E27FC236}">
                    <a16:creationId xmlns:a16="http://schemas.microsoft.com/office/drawing/2014/main" id="{2134F569-EAAF-41CD-A5CA-1CEE1FC3065B}"/>
                  </a:ext>
                </a:extLst>
              </p:cNvPr>
              <p:cNvSpPr/>
              <p:nvPr/>
            </p:nvSpPr>
            <p:spPr>
              <a:xfrm>
                <a:off x="8376232" y="5379056"/>
                <a:ext cx="12735" cy="25458"/>
              </a:xfrm>
              <a:custGeom>
                <a:avLst/>
                <a:gdLst>
                  <a:gd name="connsiteX0" fmla="*/ 0 w 0"/>
                  <a:gd name="connsiteY0" fmla="*/ 29286 h 25457"/>
                  <a:gd name="connsiteX1" fmla="*/ 7089 w 0"/>
                  <a:gd name="connsiteY1" fmla="*/ 22143 h 25457"/>
                  <a:gd name="connsiteX2" fmla="*/ 7089 w 0"/>
                  <a:gd name="connsiteY2" fmla="*/ 7143 h 25457"/>
                  <a:gd name="connsiteX3" fmla="*/ 0 w 0"/>
                  <a:gd name="connsiteY3" fmla="*/ 0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9286"/>
                    </a:moveTo>
                    <a:lnTo>
                      <a:pt x="7089" y="22143"/>
                    </a:lnTo>
                    <a:lnTo>
                      <a:pt x="7089" y="714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35" name="자유형: 도형 2434">
                <a:extLst>
                  <a:ext uri="{FF2B5EF4-FFF2-40B4-BE49-F238E27FC236}">
                    <a16:creationId xmlns:a16="http://schemas.microsoft.com/office/drawing/2014/main" id="{F60DD0C4-D9F0-4953-A0FD-A4C11FBCDD7A}"/>
                  </a:ext>
                </a:extLst>
              </p:cNvPr>
              <p:cNvSpPr/>
              <p:nvPr/>
            </p:nvSpPr>
            <p:spPr>
              <a:xfrm>
                <a:off x="8376232" y="5379056"/>
                <a:ext cx="25469" cy="12729"/>
              </a:xfrm>
              <a:custGeom>
                <a:avLst/>
                <a:gdLst>
                  <a:gd name="connsiteX0" fmla="*/ 22187 w 25469"/>
                  <a:gd name="connsiteY0" fmla="*/ 7143 h 0"/>
                  <a:gd name="connsiteX1" fmla="*/ 7089 w 25469"/>
                  <a:gd name="connsiteY1" fmla="*/ 7143 h 0"/>
                  <a:gd name="connsiteX2" fmla="*/ 0 w 25469"/>
                  <a:gd name="connsiteY2" fmla="*/ 0 h 0"/>
                  <a:gd name="connsiteX3" fmla="*/ 29287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187" y="7143"/>
                    </a:moveTo>
                    <a:lnTo>
                      <a:pt x="7089" y="7143"/>
                    </a:lnTo>
                    <a:lnTo>
                      <a:pt x="0" y="0"/>
                    </a:lnTo>
                    <a:lnTo>
                      <a:pt x="29287" y="0"/>
                    </a:lnTo>
                    <a:close/>
                  </a:path>
                </a:pathLst>
              </a:custGeom>
              <a:solidFill>
                <a:srgbClr val="80795B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36" name="자유형: 도형 2435">
                <a:extLst>
                  <a:ext uri="{FF2B5EF4-FFF2-40B4-BE49-F238E27FC236}">
                    <a16:creationId xmlns:a16="http://schemas.microsoft.com/office/drawing/2014/main" id="{C4C7DC22-3B2B-4940-AC05-3B7B0C83D822}"/>
                  </a:ext>
                </a:extLst>
              </p:cNvPr>
              <p:cNvSpPr/>
              <p:nvPr/>
            </p:nvSpPr>
            <p:spPr>
              <a:xfrm>
                <a:off x="8398419" y="5379056"/>
                <a:ext cx="12735" cy="25458"/>
              </a:xfrm>
              <a:custGeom>
                <a:avLst/>
                <a:gdLst>
                  <a:gd name="connsiteX0" fmla="*/ 0 w 0"/>
                  <a:gd name="connsiteY0" fmla="*/ 22143 h 25457"/>
                  <a:gd name="connsiteX1" fmla="*/ 0 w 0"/>
                  <a:gd name="connsiteY1" fmla="*/ 7143 h 25457"/>
                  <a:gd name="connsiteX2" fmla="*/ 7099 w 0"/>
                  <a:gd name="connsiteY2" fmla="*/ 0 h 25457"/>
                  <a:gd name="connsiteX3" fmla="*/ 7099 w 0"/>
                  <a:gd name="connsiteY3" fmla="*/ 29286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2143"/>
                    </a:moveTo>
                    <a:lnTo>
                      <a:pt x="0" y="7143"/>
                    </a:lnTo>
                    <a:lnTo>
                      <a:pt x="7099" y="0"/>
                    </a:lnTo>
                    <a:lnTo>
                      <a:pt x="7099" y="29286"/>
                    </a:lnTo>
                    <a:close/>
                  </a:path>
                </a:pathLst>
              </a:custGeom>
              <a:solidFill>
                <a:srgbClr val="5E5B43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37" name="자유형: 도형 2436">
                <a:extLst>
                  <a:ext uri="{FF2B5EF4-FFF2-40B4-BE49-F238E27FC236}">
                    <a16:creationId xmlns:a16="http://schemas.microsoft.com/office/drawing/2014/main" id="{0D706DD8-64B2-4E68-9541-81C0C4800A29}"/>
                  </a:ext>
                </a:extLst>
              </p:cNvPr>
              <p:cNvSpPr/>
              <p:nvPr/>
            </p:nvSpPr>
            <p:spPr>
              <a:xfrm>
                <a:off x="8376232" y="5401199"/>
                <a:ext cx="25469" cy="12729"/>
              </a:xfrm>
              <a:custGeom>
                <a:avLst/>
                <a:gdLst>
                  <a:gd name="connsiteX0" fmla="*/ 22187 w 25469"/>
                  <a:gd name="connsiteY0" fmla="*/ 0 h 0"/>
                  <a:gd name="connsiteX1" fmla="*/ 29287 w 25469"/>
                  <a:gd name="connsiteY1" fmla="*/ 7143 h 0"/>
                  <a:gd name="connsiteX2" fmla="*/ 0 w 25469"/>
                  <a:gd name="connsiteY2" fmla="*/ 7143 h 0"/>
                  <a:gd name="connsiteX3" fmla="*/ 7089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187" y="0"/>
                    </a:moveTo>
                    <a:lnTo>
                      <a:pt x="29287" y="7143"/>
                    </a:lnTo>
                    <a:lnTo>
                      <a:pt x="0" y="7143"/>
                    </a:lnTo>
                    <a:lnTo>
                      <a:pt x="7089" y="0"/>
                    </a:lnTo>
                    <a:close/>
                  </a:path>
                </a:pathLst>
              </a:custGeom>
              <a:solidFill>
                <a:srgbClr val="9A916C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38" name="자유형: 도형 2437">
                <a:extLst>
                  <a:ext uri="{FF2B5EF4-FFF2-40B4-BE49-F238E27FC236}">
                    <a16:creationId xmlns:a16="http://schemas.microsoft.com/office/drawing/2014/main" id="{9941E13E-B67B-4F0E-B507-64230CE1E151}"/>
                  </a:ext>
                </a:extLst>
              </p:cNvPr>
              <p:cNvSpPr/>
              <p:nvPr/>
            </p:nvSpPr>
            <p:spPr>
              <a:xfrm>
                <a:off x="8381522" y="5477833"/>
                <a:ext cx="12735" cy="12729"/>
              </a:xfrm>
              <a:custGeom>
                <a:avLst/>
                <a:gdLst>
                  <a:gd name="connsiteX0" fmla="*/ 0 w 12734"/>
                  <a:gd name="connsiteY0" fmla="*/ 0 h 12728"/>
                  <a:gd name="connsiteX1" fmla="*/ 15080 w 12734"/>
                  <a:gd name="connsiteY1" fmla="*/ 0 h 12728"/>
                  <a:gd name="connsiteX2" fmla="*/ 15080 w 12734"/>
                  <a:gd name="connsiteY2" fmla="*/ 15077 h 12728"/>
                  <a:gd name="connsiteX3" fmla="*/ 0 w 12734"/>
                  <a:gd name="connsiteY3" fmla="*/ 15077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0" y="0"/>
                    </a:moveTo>
                    <a:lnTo>
                      <a:pt x="15080" y="0"/>
                    </a:lnTo>
                    <a:lnTo>
                      <a:pt x="15080" y="15077"/>
                    </a:lnTo>
                    <a:lnTo>
                      <a:pt x="0" y="15077"/>
                    </a:lnTo>
                    <a:close/>
                  </a:path>
                </a:pathLst>
              </a:custGeom>
              <a:solidFill>
                <a:srgbClr val="8C8663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39" name="자유형: 도형 2438">
                <a:extLst>
                  <a:ext uri="{FF2B5EF4-FFF2-40B4-BE49-F238E27FC236}">
                    <a16:creationId xmlns:a16="http://schemas.microsoft.com/office/drawing/2014/main" id="{1617C609-4CC6-4122-83AE-575E70789FF8}"/>
                  </a:ext>
                </a:extLst>
              </p:cNvPr>
              <p:cNvSpPr/>
              <p:nvPr/>
            </p:nvSpPr>
            <p:spPr>
              <a:xfrm>
                <a:off x="8376232" y="5470753"/>
                <a:ext cx="12735" cy="25458"/>
              </a:xfrm>
              <a:custGeom>
                <a:avLst/>
                <a:gdLst>
                  <a:gd name="connsiteX0" fmla="*/ 0 w 0"/>
                  <a:gd name="connsiteY0" fmla="*/ 29261 h 25457"/>
                  <a:gd name="connsiteX1" fmla="*/ 7089 w 0"/>
                  <a:gd name="connsiteY1" fmla="*/ 22130 h 25457"/>
                  <a:gd name="connsiteX2" fmla="*/ 7089 w 0"/>
                  <a:gd name="connsiteY2" fmla="*/ 7117 h 25457"/>
                  <a:gd name="connsiteX3" fmla="*/ 0 w 0"/>
                  <a:gd name="connsiteY3" fmla="*/ 0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9261"/>
                    </a:moveTo>
                    <a:lnTo>
                      <a:pt x="7089" y="22130"/>
                    </a:lnTo>
                    <a:lnTo>
                      <a:pt x="7089" y="71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40" name="자유형: 도형 2439">
                <a:extLst>
                  <a:ext uri="{FF2B5EF4-FFF2-40B4-BE49-F238E27FC236}">
                    <a16:creationId xmlns:a16="http://schemas.microsoft.com/office/drawing/2014/main" id="{333D6BC7-2B08-4FDB-9B10-7C52F6AE66F9}"/>
                  </a:ext>
                </a:extLst>
              </p:cNvPr>
              <p:cNvSpPr/>
              <p:nvPr/>
            </p:nvSpPr>
            <p:spPr>
              <a:xfrm>
                <a:off x="8376232" y="5470753"/>
                <a:ext cx="25469" cy="12729"/>
              </a:xfrm>
              <a:custGeom>
                <a:avLst/>
                <a:gdLst>
                  <a:gd name="connsiteX0" fmla="*/ 22187 w 25469"/>
                  <a:gd name="connsiteY0" fmla="*/ 7117 h 0"/>
                  <a:gd name="connsiteX1" fmla="*/ 7089 w 25469"/>
                  <a:gd name="connsiteY1" fmla="*/ 7117 h 0"/>
                  <a:gd name="connsiteX2" fmla="*/ 0 w 25469"/>
                  <a:gd name="connsiteY2" fmla="*/ 0 h 0"/>
                  <a:gd name="connsiteX3" fmla="*/ 29287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187" y="7117"/>
                    </a:moveTo>
                    <a:lnTo>
                      <a:pt x="7089" y="7117"/>
                    </a:lnTo>
                    <a:lnTo>
                      <a:pt x="0" y="0"/>
                    </a:lnTo>
                    <a:lnTo>
                      <a:pt x="29287" y="0"/>
                    </a:lnTo>
                    <a:close/>
                  </a:path>
                </a:pathLst>
              </a:custGeom>
              <a:solidFill>
                <a:srgbClr val="80795B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41" name="자유형: 도형 2440">
                <a:extLst>
                  <a:ext uri="{FF2B5EF4-FFF2-40B4-BE49-F238E27FC236}">
                    <a16:creationId xmlns:a16="http://schemas.microsoft.com/office/drawing/2014/main" id="{7C58DAC4-0F59-45B0-BB3C-703E175B8A06}"/>
                  </a:ext>
                </a:extLst>
              </p:cNvPr>
              <p:cNvSpPr/>
              <p:nvPr/>
            </p:nvSpPr>
            <p:spPr>
              <a:xfrm>
                <a:off x="8398419" y="5470753"/>
                <a:ext cx="12735" cy="25458"/>
              </a:xfrm>
              <a:custGeom>
                <a:avLst/>
                <a:gdLst>
                  <a:gd name="connsiteX0" fmla="*/ 0 w 0"/>
                  <a:gd name="connsiteY0" fmla="*/ 22130 h 25457"/>
                  <a:gd name="connsiteX1" fmla="*/ 0 w 0"/>
                  <a:gd name="connsiteY1" fmla="*/ 7117 h 25457"/>
                  <a:gd name="connsiteX2" fmla="*/ 7099 w 0"/>
                  <a:gd name="connsiteY2" fmla="*/ 0 h 25457"/>
                  <a:gd name="connsiteX3" fmla="*/ 7099 w 0"/>
                  <a:gd name="connsiteY3" fmla="*/ 29261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2130"/>
                    </a:moveTo>
                    <a:lnTo>
                      <a:pt x="0" y="7117"/>
                    </a:lnTo>
                    <a:lnTo>
                      <a:pt x="7099" y="0"/>
                    </a:lnTo>
                    <a:lnTo>
                      <a:pt x="7099" y="29261"/>
                    </a:lnTo>
                    <a:close/>
                  </a:path>
                </a:pathLst>
              </a:custGeom>
              <a:solidFill>
                <a:srgbClr val="5E5B43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42" name="자유형: 도형 2441">
                <a:extLst>
                  <a:ext uri="{FF2B5EF4-FFF2-40B4-BE49-F238E27FC236}">
                    <a16:creationId xmlns:a16="http://schemas.microsoft.com/office/drawing/2014/main" id="{C3D1D2E8-8D7E-4056-870D-12059622BF01}"/>
                  </a:ext>
                </a:extLst>
              </p:cNvPr>
              <p:cNvSpPr/>
              <p:nvPr/>
            </p:nvSpPr>
            <p:spPr>
              <a:xfrm>
                <a:off x="8376232" y="5492884"/>
                <a:ext cx="25469" cy="12729"/>
              </a:xfrm>
              <a:custGeom>
                <a:avLst/>
                <a:gdLst>
                  <a:gd name="connsiteX0" fmla="*/ 0 w 25469"/>
                  <a:gd name="connsiteY0" fmla="*/ 7130 h 0"/>
                  <a:gd name="connsiteX1" fmla="*/ 7089 w 25469"/>
                  <a:gd name="connsiteY1" fmla="*/ 0 h 0"/>
                  <a:gd name="connsiteX2" fmla="*/ 22187 w 25469"/>
                  <a:gd name="connsiteY2" fmla="*/ 0 h 0"/>
                  <a:gd name="connsiteX3" fmla="*/ 29287 w 25469"/>
                  <a:gd name="connsiteY3" fmla="*/ 713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0" y="7130"/>
                    </a:moveTo>
                    <a:lnTo>
                      <a:pt x="7089" y="0"/>
                    </a:lnTo>
                    <a:lnTo>
                      <a:pt x="22187" y="0"/>
                    </a:lnTo>
                    <a:lnTo>
                      <a:pt x="29287" y="7130"/>
                    </a:lnTo>
                    <a:close/>
                  </a:path>
                </a:pathLst>
              </a:custGeom>
              <a:solidFill>
                <a:srgbClr val="9A916C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43" name="자유형: 도형 2442">
                <a:extLst>
                  <a:ext uri="{FF2B5EF4-FFF2-40B4-BE49-F238E27FC236}">
                    <a16:creationId xmlns:a16="http://schemas.microsoft.com/office/drawing/2014/main" id="{56B531B4-310B-44AC-B7E2-63F79B2E2212}"/>
                  </a:ext>
                </a:extLst>
              </p:cNvPr>
              <p:cNvSpPr/>
              <p:nvPr/>
            </p:nvSpPr>
            <p:spPr>
              <a:xfrm>
                <a:off x="8436749" y="5349464"/>
                <a:ext cx="89142" cy="178204"/>
              </a:xfrm>
              <a:custGeom>
                <a:avLst/>
                <a:gdLst>
                  <a:gd name="connsiteX0" fmla="*/ 0 w 89141"/>
                  <a:gd name="connsiteY0" fmla="*/ 19248 h 178204"/>
                  <a:gd name="connsiteX1" fmla="*/ 0 w 89141"/>
                  <a:gd name="connsiteY1" fmla="*/ 69338 h 178204"/>
                  <a:gd name="connsiteX2" fmla="*/ 0 w 89141"/>
                  <a:gd name="connsiteY2" fmla="*/ 111889 h 178204"/>
                  <a:gd name="connsiteX3" fmla="*/ 0 w 89141"/>
                  <a:gd name="connsiteY3" fmla="*/ 161992 h 178204"/>
                  <a:gd name="connsiteX4" fmla="*/ 19935 w 89141"/>
                  <a:gd name="connsiteY4" fmla="*/ 181226 h 178204"/>
                  <a:gd name="connsiteX5" fmla="*/ 71844 w 89141"/>
                  <a:gd name="connsiteY5" fmla="*/ 181226 h 178204"/>
                  <a:gd name="connsiteX6" fmla="*/ 91780 w 89141"/>
                  <a:gd name="connsiteY6" fmla="*/ 161992 h 178204"/>
                  <a:gd name="connsiteX7" fmla="*/ 91780 w 89141"/>
                  <a:gd name="connsiteY7" fmla="*/ 111889 h 178204"/>
                  <a:gd name="connsiteX8" fmla="*/ 91780 w 89141"/>
                  <a:gd name="connsiteY8" fmla="*/ 69338 h 178204"/>
                  <a:gd name="connsiteX9" fmla="*/ 91780 w 89141"/>
                  <a:gd name="connsiteY9" fmla="*/ 19248 h 178204"/>
                  <a:gd name="connsiteX10" fmla="*/ 71844 w 89141"/>
                  <a:gd name="connsiteY10" fmla="*/ 0 h 178204"/>
                  <a:gd name="connsiteX11" fmla="*/ 19935 w 89141"/>
                  <a:gd name="connsiteY11" fmla="*/ 0 h 178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9141" h="178204">
                    <a:moveTo>
                      <a:pt x="0" y="19248"/>
                    </a:moveTo>
                    <a:lnTo>
                      <a:pt x="0" y="69338"/>
                    </a:lnTo>
                    <a:lnTo>
                      <a:pt x="0" y="111889"/>
                    </a:lnTo>
                    <a:lnTo>
                      <a:pt x="0" y="161992"/>
                    </a:lnTo>
                    <a:lnTo>
                      <a:pt x="19935" y="181226"/>
                    </a:lnTo>
                    <a:lnTo>
                      <a:pt x="71844" y="181226"/>
                    </a:lnTo>
                    <a:lnTo>
                      <a:pt x="91780" y="161992"/>
                    </a:lnTo>
                    <a:lnTo>
                      <a:pt x="91780" y="111889"/>
                    </a:lnTo>
                    <a:lnTo>
                      <a:pt x="91780" y="69338"/>
                    </a:lnTo>
                    <a:lnTo>
                      <a:pt x="91780" y="19248"/>
                    </a:lnTo>
                    <a:lnTo>
                      <a:pt x="71844" y="0"/>
                    </a:lnTo>
                    <a:lnTo>
                      <a:pt x="19935" y="0"/>
                    </a:lnTo>
                    <a:close/>
                  </a:path>
                </a:pathLst>
              </a:custGeom>
              <a:solidFill>
                <a:srgbClr val="404040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44" name="자유형: 도형 2443">
                <a:extLst>
                  <a:ext uri="{FF2B5EF4-FFF2-40B4-BE49-F238E27FC236}">
                    <a16:creationId xmlns:a16="http://schemas.microsoft.com/office/drawing/2014/main" id="{C68B9AA5-851C-46AF-B822-FB0CE2635DF7}"/>
                  </a:ext>
                </a:extLst>
              </p:cNvPr>
              <p:cNvSpPr/>
              <p:nvPr/>
            </p:nvSpPr>
            <p:spPr>
              <a:xfrm>
                <a:off x="8436749" y="5349464"/>
                <a:ext cx="89142" cy="178204"/>
              </a:xfrm>
              <a:custGeom>
                <a:avLst/>
                <a:gdLst>
                  <a:gd name="connsiteX0" fmla="*/ 0 w 89141"/>
                  <a:gd name="connsiteY0" fmla="*/ 19248 h 178204"/>
                  <a:gd name="connsiteX1" fmla="*/ 0 w 89141"/>
                  <a:gd name="connsiteY1" fmla="*/ 69338 h 178204"/>
                  <a:gd name="connsiteX2" fmla="*/ 0 w 89141"/>
                  <a:gd name="connsiteY2" fmla="*/ 111889 h 178204"/>
                  <a:gd name="connsiteX3" fmla="*/ 0 w 89141"/>
                  <a:gd name="connsiteY3" fmla="*/ 161992 h 178204"/>
                  <a:gd name="connsiteX4" fmla="*/ 19935 w 89141"/>
                  <a:gd name="connsiteY4" fmla="*/ 181226 h 178204"/>
                  <a:gd name="connsiteX5" fmla="*/ 71844 w 89141"/>
                  <a:gd name="connsiteY5" fmla="*/ 181226 h 178204"/>
                  <a:gd name="connsiteX6" fmla="*/ 91780 w 89141"/>
                  <a:gd name="connsiteY6" fmla="*/ 161992 h 178204"/>
                  <a:gd name="connsiteX7" fmla="*/ 91780 w 89141"/>
                  <a:gd name="connsiteY7" fmla="*/ 111889 h 178204"/>
                  <a:gd name="connsiteX8" fmla="*/ 91780 w 89141"/>
                  <a:gd name="connsiteY8" fmla="*/ 69338 h 178204"/>
                  <a:gd name="connsiteX9" fmla="*/ 91780 w 89141"/>
                  <a:gd name="connsiteY9" fmla="*/ 19248 h 178204"/>
                  <a:gd name="connsiteX10" fmla="*/ 71844 w 89141"/>
                  <a:gd name="connsiteY10" fmla="*/ 0 h 178204"/>
                  <a:gd name="connsiteX11" fmla="*/ 19935 w 89141"/>
                  <a:gd name="connsiteY11" fmla="*/ 0 h 178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9141" h="178204">
                    <a:moveTo>
                      <a:pt x="0" y="19248"/>
                    </a:moveTo>
                    <a:lnTo>
                      <a:pt x="0" y="69338"/>
                    </a:lnTo>
                    <a:lnTo>
                      <a:pt x="0" y="111889"/>
                    </a:lnTo>
                    <a:lnTo>
                      <a:pt x="0" y="161992"/>
                    </a:lnTo>
                    <a:lnTo>
                      <a:pt x="19935" y="181226"/>
                    </a:lnTo>
                    <a:lnTo>
                      <a:pt x="71844" y="181226"/>
                    </a:lnTo>
                    <a:lnTo>
                      <a:pt x="91780" y="161992"/>
                    </a:lnTo>
                    <a:lnTo>
                      <a:pt x="91780" y="111889"/>
                    </a:lnTo>
                    <a:lnTo>
                      <a:pt x="91780" y="69338"/>
                    </a:lnTo>
                    <a:lnTo>
                      <a:pt x="91780" y="19248"/>
                    </a:lnTo>
                    <a:lnTo>
                      <a:pt x="71844" y="0"/>
                    </a:lnTo>
                    <a:lnTo>
                      <a:pt x="19935" y="0"/>
                    </a:lnTo>
                    <a:close/>
                  </a:path>
                </a:pathLst>
              </a:custGeom>
              <a:solidFill>
                <a:srgbClr val="404040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45" name="자유형: 도형 2444">
                <a:extLst>
                  <a:ext uri="{FF2B5EF4-FFF2-40B4-BE49-F238E27FC236}">
                    <a16:creationId xmlns:a16="http://schemas.microsoft.com/office/drawing/2014/main" id="{6C3C3A56-0EAA-4C5E-B62C-3D44684D2444}"/>
                  </a:ext>
                </a:extLst>
              </p:cNvPr>
              <p:cNvSpPr/>
              <p:nvPr/>
            </p:nvSpPr>
            <p:spPr>
              <a:xfrm>
                <a:off x="8473211" y="5386466"/>
                <a:ext cx="12735" cy="12729"/>
              </a:xfrm>
              <a:custGeom>
                <a:avLst/>
                <a:gdLst>
                  <a:gd name="connsiteX0" fmla="*/ 0 w 12734"/>
                  <a:gd name="connsiteY0" fmla="*/ 0 h 12728"/>
                  <a:gd name="connsiteX1" fmla="*/ 15080 w 12734"/>
                  <a:gd name="connsiteY1" fmla="*/ 0 h 12728"/>
                  <a:gd name="connsiteX2" fmla="*/ 15080 w 12734"/>
                  <a:gd name="connsiteY2" fmla="*/ 15064 h 12728"/>
                  <a:gd name="connsiteX3" fmla="*/ 0 w 12734"/>
                  <a:gd name="connsiteY3" fmla="*/ 15064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0" y="0"/>
                    </a:moveTo>
                    <a:lnTo>
                      <a:pt x="15080" y="0"/>
                    </a:lnTo>
                    <a:lnTo>
                      <a:pt x="15080" y="15064"/>
                    </a:lnTo>
                    <a:lnTo>
                      <a:pt x="0" y="15064"/>
                    </a:lnTo>
                    <a:close/>
                  </a:path>
                </a:pathLst>
              </a:custGeom>
              <a:solidFill>
                <a:srgbClr val="8C8663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46" name="자유형: 도형 2445">
                <a:extLst>
                  <a:ext uri="{FF2B5EF4-FFF2-40B4-BE49-F238E27FC236}">
                    <a16:creationId xmlns:a16="http://schemas.microsoft.com/office/drawing/2014/main" id="{1403A85E-976C-49E7-9971-F699435DA3A8}"/>
                  </a:ext>
                </a:extLst>
              </p:cNvPr>
              <p:cNvSpPr/>
              <p:nvPr/>
            </p:nvSpPr>
            <p:spPr>
              <a:xfrm>
                <a:off x="8467997" y="5379056"/>
                <a:ext cx="12735" cy="25458"/>
              </a:xfrm>
              <a:custGeom>
                <a:avLst/>
                <a:gdLst>
                  <a:gd name="connsiteX0" fmla="*/ 0 w 0"/>
                  <a:gd name="connsiteY0" fmla="*/ 29286 h 25457"/>
                  <a:gd name="connsiteX1" fmla="*/ 7135 w 0"/>
                  <a:gd name="connsiteY1" fmla="*/ 22143 h 25457"/>
                  <a:gd name="connsiteX2" fmla="*/ 7135 w 0"/>
                  <a:gd name="connsiteY2" fmla="*/ 7143 h 25457"/>
                  <a:gd name="connsiteX3" fmla="*/ 0 w 0"/>
                  <a:gd name="connsiteY3" fmla="*/ 0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9286"/>
                    </a:moveTo>
                    <a:lnTo>
                      <a:pt x="7135" y="22143"/>
                    </a:lnTo>
                    <a:lnTo>
                      <a:pt x="7135" y="714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47" name="자유형: 도형 2446">
                <a:extLst>
                  <a:ext uri="{FF2B5EF4-FFF2-40B4-BE49-F238E27FC236}">
                    <a16:creationId xmlns:a16="http://schemas.microsoft.com/office/drawing/2014/main" id="{CC632640-9D5B-4BAC-AC71-E18D266A8EFC}"/>
                  </a:ext>
                </a:extLst>
              </p:cNvPr>
              <p:cNvSpPr/>
              <p:nvPr/>
            </p:nvSpPr>
            <p:spPr>
              <a:xfrm>
                <a:off x="8467997" y="5379056"/>
                <a:ext cx="25469" cy="12729"/>
              </a:xfrm>
              <a:custGeom>
                <a:avLst/>
                <a:gdLst>
                  <a:gd name="connsiteX0" fmla="*/ 22201 w 25469"/>
                  <a:gd name="connsiteY0" fmla="*/ 7143 h 0"/>
                  <a:gd name="connsiteX1" fmla="*/ 7135 w 25469"/>
                  <a:gd name="connsiteY1" fmla="*/ 7143 h 0"/>
                  <a:gd name="connsiteX2" fmla="*/ 0 w 25469"/>
                  <a:gd name="connsiteY2" fmla="*/ 0 h 0"/>
                  <a:gd name="connsiteX3" fmla="*/ 29283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201" y="7143"/>
                    </a:moveTo>
                    <a:lnTo>
                      <a:pt x="7135" y="7143"/>
                    </a:lnTo>
                    <a:lnTo>
                      <a:pt x="0" y="0"/>
                    </a:lnTo>
                    <a:lnTo>
                      <a:pt x="29283" y="0"/>
                    </a:lnTo>
                    <a:close/>
                  </a:path>
                </a:pathLst>
              </a:custGeom>
              <a:solidFill>
                <a:srgbClr val="80795B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48" name="자유형: 도형 2447">
                <a:extLst>
                  <a:ext uri="{FF2B5EF4-FFF2-40B4-BE49-F238E27FC236}">
                    <a16:creationId xmlns:a16="http://schemas.microsoft.com/office/drawing/2014/main" id="{D1CDBE28-B15E-4C02-8D6F-1E96F24369FF}"/>
                  </a:ext>
                </a:extLst>
              </p:cNvPr>
              <p:cNvSpPr/>
              <p:nvPr/>
            </p:nvSpPr>
            <p:spPr>
              <a:xfrm>
                <a:off x="8490198" y="5379056"/>
                <a:ext cx="12735" cy="25458"/>
              </a:xfrm>
              <a:custGeom>
                <a:avLst/>
                <a:gdLst>
                  <a:gd name="connsiteX0" fmla="*/ 0 w 0"/>
                  <a:gd name="connsiteY0" fmla="*/ 22143 h 25457"/>
                  <a:gd name="connsiteX1" fmla="*/ 0 w 0"/>
                  <a:gd name="connsiteY1" fmla="*/ 7143 h 25457"/>
                  <a:gd name="connsiteX2" fmla="*/ 7082 w 0"/>
                  <a:gd name="connsiteY2" fmla="*/ 0 h 25457"/>
                  <a:gd name="connsiteX3" fmla="*/ 7082 w 0"/>
                  <a:gd name="connsiteY3" fmla="*/ 29286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2143"/>
                    </a:moveTo>
                    <a:lnTo>
                      <a:pt x="0" y="7143"/>
                    </a:lnTo>
                    <a:lnTo>
                      <a:pt x="7082" y="0"/>
                    </a:lnTo>
                    <a:lnTo>
                      <a:pt x="7082" y="29286"/>
                    </a:lnTo>
                    <a:close/>
                  </a:path>
                </a:pathLst>
              </a:custGeom>
              <a:solidFill>
                <a:srgbClr val="5E5B43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49" name="자유형: 도형 2448">
                <a:extLst>
                  <a:ext uri="{FF2B5EF4-FFF2-40B4-BE49-F238E27FC236}">
                    <a16:creationId xmlns:a16="http://schemas.microsoft.com/office/drawing/2014/main" id="{B8871581-7A04-4147-96C3-C0451DFF6395}"/>
                  </a:ext>
                </a:extLst>
              </p:cNvPr>
              <p:cNvSpPr/>
              <p:nvPr/>
            </p:nvSpPr>
            <p:spPr>
              <a:xfrm>
                <a:off x="8467997" y="5401199"/>
                <a:ext cx="25469" cy="12729"/>
              </a:xfrm>
              <a:custGeom>
                <a:avLst/>
                <a:gdLst>
                  <a:gd name="connsiteX0" fmla="*/ 22201 w 25469"/>
                  <a:gd name="connsiteY0" fmla="*/ 0 h 0"/>
                  <a:gd name="connsiteX1" fmla="*/ 29283 w 25469"/>
                  <a:gd name="connsiteY1" fmla="*/ 7143 h 0"/>
                  <a:gd name="connsiteX2" fmla="*/ 0 w 25469"/>
                  <a:gd name="connsiteY2" fmla="*/ 7143 h 0"/>
                  <a:gd name="connsiteX3" fmla="*/ 7135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201" y="0"/>
                    </a:moveTo>
                    <a:lnTo>
                      <a:pt x="29283" y="7143"/>
                    </a:lnTo>
                    <a:lnTo>
                      <a:pt x="0" y="7143"/>
                    </a:lnTo>
                    <a:lnTo>
                      <a:pt x="7135" y="0"/>
                    </a:lnTo>
                    <a:close/>
                  </a:path>
                </a:pathLst>
              </a:custGeom>
              <a:solidFill>
                <a:srgbClr val="9A916C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50" name="자유형: 도형 2449">
                <a:extLst>
                  <a:ext uri="{FF2B5EF4-FFF2-40B4-BE49-F238E27FC236}">
                    <a16:creationId xmlns:a16="http://schemas.microsoft.com/office/drawing/2014/main" id="{22CA4ADE-ADE7-4385-8B81-065DC9C830D0}"/>
                  </a:ext>
                </a:extLst>
              </p:cNvPr>
              <p:cNvSpPr/>
              <p:nvPr/>
            </p:nvSpPr>
            <p:spPr>
              <a:xfrm>
                <a:off x="8473211" y="5477833"/>
                <a:ext cx="12735" cy="12729"/>
              </a:xfrm>
              <a:custGeom>
                <a:avLst/>
                <a:gdLst>
                  <a:gd name="connsiteX0" fmla="*/ 0 w 12734"/>
                  <a:gd name="connsiteY0" fmla="*/ 0 h 12728"/>
                  <a:gd name="connsiteX1" fmla="*/ 15080 w 12734"/>
                  <a:gd name="connsiteY1" fmla="*/ 0 h 12728"/>
                  <a:gd name="connsiteX2" fmla="*/ 15080 w 12734"/>
                  <a:gd name="connsiteY2" fmla="*/ 15077 h 12728"/>
                  <a:gd name="connsiteX3" fmla="*/ 0 w 12734"/>
                  <a:gd name="connsiteY3" fmla="*/ 15077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0" y="0"/>
                    </a:moveTo>
                    <a:lnTo>
                      <a:pt x="15080" y="0"/>
                    </a:lnTo>
                    <a:lnTo>
                      <a:pt x="15080" y="15077"/>
                    </a:lnTo>
                    <a:lnTo>
                      <a:pt x="0" y="15077"/>
                    </a:lnTo>
                    <a:close/>
                  </a:path>
                </a:pathLst>
              </a:custGeom>
              <a:solidFill>
                <a:srgbClr val="8C8663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51" name="자유형: 도형 2450">
                <a:extLst>
                  <a:ext uri="{FF2B5EF4-FFF2-40B4-BE49-F238E27FC236}">
                    <a16:creationId xmlns:a16="http://schemas.microsoft.com/office/drawing/2014/main" id="{B39883C9-5F98-43CC-90CF-33629059E2B0}"/>
                  </a:ext>
                </a:extLst>
              </p:cNvPr>
              <p:cNvSpPr/>
              <p:nvPr/>
            </p:nvSpPr>
            <p:spPr>
              <a:xfrm>
                <a:off x="8467997" y="5470753"/>
                <a:ext cx="12735" cy="25458"/>
              </a:xfrm>
              <a:custGeom>
                <a:avLst/>
                <a:gdLst>
                  <a:gd name="connsiteX0" fmla="*/ 0 w 0"/>
                  <a:gd name="connsiteY0" fmla="*/ 29261 h 25457"/>
                  <a:gd name="connsiteX1" fmla="*/ 7135 w 0"/>
                  <a:gd name="connsiteY1" fmla="*/ 22130 h 25457"/>
                  <a:gd name="connsiteX2" fmla="*/ 7135 w 0"/>
                  <a:gd name="connsiteY2" fmla="*/ 7117 h 25457"/>
                  <a:gd name="connsiteX3" fmla="*/ 0 w 0"/>
                  <a:gd name="connsiteY3" fmla="*/ 0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9261"/>
                    </a:moveTo>
                    <a:lnTo>
                      <a:pt x="7135" y="22130"/>
                    </a:lnTo>
                    <a:lnTo>
                      <a:pt x="7135" y="71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52" name="자유형: 도형 2451">
                <a:extLst>
                  <a:ext uri="{FF2B5EF4-FFF2-40B4-BE49-F238E27FC236}">
                    <a16:creationId xmlns:a16="http://schemas.microsoft.com/office/drawing/2014/main" id="{B57DA47C-E36E-4611-BADC-648D8B8A6C37}"/>
                  </a:ext>
                </a:extLst>
              </p:cNvPr>
              <p:cNvSpPr/>
              <p:nvPr/>
            </p:nvSpPr>
            <p:spPr>
              <a:xfrm>
                <a:off x="8467997" y="5470753"/>
                <a:ext cx="25469" cy="12729"/>
              </a:xfrm>
              <a:custGeom>
                <a:avLst/>
                <a:gdLst>
                  <a:gd name="connsiteX0" fmla="*/ 22201 w 25469"/>
                  <a:gd name="connsiteY0" fmla="*/ 7117 h 0"/>
                  <a:gd name="connsiteX1" fmla="*/ 7135 w 25469"/>
                  <a:gd name="connsiteY1" fmla="*/ 7117 h 0"/>
                  <a:gd name="connsiteX2" fmla="*/ 0 w 25469"/>
                  <a:gd name="connsiteY2" fmla="*/ 0 h 0"/>
                  <a:gd name="connsiteX3" fmla="*/ 29283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201" y="7117"/>
                    </a:moveTo>
                    <a:lnTo>
                      <a:pt x="7135" y="7117"/>
                    </a:lnTo>
                    <a:lnTo>
                      <a:pt x="0" y="0"/>
                    </a:lnTo>
                    <a:lnTo>
                      <a:pt x="29283" y="0"/>
                    </a:lnTo>
                    <a:close/>
                  </a:path>
                </a:pathLst>
              </a:custGeom>
              <a:solidFill>
                <a:srgbClr val="80795B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53" name="자유형: 도형 2452">
                <a:extLst>
                  <a:ext uri="{FF2B5EF4-FFF2-40B4-BE49-F238E27FC236}">
                    <a16:creationId xmlns:a16="http://schemas.microsoft.com/office/drawing/2014/main" id="{A21377F0-5212-444B-8B0F-B09393041F7E}"/>
                  </a:ext>
                </a:extLst>
              </p:cNvPr>
              <p:cNvSpPr/>
              <p:nvPr/>
            </p:nvSpPr>
            <p:spPr>
              <a:xfrm>
                <a:off x="8490198" y="5470753"/>
                <a:ext cx="12735" cy="25458"/>
              </a:xfrm>
              <a:custGeom>
                <a:avLst/>
                <a:gdLst>
                  <a:gd name="connsiteX0" fmla="*/ 0 w 0"/>
                  <a:gd name="connsiteY0" fmla="*/ 22130 h 25457"/>
                  <a:gd name="connsiteX1" fmla="*/ 0 w 0"/>
                  <a:gd name="connsiteY1" fmla="*/ 7117 h 25457"/>
                  <a:gd name="connsiteX2" fmla="*/ 7082 w 0"/>
                  <a:gd name="connsiteY2" fmla="*/ 0 h 25457"/>
                  <a:gd name="connsiteX3" fmla="*/ 7082 w 0"/>
                  <a:gd name="connsiteY3" fmla="*/ 29261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2130"/>
                    </a:moveTo>
                    <a:lnTo>
                      <a:pt x="0" y="7117"/>
                    </a:lnTo>
                    <a:lnTo>
                      <a:pt x="7082" y="0"/>
                    </a:lnTo>
                    <a:lnTo>
                      <a:pt x="7082" y="29261"/>
                    </a:lnTo>
                    <a:close/>
                  </a:path>
                </a:pathLst>
              </a:custGeom>
              <a:solidFill>
                <a:srgbClr val="5E5B43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54" name="자유형: 도형 2453">
                <a:extLst>
                  <a:ext uri="{FF2B5EF4-FFF2-40B4-BE49-F238E27FC236}">
                    <a16:creationId xmlns:a16="http://schemas.microsoft.com/office/drawing/2014/main" id="{5F14D6D1-32B9-4209-8A21-B8858364D3F2}"/>
                  </a:ext>
                </a:extLst>
              </p:cNvPr>
              <p:cNvSpPr/>
              <p:nvPr/>
            </p:nvSpPr>
            <p:spPr>
              <a:xfrm>
                <a:off x="8467997" y="5492884"/>
                <a:ext cx="25469" cy="12729"/>
              </a:xfrm>
              <a:custGeom>
                <a:avLst/>
                <a:gdLst>
                  <a:gd name="connsiteX0" fmla="*/ 0 w 25469"/>
                  <a:gd name="connsiteY0" fmla="*/ 7130 h 0"/>
                  <a:gd name="connsiteX1" fmla="*/ 7135 w 25469"/>
                  <a:gd name="connsiteY1" fmla="*/ 0 h 0"/>
                  <a:gd name="connsiteX2" fmla="*/ 22201 w 25469"/>
                  <a:gd name="connsiteY2" fmla="*/ 0 h 0"/>
                  <a:gd name="connsiteX3" fmla="*/ 29283 w 25469"/>
                  <a:gd name="connsiteY3" fmla="*/ 713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0" y="7130"/>
                    </a:moveTo>
                    <a:lnTo>
                      <a:pt x="7135" y="0"/>
                    </a:lnTo>
                    <a:lnTo>
                      <a:pt x="22201" y="0"/>
                    </a:lnTo>
                    <a:lnTo>
                      <a:pt x="29283" y="7130"/>
                    </a:lnTo>
                    <a:close/>
                  </a:path>
                </a:pathLst>
              </a:custGeom>
              <a:solidFill>
                <a:srgbClr val="404040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55" name="자유형: 도형 2454">
                <a:extLst>
                  <a:ext uri="{FF2B5EF4-FFF2-40B4-BE49-F238E27FC236}">
                    <a16:creationId xmlns:a16="http://schemas.microsoft.com/office/drawing/2014/main" id="{4FECEBBD-E256-40BB-B1D7-1E94F9A681B8}"/>
                  </a:ext>
                </a:extLst>
              </p:cNvPr>
              <p:cNvSpPr/>
              <p:nvPr/>
            </p:nvSpPr>
            <p:spPr>
              <a:xfrm>
                <a:off x="8528546" y="5349464"/>
                <a:ext cx="89142" cy="178204"/>
              </a:xfrm>
              <a:custGeom>
                <a:avLst/>
                <a:gdLst>
                  <a:gd name="connsiteX0" fmla="*/ 0 w 89141"/>
                  <a:gd name="connsiteY0" fmla="*/ 19248 h 178204"/>
                  <a:gd name="connsiteX1" fmla="*/ 0 w 89141"/>
                  <a:gd name="connsiteY1" fmla="*/ 69338 h 178204"/>
                  <a:gd name="connsiteX2" fmla="*/ 0 w 89141"/>
                  <a:gd name="connsiteY2" fmla="*/ 111889 h 178204"/>
                  <a:gd name="connsiteX3" fmla="*/ 0 w 89141"/>
                  <a:gd name="connsiteY3" fmla="*/ 161992 h 178204"/>
                  <a:gd name="connsiteX4" fmla="*/ 19935 w 89141"/>
                  <a:gd name="connsiteY4" fmla="*/ 181226 h 178204"/>
                  <a:gd name="connsiteX5" fmla="*/ 71827 w 89141"/>
                  <a:gd name="connsiteY5" fmla="*/ 181226 h 178204"/>
                  <a:gd name="connsiteX6" fmla="*/ 91762 w 89141"/>
                  <a:gd name="connsiteY6" fmla="*/ 161992 h 178204"/>
                  <a:gd name="connsiteX7" fmla="*/ 91762 w 89141"/>
                  <a:gd name="connsiteY7" fmla="*/ 111889 h 178204"/>
                  <a:gd name="connsiteX8" fmla="*/ 91762 w 89141"/>
                  <a:gd name="connsiteY8" fmla="*/ 69338 h 178204"/>
                  <a:gd name="connsiteX9" fmla="*/ 91762 w 89141"/>
                  <a:gd name="connsiteY9" fmla="*/ 19248 h 178204"/>
                  <a:gd name="connsiteX10" fmla="*/ 71827 w 89141"/>
                  <a:gd name="connsiteY10" fmla="*/ 0 h 178204"/>
                  <a:gd name="connsiteX11" fmla="*/ 19935 w 89141"/>
                  <a:gd name="connsiteY11" fmla="*/ 0 h 178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9141" h="178204">
                    <a:moveTo>
                      <a:pt x="0" y="19248"/>
                    </a:moveTo>
                    <a:lnTo>
                      <a:pt x="0" y="69338"/>
                    </a:lnTo>
                    <a:lnTo>
                      <a:pt x="0" y="111889"/>
                    </a:lnTo>
                    <a:lnTo>
                      <a:pt x="0" y="161992"/>
                    </a:lnTo>
                    <a:lnTo>
                      <a:pt x="19935" y="181226"/>
                    </a:lnTo>
                    <a:lnTo>
                      <a:pt x="71827" y="181226"/>
                    </a:lnTo>
                    <a:lnTo>
                      <a:pt x="91762" y="161992"/>
                    </a:lnTo>
                    <a:lnTo>
                      <a:pt x="91762" y="111889"/>
                    </a:lnTo>
                    <a:lnTo>
                      <a:pt x="91762" y="69338"/>
                    </a:lnTo>
                    <a:lnTo>
                      <a:pt x="91762" y="19248"/>
                    </a:lnTo>
                    <a:lnTo>
                      <a:pt x="71827" y="0"/>
                    </a:lnTo>
                    <a:lnTo>
                      <a:pt x="19935" y="0"/>
                    </a:lnTo>
                    <a:close/>
                  </a:path>
                </a:pathLst>
              </a:custGeom>
              <a:solidFill>
                <a:srgbClr val="404040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56" name="자유형: 도형 2455">
                <a:extLst>
                  <a:ext uri="{FF2B5EF4-FFF2-40B4-BE49-F238E27FC236}">
                    <a16:creationId xmlns:a16="http://schemas.microsoft.com/office/drawing/2014/main" id="{A36C5B07-45D8-42A4-921A-A8018FC65423}"/>
                  </a:ext>
                </a:extLst>
              </p:cNvPr>
              <p:cNvSpPr/>
              <p:nvPr/>
            </p:nvSpPr>
            <p:spPr>
              <a:xfrm>
                <a:off x="8528546" y="5349464"/>
                <a:ext cx="89142" cy="178204"/>
              </a:xfrm>
              <a:custGeom>
                <a:avLst/>
                <a:gdLst>
                  <a:gd name="connsiteX0" fmla="*/ 0 w 89141"/>
                  <a:gd name="connsiteY0" fmla="*/ 19248 h 178204"/>
                  <a:gd name="connsiteX1" fmla="*/ 0 w 89141"/>
                  <a:gd name="connsiteY1" fmla="*/ 69338 h 178204"/>
                  <a:gd name="connsiteX2" fmla="*/ 0 w 89141"/>
                  <a:gd name="connsiteY2" fmla="*/ 111889 h 178204"/>
                  <a:gd name="connsiteX3" fmla="*/ 0 w 89141"/>
                  <a:gd name="connsiteY3" fmla="*/ 161992 h 178204"/>
                  <a:gd name="connsiteX4" fmla="*/ 19935 w 89141"/>
                  <a:gd name="connsiteY4" fmla="*/ 181226 h 178204"/>
                  <a:gd name="connsiteX5" fmla="*/ 71827 w 89141"/>
                  <a:gd name="connsiteY5" fmla="*/ 181226 h 178204"/>
                  <a:gd name="connsiteX6" fmla="*/ 91762 w 89141"/>
                  <a:gd name="connsiteY6" fmla="*/ 161992 h 178204"/>
                  <a:gd name="connsiteX7" fmla="*/ 91762 w 89141"/>
                  <a:gd name="connsiteY7" fmla="*/ 111889 h 178204"/>
                  <a:gd name="connsiteX8" fmla="*/ 91762 w 89141"/>
                  <a:gd name="connsiteY8" fmla="*/ 69338 h 178204"/>
                  <a:gd name="connsiteX9" fmla="*/ 91762 w 89141"/>
                  <a:gd name="connsiteY9" fmla="*/ 19248 h 178204"/>
                  <a:gd name="connsiteX10" fmla="*/ 71827 w 89141"/>
                  <a:gd name="connsiteY10" fmla="*/ 0 h 178204"/>
                  <a:gd name="connsiteX11" fmla="*/ 19935 w 89141"/>
                  <a:gd name="connsiteY11" fmla="*/ 0 h 178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9141" h="178204">
                    <a:moveTo>
                      <a:pt x="0" y="19248"/>
                    </a:moveTo>
                    <a:lnTo>
                      <a:pt x="0" y="69338"/>
                    </a:lnTo>
                    <a:lnTo>
                      <a:pt x="0" y="111889"/>
                    </a:lnTo>
                    <a:lnTo>
                      <a:pt x="0" y="161992"/>
                    </a:lnTo>
                    <a:lnTo>
                      <a:pt x="19935" y="181226"/>
                    </a:lnTo>
                    <a:lnTo>
                      <a:pt x="71827" y="181226"/>
                    </a:lnTo>
                    <a:lnTo>
                      <a:pt x="91762" y="161992"/>
                    </a:lnTo>
                    <a:lnTo>
                      <a:pt x="91762" y="111889"/>
                    </a:lnTo>
                    <a:lnTo>
                      <a:pt x="91762" y="69338"/>
                    </a:lnTo>
                    <a:lnTo>
                      <a:pt x="91762" y="19248"/>
                    </a:lnTo>
                    <a:lnTo>
                      <a:pt x="71827" y="0"/>
                    </a:lnTo>
                    <a:lnTo>
                      <a:pt x="19935" y="0"/>
                    </a:lnTo>
                    <a:close/>
                  </a:path>
                </a:pathLst>
              </a:custGeom>
              <a:solidFill>
                <a:srgbClr val="404040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57" name="자유형: 도형 2456">
                <a:extLst>
                  <a:ext uri="{FF2B5EF4-FFF2-40B4-BE49-F238E27FC236}">
                    <a16:creationId xmlns:a16="http://schemas.microsoft.com/office/drawing/2014/main" id="{292424B9-0E04-4AFA-B994-B0E12F08A162}"/>
                  </a:ext>
                </a:extLst>
              </p:cNvPr>
              <p:cNvSpPr/>
              <p:nvPr/>
            </p:nvSpPr>
            <p:spPr>
              <a:xfrm>
                <a:off x="8564899" y="5386466"/>
                <a:ext cx="12735" cy="12729"/>
              </a:xfrm>
              <a:custGeom>
                <a:avLst/>
                <a:gdLst>
                  <a:gd name="connsiteX0" fmla="*/ 0 w 12734"/>
                  <a:gd name="connsiteY0" fmla="*/ 0 h 12728"/>
                  <a:gd name="connsiteX1" fmla="*/ 15067 w 12734"/>
                  <a:gd name="connsiteY1" fmla="*/ 0 h 12728"/>
                  <a:gd name="connsiteX2" fmla="*/ 15067 w 12734"/>
                  <a:gd name="connsiteY2" fmla="*/ 15064 h 12728"/>
                  <a:gd name="connsiteX3" fmla="*/ 0 w 12734"/>
                  <a:gd name="connsiteY3" fmla="*/ 15064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0" y="0"/>
                    </a:moveTo>
                    <a:lnTo>
                      <a:pt x="15067" y="0"/>
                    </a:lnTo>
                    <a:lnTo>
                      <a:pt x="15067" y="15064"/>
                    </a:lnTo>
                    <a:lnTo>
                      <a:pt x="0" y="15064"/>
                    </a:lnTo>
                    <a:close/>
                  </a:path>
                </a:pathLst>
              </a:custGeom>
              <a:solidFill>
                <a:srgbClr val="8C8663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58" name="자유형: 도형 2457">
                <a:extLst>
                  <a:ext uri="{FF2B5EF4-FFF2-40B4-BE49-F238E27FC236}">
                    <a16:creationId xmlns:a16="http://schemas.microsoft.com/office/drawing/2014/main" id="{0097285E-769F-4684-97E4-0B6331008103}"/>
                  </a:ext>
                </a:extLst>
              </p:cNvPr>
              <p:cNvSpPr/>
              <p:nvPr/>
            </p:nvSpPr>
            <p:spPr>
              <a:xfrm>
                <a:off x="8559794" y="5379056"/>
                <a:ext cx="12735" cy="25458"/>
              </a:xfrm>
              <a:custGeom>
                <a:avLst/>
                <a:gdLst>
                  <a:gd name="connsiteX0" fmla="*/ 0 w 0"/>
                  <a:gd name="connsiteY0" fmla="*/ 29286 h 25457"/>
                  <a:gd name="connsiteX1" fmla="*/ 7099 w 0"/>
                  <a:gd name="connsiteY1" fmla="*/ 22143 h 25457"/>
                  <a:gd name="connsiteX2" fmla="*/ 7099 w 0"/>
                  <a:gd name="connsiteY2" fmla="*/ 7143 h 25457"/>
                  <a:gd name="connsiteX3" fmla="*/ 0 w 0"/>
                  <a:gd name="connsiteY3" fmla="*/ 0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9286"/>
                    </a:moveTo>
                    <a:lnTo>
                      <a:pt x="7099" y="22143"/>
                    </a:lnTo>
                    <a:lnTo>
                      <a:pt x="7099" y="714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59" name="자유형: 도형 2458">
                <a:extLst>
                  <a:ext uri="{FF2B5EF4-FFF2-40B4-BE49-F238E27FC236}">
                    <a16:creationId xmlns:a16="http://schemas.microsoft.com/office/drawing/2014/main" id="{4EA81880-84C4-4613-B9DF-0D95CEFC0B2A}"/>
                  </a:ext>
                </a:extLst>
              </p:cNvPr>
              <p:cNvSpPr/>
              <p:nvPr/>
            </p:nvSpPr>
            <p:spPr>
              <a:xfrm>
                <a:off x="8559794" y="5379056"/>
                <a:ext cx="25469" cy="12729"/>
              </a:xfrm>
              <a:custGeom>
                <a:avLst/>
                <a:gdLst>
                  <a:gd name="connsiteX0" fmla="*/ 22184 w 25469"/>
                  <a:gd name="connsiteY0" fmla="*/ 7143 h 0"/>
                  <a:gd name="connsiteX1" fmla="*/ 7099 w 25469"/>
                  <a:gd name="connsiteY1" fmla="*/ 7143 h 0"/>
                  <a:gd name="connsiteX2" fmla="*/ 0 w 25469"/>
                  <a:gd name="connsiteY2" fmla="*/ 0 h 0"/>
                  <a:gd name="connsiteX3" fmla="*/ 29283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184" y="7143"/>
                    </a:moveTo>
                    <a:lnTo>
                      <a:pt x="7099" y="7143"/>
                    </a:lnTo>
                    <a:lnTo>
                      <a:pt x="0" y="0"/>
                    </a:lnTo>
                    <a:lnTo>
                      <a:pt x="29283" y="0"/>
                    </a:lnTo>
                    <a:close/>
                  </a:path>
                </a:pathLst>
              </a:custGeom>
              <a:solidFill>
                <a:srgbClr val="80795B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60" name="자유형: 도형 2459">
                <a:extLst>
                  <a:ext uri="{FF2B5EF4-FFF2-40B4-BE49-F238E27FC236}">
                    <a16:creationId xmlns:a16="http://schemas.microsoft.com/office/drawing/2014/main" id="{34165DAE-457C-4CF2-BD91-35739C8D88F5}"/>
                  </a:ext>
                </a:extLst>
              </p:cNvPr>
              <p:cNvSpPr/>
              <p:nvPr/>
            </p:nvSpPr>
            <p:spPr>
              <a:xfrm>
                <a:off x="8581978" y="5379056"/>
                <a:ext cx="12735" cy="25458"/>
              </a:xfrm>
              <a:custGeom>
                <a:avLst/>
                <a:gdLst>
                  <a:gd name="connsiteX0" fmla="*/ 0 w 0"/>
                  <a:gd name="connsiteY0" fmla="*/ 22143 h 25457"/>
                  <a:gd name="connsiteX1" fmla="*/ 0 w 0"/>
                  <a:gd name="connsiteY1" fmla="*/ 7143 h 25457"/>
                  <a:gd name="connsiteX2" fmla="*/ 7099 w 0"/>
                  <a:gd name="connsiteY2" fmla="*/ 0 h 25457"/>
                  <a:gd name="connsiteX3" fmla="*/ 7099 w 0"/>
                  <a:gd name="connsiteY3" fmla="*/ 29286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2143"/>
                    </a:moveTo>
                    <a:lnTo>
                      <a:pt x="0" y="7143"/>
                    </a:lnTo>
                    <a:lnTo>
                      <a:pt x="7099" y="0"/>
                    </a:lnTo>
                    <a:lnTo>
                      <a:pt x="7099" y="29286"/>
                    </a:lnTo>
                    <a:close/>
                  </a:path>
                </a:pathLst>
              </a:custGeom>
              <a:solidFill>
                <a:srgbClr val="5E5B43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61" name="자유형: 도형 2460">
                <a:extLst>
                  <a:ext uri="{FF2B5EF4-FFF2-40B4-BE49-F238E27FC236}">
                    <a16:creationId xmlns:a16="http://schemas.microsoft.com/office/drawing/2014/main" id="{F6B07F64-3565-4E49-990C-47F39E727694}"/>
                  </a:ext>
                </a:extLst>
              </p:cNvPr>
              <p:cNvSpPr/>
              <p:nvPr/>
            </p:nvSpPr>
            <p:spPr>
              <a:xfrm>
                <a:off x="8559794" y="5401199"/>
                <a:ext cx="25469" cy="12729"/>
              </a:xfrm>
              <a:custGeom>
                <a:avLst/>
                <a:gdLst>
                  <a:gd name="connsiteX0" fmla="*/ 22184 w 25469"/>
                  <a:gd name="connsiteY0" fmla="*/ 0 h 0"/>
                  <a:gd name="connsiteX1" fmla="*/ 29283 w 25469"/>
                  <a:gd name="connsiteY1" fmla="*/ 7143 h 0"/>
                  <a:gd name="connsiteX2" fmla="*/ 0 w 25469"/>
                  <a:gd name="connsiteY2" fmla="*/ 7143 h 0"/>
                  <a:gd name="connsiteX3" fmla="*/ 7099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184" y="0"/>
                    </a:moveTo>
                    <a:lnTo>
                      <a:pt x="29283" y="7143"/>
                    </a:lnTo>
                    <a:lnTo>
                      <a:pt x="0" y="7143"/>
                    </a:lnTo>
                    <a:lnTo>
                      <a:pt x="7099" y="0"/>
                    </a:lnTo>
                    <a:close/>
                  </a:path>
                </a:pathLst>
              </a:custGeom>
              <a:solidFill>
                <a:srgbClr val="9A916C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62" name="자유형: 도형 2461">
                <a:extLst>
                  <a:ext uri="{FF2B5EF4-FFF2-40B4-BE49-F238E27FC236}">
                    <a16:creationId xmlns:a16="http://schemas.microsoft.com/office/drawing/2014/main" id="{6D418528-4D47-4D06-9D11-E4EFDF4EE9D7}"/>
                  </a:ext>
                </a:extLst>
              </p:cNvPr>
              <p:cNvSpPr/>
              <p:nvPr/>
            </p:nvSpPr>
            <p:spPr>
              <a:xfrm>
                <a:off x="8566886" y="5477833"/>
                <a:ext cx="12735" cy="12729"/>
              </a:xfrm>
              <a:custGeom>
                <a:avLst/>
                <a:gdLst>
                  <a:gd name="connsiteX0" fmla="*/ 0 w 12734"/>
                  <a:gd name="connsiteY0" fmla="*/ 0 h 12728"/>
                  <a:gd name="connsiteX1" fmla="*/ 15067 w 12734"/>
                  <a:gd name="connsiteY1" fmla="*/ 0 h 12728"/>
                  <a:gd name="connsiteX2" fmla="*/ 15067 w 12734"/>
                  <a:gd name="connsiteY2" fmla="*/ 15077 h 12728"/>
                  <a:gd name="connsiteX3" fmla="*/ 0 w 12734"/>
                  <a:gd name="connsiteY3" fmla="*/ 15077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0" y="0"/>
                    </a:moveTo>
                    <a:lnTo>
                      <a:pt x="15067" y="0"/>
                    </a:lnTo>
                    <a:lnTo>
                      <a:pt x="15067" y="15077"/>
                    </a:lnTo>
                    <a:lnTo>
                      <a:pt x="0" y="15077"/>
                    </a:lnTo>
                    <a:close/>
                  </a:path>
                </a:pathLst>
              </a:custGeom>
              <a:solidFill>
                <a:srgbClr val="8C8663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63" name="자유형: 도형 2462">
                <a:extLst>
                  <a:ext uri="{FF2B5EF4-FFF2-40B4-BE49-F238E27FC236}">
                    <a16:creationId xmlns:a16="http://schemas.microsoft.com/office/drawing/2014/main" id="{54B70688-F6DB-483D-AE27-AD8E434DBB77}"/>
                  </a:ext>
                </a:extLst>
              </p:cNvPr>
              <p:cNvSpPr/>
              <p:nvPr/>
            </p:nvSpPr>
            <p:spPr>
              <a:xfrm>
                <a:off x="8559794" y="5470753"/>
                <a:ext cx="12735" cy="25458"/>
              </a:xfrm>
              <a:custGeom>
                <a:avLst/>
                <a:gdLst>
                  <a:gd name="connsiteX0" fmla="*/ 0 w 0"/>
                  <a:gd name="connsiteY0" fmla="*/ 29261 h 25457"/>
                  <a:gd name="connsiteX1" fmla="*/ 7099 w 0"/>
                  <a:gd name="connsiteY1" fmla="*/ 22130 h 25457"/>
                  <a:gd name="connsiteX2" fmla="*/ 7099 w 0"/>
                  <a:gd name="connsiteY2" fmla="*/ 7117 h 25457"/>
                  <a:gd name="connsiteX3" fmla="*/ 0 w 0"/>
                  <a:gd name="connsiteY3" fmla="*/ 0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9261"/>
                    </a:moveTo>
                    <a:lnTo>
                      <a:pt x="7099" y="22130"/>
                    </a:lnTo>
                    <a:lnTo>
                      <a:pt x="7099" y="71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64" name="자유형: 도형 2463">
                <a:extLst>
                  <a:ext uri="{FF2B5EF4-FFF2-40B4-BE49-F238E27FC236}">
                    <a16:creationId xmlns:a16="http://schemas.microsoft.com/office/drawing/2014/main" id="{917BCEB0-09E6-4EE5-8E25-E216C0930BCD}"/>
                  </a:ext>
                </a:extLst>
              </p:cNvPr>
              <p:cNvSpPr/>
              <p:nvPr/>
            </p:nvSpPr>
            <p:spPr>
              <a:xfrm>
                <a:off x="8559794" y="5470753"/>
                <a:ext cx="25469" cy="12729"/>
              </a:xfrm>
              <a:custGeom>
                <a:avLst/>
                <a:gdLst>
                  <a:gd name="connsiteX0" fmla="*/ 22184 w 25469"/>
                  <a:gd name="connsiteY0" fmla="*/ 7117 h 0"/>
                  <a:gd name="connsiteX1" fmla="*/ 7099 w 25469"/>
                  <a:gd name="connsiteY1" fmla="*/ 7117 h 0"/>
                  <a:gd name="connsiteX2" fmla="*/ 0 w 25469"/>
                  <a:gd name="connsiteY2" fmla="*/ 0 h 0"/>
                  <a:gd name="connsiteX3" fmla="*/ 29283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184" y="7117"/>
                    </a:moveTo>
                    <a:lnTo>
                      <a:pt x="7099" y="7117"/>
                    </a:lnTo>
                    <a:lnTo>
                      <a:pt x="0" y="0"/>
                    </a:lnTo>
                    <a:lnTo>
                      <a:pt x="29283" y="0"/>
                    </a:lnTo>
                    <a:close/>
                  </a:path>
                </a:pathLst>
              </a:custGeom>
              <a:solidFill>
                <a:srgbClr val="80795B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65" name="자유형: 도형 2464">
                <a:extLst>
                  <a:ext uri="{FF2B5EF4-FFF2-40B4-BE49-F238E27FC236}">
                    <a16:creationId xmlns:a16="http://schemas.microsoft.com/office/drawing/2014/main" id="{161BE7C0-4E24-47DD-8216-539A820B6693}"/>
                  </a:ext>
                </a:extLst>
              </p:cNvPr>
              <p:cNvSpPr/>
              <p:nvPr/>
            </p:nvSpPr>
            <p:spPr>
              <a:xfrm>
                <a:off x="8581978" y="5470753"/>
                <a:ext cx="12735" cy="25458"/>
              </a:xfrm>
              <a:custGeom>
                <a:avLst/>
                <a:gdLst>
                  <a:gd name="connsiteX0" fmla="*/ 0 w 0"/>
                  <a:gd name="connsiteY0" fmla="*/ 22130 h 25457"/>
                  <a:gd name="connsiteX1" fmla="*/ 0 w 0"/>
                  <a:gd name="connsiteY1" fmla="*/ 7117 h 25457"/>
                  <a:gd name="connsiteX2" fmla="*/ 7099 w 0"/>
                  <a:gd name="connsiteY2" fmla="*/ 0 h 25457"/>
                  <a:gd name="connsiteX3" fmla="*/ 7099 w 0"/>
                  <a:gd name="connsiteY3" fmla="*/ 29261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2130"/>
                    </a:moveTo>
                    <a:lnTo>
                      <a:pt x="0" y="7117"/>
                    </a:lnTo>
                    <a:lnTo>
                      <a:pt x="7099" y="0"/>
                    </a:lnTo>
                    <a:lnTo>
                      <a:pt x="7099" y="29261"/>
                    </a:lnTo>
                    <a:close/>
                  </a:path>
                </a:pathLst>
              </a:custGeom>
              <a:solidFill>
                <a:srgbClr val="5E5B43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66" name="자유형: 도형 2465">
                <a:extLst>
                  <a:ext uri="{FF2B5EF4-FFF2-40B4-BE49-F238E27FC236}">
                    <a16:creationId xmlns:a16="http://schemas.microsoft.com/office/drawing/2014/main" id="{8A204AC9-D1AA-451B-A4C6-C705ABE82FBE}"/>
                  </a:ext>
                </a:extLst>
              </p:cNvPr>
              <p:cNvSpPr/>
              <p:nvPr/>
            </p:nvSpPr>
            <p:spPr>
              <a:xfrm>
                <a:off x="8559794" y="5492884"/>
                <a:ext cx="25469" cy="12729"/>
              </a:xfrm>
              <a:custGeom>
                <a:avLst/>
                <a:gdLst>
                  <a:gd name="connsiteX0" fmla="*/ 0 w 25469"/>
                  <a:gd name="connsiteY0" fmla="*/ 7130 h 0"/>
                  <a:gd name="connsiteX1" fmla="*/ 7099 w 25469"/>
                  <a:gd name="connsiteY1" fmla="*/ 0 h 0"/>
                  <a:gd name="connsiteX2" fmla="*/ 22184 w 25469"/>
                  <a:gd name="connsiteY2" fmla="*/ 0 h 0"/>
                  <a:gd name="connsiteX3" fmla="*/ 29283 w 25469"/>
                  <a:gd name="connsiteY3" fmla="*/ 713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0" y="7130"/>
                    </a:moveTo>
                    <a:lnTo>
                      <a:pt x="7099" y="0"/>
                    </a:lnTo>
                    <a:lnTo>
                      <a:pt x="22184" y="0"/>
                    </a:lnTo>
                    <a:lnTo>
                      <a:pt x="29283" y="7130"/>
                    </a:lnTo>
                    <a:close/>
                  </a:path>
                </a:pathLst>
              </a:custGeom>
              <a:solidFill>
                <a:srgbClr val="404040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67" name="자유형: 도형 2466">
                <a:extLst>
                  <a:ext uri="{FF2B5EF4-FFF2-40B4-BE49-F238E27FC236}">
                    <a16:creationId xmlns:a16="http://schemas.microsoft.com/office/drawing/2014/main" id="{BFC3238A-FB3F-42BA-B067-AFFEC0F741CE}"/>
                  </a:ext>
                </a:extLst>
              </p:cNvPr>
              <p:cNvSpPr/>
              <p:nvPr/>
            </p:nvSpPr>
            <p:spPr>
              <a:xfrm>
                <a:off x="8620308" y="5349464"/>
                <a:ext cx="89142" cy="178204"/>
              </a:xfrm>
              <a:custGeom>
                <a:avLst/>
                <a:gdLst>
                  <a:gd name="connsiteX0" fmla="*/ 0 w 89141"/>
                  <a:gd name="connsiteY0" fmla="*/ 19248 h 178204"/>
                  <a:gd name="connsiteX1" fmla="*/ 0 w 89141"/>
                  <a:gd name="connsiteY1" fmla="*/ 69338 h 178204"/>
                  <a:gd name="connsiteX2" fmla="*/ 0 w 89141"/>
                  <a:gd name="connsiteY2" fmla="*/ 111889 h 178204"/>
                  <a:gd name="connsiteX3" fmla="*/ 0 w 89141"/>
                  <a:gd name="connsiteY3" fmla="*/ 161992 h 178204"/>
                  <a:gd name="connsiteX4" fmla="*/ 19953 w 89141"/>
                  <a:gd name="connsiteY4" fmla="*/ 181226 h 178204"/>
                  <a:gd name="connsiteX5" fmla="*/ 71844 w 89141"/>
                  <a:gd name="connsiteY5" fmla="*/ 181226 h 178204"/>
                  <a:gd name="connsiteX6" fmla="*/ 91780 w 89141"/>
                  <a:gd name="connsiteY6" fmla="*/ 161992 h 178204"/>
                  <a:gd name="connsiteX7" fmla="*/ 91780 w 89141"/>
                  <a:gd name="connsiteY7" fmla="*/ 111889 h 178204"/>
                  <a:gd name="connsiteX8" fmla="*/ 91780 w 89141"/>
                  <a:gd name="connsiteY8" fmla="*/ 69338 h 178204"/>
                  <a:gd name="connsiteX9" fmla="*/ 91780 w 89141"/>
                  <a:gd name="connsiteY9" fmla="*/ 19248 h 178204"/>
                  <a:gd name="connsiteX10" fmla="*/ 71844 w 89141"/>
                  <a:gd name="connsiteY10" fmla="*/ 0 h 178204"/>
                  <a:gd name="connsiteX11" fmla="*/ 19953 w 89141"/>
                  <a:gd name="connsiteY11" fmla="*/ 0 h 178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9141" h="178204">
                    <a:moveTo>
                      <a:pt x="0" y="19248"/>
                    </a:moveTo>
                    <a:lnTo>
                      <a:pt x="0" y="69338"/>
                    </a:lnTo>
                    <a:lnTo>
                      <a:pt x="0" y="111889"/>
                    </a:lnTo>
                    <a:lnTo>
                      <a:pt x="0" y="161992"/>
                    </a:lnTo>
                    <a:lnTo>
                      <a:pt x="19953" y="181226"/>
                    </a:lnTo>
                    <a:lnTo>
                      <a:pt x="71844" y="181226"/>
                    </a:lnTo>
                    <a:lnTo>
                      <a:pt x="91780" y="161992"/>
                    </a:lnTo>
                    <a:lnTo>
                      <a:pt x="91780" y="111889"/>
                    </a:lnTo>
                    <a:lnTo>
                      <a:pt x="91780" y="69338"/>
                    </a:lnTo>
                    <a:lnTo>
                      <a:pt x="91780" y="19248"/>
                    </a:lnTo>
                    <a:lnTo>
                      <a:pt x="71844" y="0"/>
                    </a:lnTo>
                    <a:lnTo>
                      <a:pt x="19953" y="0"/>
                    </a:lnTo>
                    <a:close/>
                  </a:path>
                </a:pathLst>
              </a:custGeom>
              <a:solidFill>
                <a:srgbClr val="404040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68" name="자유형: 도형 2467">
                <a:extLst>
                  <a:ext uri="{FF2B5EF4-FFF2-40B4-BE49-F238E27FC236}">
                    <a16:creationId xmlns:a16="http://schemas.microsoft.com/office/drawing/2014/main" id="{F749D54B-4687-4074-AE08-14E4FD284C57}"/>
                  </a:ext>
                </a:extLst>
              </p:cNvPr>
              <p:cNvSpPr/>
              <p:nvPr/>
            </p:nvSpPr>
            <p:spPr>
              <a:xfrm>
                <a:off x="8620308" y="5349464"/>
                <a:ext cx="89142" cy="178204"/>
              </a:xfrm>
              <a:custGeom>
                <a:avLst/>
                <a:gdLst>
                  <a:gd name="connsiteX0" fmla="*/ 0 w 89141"/>
                  <a:gd name="connsiteY0" fmla="*/ 19248 h 178204"/>
                  <a:gd name="connsiteX1" fmla="*/ 0 w 89141"/>
                  <a:gd name="connsiteY1" fmla="*/ 69338 h 178204"/>
                  <a:gd name="connsiteX2" fmla="*/ 0 w 89141"/>
                  <a:gd name="connsiteY2" fmla="*/ 111889 h 178204"/>
                  <a:gd name="connsiteX3" fmla="*/ 0 w 89141"/>
                  <a:gd name="connsiteY3" fmla="*/ 161992 h 178204"/>
                  <a:gd name="connsiteX4" fmla="*/ 19953 w 89141"/>
                  <a:gd name="connsiteY4" fmla="*/ 181226 h 178204"/>
                  <a:gd name="connsiteX5" fmla="*/ 71844 w 89141"/>
                  <a:gd name="connsiteY5" fmla="*/ 181226 h 178204"/>
                  <a:gd name="connsiteX6" fmla="*/ 91780 w 89141"/>
                  <a:gd name="connsiteY6" fmla="*/ 161992 h 178204"/>
                  <a:gd name="connsiteX7" fmla="*/ 91780 w 89141"/>
                  <a:gd name="connsiteY7" fmla="*/ 111889 h 178204"/>
                  <a:gd name="connsiteX8" fmla="*/ 91780 w 89141"/>
                  <a:gd name="connsiteY8" fmla="*/ 69338 h 178204"/>
                  <a:gd name="connsiteX9" fmla="*/ 91780 w 89141"/>
                  <a:gd name="connsiteY9" fmla="*/ 19248 h 178204"/>
                  <a:gd name="connsiteX10" fmla="*/ 71844 w 89141"/>
                  <a:gd name="connsiteY10" fmla="*/ 0 h 178204"/>
                  <a:gd name="connsiteX11" fmla="*/ 19953 w 89141"/>
                  <a:gd name="connsiteY11" fmla="*/ 0 h 178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9141" h="178204">
                    <a:moveTo>
                      <a:pt x="0" y="19248"/>
                    </a:moveTo>
                    <a:lnTo>
                      <a:pt x="0" y="69338"/>
                    </a:lnTo>
                    <a:lnTo>
                      <a:pt x="0" y="111889"/>
                    </a:lnTo>
                    <a:lnTo>
                      <a:pt x="0" y="161992"/>
                    </a:lnTo>
                    <a:lnTo>
                      <a:pt x="19953" y="181226"/>
                    </a:lnTo>
                    <a:lnTo>
                      <a:pt x="71844" y="181226"/>
                    </a:lnTo>
                    <a:lnTo>
                      <a:pt x="91780" y="161992"/>
                    </a:lnTo>
                    <a:lnTo>
                      <a:pt x="91780" y="111889"/>
                    </a:lnTo>
                    <a:lnTo>
                      <a:pt x="91780" y="69338"/>
                    </a:lnTo>
                    <a:lnTo>
                      <a:pt x="91780" y="19248"/>
                    </a:lnTo>
                    <a:lnTo>
                      <a:pt x="71844" y="0"/>
                    </a:lnTo>
                    <a:lnTo>
                      <a:pt x="19953" y="0"/>
                    </a:lnTo>
                    <a:close/>
                  </a:path>
                </a:pathLst>
              </a:custGeom>
              <a:solidFill>
                <a:srgbClr val="404040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69" name="자유형: 도형 2468">
                <a:extLst>
                  <a:ext uri="{FF2B5EF4-FFF2-40B4-BE49-F238E27FC236}">
                    <a16:creationId xmlns:a16="http://schemas.microsoft.com/office/drawing/2014/main" id="{62F5849B-8906-436C-9B58-61131D7B374C}"/>
                  </a:ext>
                </a:extLst>
              </p:cNvPr>
              <p:cNvSpPr/>
              <p:nvPr/>
            </p:nvSpPr>
            <p:spPr>
              <a:xfrm>
                <a:off x="8656588" y="5386148"/>
                <a:ext cx="12735" cy="12729"/>
              </a:xfrm>
              <a:custGeom>
                <a:avLst/>
                <a:gdLst>
                  <a:gd name="connsiteX0" fmla="*/ 0 w 12734"/>
                  <a:gd name="connsiteY0" fmla="*/ 0 h 12728"/>
                  <a:gd name="connsiteX1" fmla="*/ 15067 w 12734"/>
                  <a:gd name="connsiteY1" fmla="*/ 0 h 12728"/>
                  <a:gd name="connsiteX2" fmla="*/ 15067 w 12734"/>
                  <a:gd name="connsiteY2" fmla="*/ 15064 h 12728"/>
                  <a:gd name="connsiteX3" fmla="*/ 0 w 12734"/>
                  <a:gd name="connsiteY3" fmla="*/ 15064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0" y="0"/>
                    </a:moveTo>
                    <a:lnTo>
                      <a:pt x="15067" y="0"/>
                    </a:lnTo>
                    <a:lnTo>
                      <a:pt x="15067" y="15064"/>
                    </a:lnTo>
                    <a:lnTo>
                      <a:pt x="0" y="15064"/>
                    </a:lnTo>
                    <a:close/>
                  </a:path>
                </a:pathLst>
              </a:custGeom>
              <a:solidFill>
                <a:srgbClr val="8C8663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70" name="자유형: 도형 2469">
                <a:extLst>
                  <a:ext uri="{FF2B5EF4-FFF2-40B4-BE49-F238E27FC236}">
                    <a16:creationId xmlns:a16="http://schemas.microsoft.com/office/drawing/2014/main" id="{EDA2DB40-D8C8-4EFF-BDDB-1955190CD966}"/>
                  </a:ext>
                </a:extLst>
              </p:cNvPr>
              <p:cNvSpPr/>
              <p:nvPr/>
            </p:nvSpPr>
            <p:spPr>
              <a:xfrm>
                <a:off x="8651556" y="5379056"/>
                <a:ext cx="12735" cy="25458"/>
              </a:xfrm>
              <a:custGeom>
                <a:avLst/>
                <a:gdLst>
                  <a:gd name="connsiteX0" fmla="*/ 0 w 0"/>
                  <a:gd name="connsiteY0" fmla="*/ 29286 h 25457"/>
                  <a:gd name="connsiteX1" fmla="*/ 7135 w 0"/>
                  <a:gd name="connsiteY1" fmla="*/ 22143 h 25457"/>
                  <a:gd name="connsiteX2" fmla="*/ 7135 w 0"/>
                  <a:gd name="connsiteY2" fmla="*/ 7143 h 25457"/>
                  <a:gd name="connsiteX3" fmla="*/ 0 w 0"/>
                  <a:gd name="connsiteY3" fmla="*/ 0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9286"/>
                    </a:moveTo>
                    <a:lnTo>
                      <a:pt x="7135" y="22143"/>
                    </a:lnTo>
                    <a:lnTo>
                      <a:pt x="7135" y="714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71" name="자유형: 도형 2470">
                <a:extLst>
                  <a:ext uri="{FF2B5EF4-FFF2-40B4-BE49-F238E27FC236}">
                    <a16:creationId xmlns:a16="http://schemas.microsoft.com/office/drawing/2014/main" id="{990A7F36-2B28-4CE5-A662-267D2B4FD935}"/>
                  </a:ext>
                </a:extLst>
              </p:cNvPr>
              <p:cNvSpPr/>
              <p:nvPr/>
            </p:nvSpPr>
            <p:spPr>
              <a:xfrm>
                <a:off x="8651556" y="5379056"/>
                <a:ext cx="25469" cy="12729"/>
              </a:xfrm>
              <a:custGeom>
                <a:avLst/>
                <a:gdLst>
                  <a:gd name="connsiteX0" fmla="*/ 22219 w 25469"/>
                  <a:gd name="connsiteY0" fmla="*/ 7143 h 0"/>
                  <a:gd name="connsiteX1" fmla="*/ 7135 w 25469"/>
                  <a:gd name="connsiteY1" fmla="*/ 7143 h 0"/>
                  <a:gd name="connsiteX2" fmla="*/ 0 w 25469"/>
                  <a:gd name="connsiteY2" fmla="*/ 0 h 0"/>
                  <a:gd name="connsiteX3" fmla="*/ 29283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219" y="7143"/>
                    </a:moveTo>
                    <a:lnTo>
                      <a:pt x="7135" y="7143"/>
                    </a:lnTo>
                    <a:lnTo>
                      <a:pt x="0" y="0"/>
                    </a:lnTo>
                    <a:lnTo>
                      <a:pt x="29283" y="0"/>
                    </a:lnTo>
                    <a:close/>
                  </a:path>
                </a:pathLst>
              </a:custGeom>
              <a:solidFill>
                <a:srgbClr val="80795B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72" name="자유형: 도형 2471">
                <a:extLst>
                  <a:ext uri="{FF2B5EF4-FFF2-40B4-BE49-F238E27FC236}">
                    <a16:creationId xmlns:a16="http://schemas.microsoft.com/office/drawing/2014/main" id="{3A1AA4EF-1396-4B94-9CA4-5C3E8B9D8F43}"/>
                  </a:ext>
                </a:extLst>
              </p:cNvPr>
              <p:cNvSpPr/>
              <p:nvPr/>
            </p:nvSpPr>
            <p:spPr>
              <a:xfrm>
                <a:off x="8673775" y="5379056"/>
                <a:ext cx="12735" cy="25458"/>
              </a:xfrm>
              <a:custGeom>
                <a:avLst/>
                <a:gdLst>
                  <a:gd name="connsiteX0" fmla="*/ 0 w 0"/>
                  <a:gd name="connsiteY0" fmla="*/ 22143 h 25457"/>
                  <a:gd name="connsiteX1" fmla="*/ 0 w 0"/>
                  <a:gd name="connsiteY1" fmla="*/ 7143 h 25457"/>
                  <a:gd name="connsiteX2" fmla="*/ 7064 w 0"/>
                  <a:gd name="connsiteY2" fmla="*/ 0 h 25457"/>
                  <a:gd name="connsiteX3" fmla="*/ 7064 w 0"/>
                  <a:gd name="connsiteY3" fmla="*/ 29286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2143"/>
                    </a:moveTo>
                    <a:lnTo>
                      <a:pt x="0" y="7143"/>
                    </a:lnTo>
                    <a:lnTo>
                      <a:pt x="7064" y="0"/>
                    </a:lnTo>
                    <a:lnTo>
                      <a:pt x="7064" y="29286"/>
                    </a:lnTo>
                    <a:close/>
                  </a:path>
                </a:pathLst>
              </a:custGeom>
              <a:solidFill>
                <a:srgbClr val="5E5B43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73" name="자유형: 도형 2472">
                <a:extLst>
                  <a:ext uri="{FF2B5EF4-FFF2-40B4-BE49-F238E27FC236}">
                    <a16:creationId xmlns:a16="http://schemas.microsoft.com/office/drawing/2014/main" id="{4F5E75A4-27ED-4E08-9A91-7B471C4D11CF}"/>
                  </a:ext>
                </a:extLst>
              </p:cNvPr>
              <p:cNvSpPr/>
              <p:nvPr/>
            </p:nvSpPr>
            <p:spPr>
              <a:xfrm>
                <a:off x="8651556" y="5401199"/>
                <a:ext cx="25469" cy="12729"/>
              </a:xfrm>
              <a:custGeom>
                <a:avLst/>
                <a:gdLst>
                  <a:gd name="connsiteX0" fmla="*/ 22219 w 25469"/>
                  <a:gd name="connsiteY0" fmla="*/ 0 h 0"/>
                  <a:gd name="connsiteX1" fmla="*/ 29283 w 25469"/>
                  <a:gd name="connsiteY1" fmla="*/ 7143 h 0"/>
                  <a:gd name="connsiteX2" fmla="*/ 0 w 25469"/>
                  <a:gd name="connsiteY2" fmla="*/ 7143 h 0"/>
                  <a:gd name="connsiteX3" fmla="*/ 7135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219" y="0"/>
                    </a:moveTo>
                    <a:lnTo>
                      <a:pt x="29283" y="7143"/>
                    </a:lnTo>
                    <a:lnTo>
                      <a:pt x="0" y="7143"/>
                    </a:lnTo>
                    <a:lnTo>
                      <a:pt x="7135" y="0"/>
                    </a:lnTo>
                    <a:close/>
                  </a:path>
                </a:pathLst>
              </a:custGeom>
              <a:solidFill>
                <a:srgbClr val="9A916C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74" name="자유형: 도형 2473">
                <a:extLst>
                  <a:ext uri="{FF2B5EF4-FFF2-40B4-BE49-F238E27FC236}">
                    <a16:creationId xmlns:a16="http://schemas.microsoft.com/office/drawing/2014/main" id="{71C9D235-FB32-4766-A0C4-C8B586F8E386}"/>
                  </a:ext>
                </a:extLst>
              </p:cNvPr>
              <p:cNvSpPr/>
              <p:nvPr/>
            </p:nvSpPr>
            <p:spPr>
              <a:xfrm>
                <a:off x="8656588" y="5478101"/>
                <a:ext cx="12735" cy="12729"/>
              </a:xfrm>
              <a:custGeom>
                <a:avLst/>
                <a:gdLst>
                  <a:gd name="connsiteX0" fmla="*/ 0 w 12734"/>
                  <a:gd name="connsiteY0" fmla="*/ 0 h 12728"/>
                  <a:gd name="connsiteX1" fmla="*/ 15067 w 12734"/>
                  <a:gd name="connsiteY1" fmla="*/ 0 h 12728"/>
                  <a:gd name="connsiteX2" fmla="*/ 15067 w 12734"/>
                  <a:gd name="connsiteY2" fmla="*/ 15077 h 12728"/>
                  <a:gd name="connsiteX3" fmla="*/ 0 w 12734"/>
                  <a:gd name="connsiteY3" fmla="*/ 15077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0" y="0"/>
                    </a:moveTo>
                    <a:lnTo>
                      <a:pt x="15067" y="0"/>
                    </a:lnTo>
                    <a:lnTo>
                      <a:pt x="15067" y="15077"/>
                    </a:lnTo>
                    <a:lnTo>
                      <a:pt x="0" y="15077"/>
                    </a:lnTo>
                    <a:close/>
                  </a:path>
                </a:pathLst>
              </a:custGeom>
              <a:solidFill>
                <a:srgbClr val="404040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75" name="자유형: 도형 2474">
                <a:extLst>
                  <a:ext uri="{FF2B5EF4-FFF2-40B4-BE49-F238E27FC236}">
                    <a16:creationId xmlns:a16="http://schemas.microsoft.com/office/drawing/2014/main" id="{F64C85FD-B7B1-4A4D-99D9-09D0419B5CBB}"/>
                  </a:ext>
                </a:extLst>
              </p:cNvPr>
              <p:cNvSpPr/>
              <p:nvPr/>
            </p:nvSpPr>
            <p:spPr>
              <a:xfrm>
                <a:off x="8651556" y="5470753"/>
                <a:ext cx="12735" cy="25458"/>
              </a:xfrm>
              <a:custGeom>
                <a:avLst/>
                <a:gdLst>
                  <a:gd name="connsiteX0" fmla="*/ 0 w 0"/>
                  <a:gd name="connsiteY0" fmla="*/ 29261 h 25457"/>
                  <a:gd name="connsiteX1" fmla="*/ 7135 w 0"/>
                  <a:gd name="connsiteY1" fmla="*/ 22130 h 25457"/>
                  <a:gd name="connsiteX2" fmla="*/ 7135 w 0"/>
                  <a:gd name="connsiteY2" fmla="*/ 7117 h 25457"/>
                  <a:gd name="connsiteX3" fmla="*/ 0 w 0"/>
                  <a:gd name="connsiteY3" fmla="*/ 0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9261"/>
                    </a:moveTo>
                    <a:lnTo>
                      <a:pt x="7135" y="22130"/>
                    </a:lnTo>
                    <a:lnTo>
                      <a:pt x="7135" y="71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04040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76" name="자유형: 도형 2475">
                <a:extLst>
                  <a:ext uri="{FF2B5EF4-FFF2-40B4-BE49-F238E27FC236}">
                    <a16:creationId xmlns:a16="http://schemas.microsoft.com/office/drawing/2014/main" id="{736B5D9D-9458-41FF-87A2-0C0A2019C1DA}"/>
                  </a:ext>
                </a:extLst>
              </p:cNvPr>
              <p:cNvSpPr/>
              <p:nvPr/>
            </p:nvSpPr>
            <p:spPr>
              <a:xfrm>
                <a:off x="8651556" y="5470753"/>
                <a:ext cx="25469" cy="12729"/>
              </a:xfrm>
              <a:custGeom>
                <a:avLst/>
                <a:gdLst>
                  <a:gd name="connsiteX0" fmla="*/ 22219 w 25469"/>
                  <a:gd name="connsiteY0" fmla="*/ 7117 h 0"/>
                  <a:gd name="connsiteX1" fmla="*/ 7135 w 25469"/>
                  <a:gd name="connsiteY1" fmla="*/ 7117 h 0"/>
                  <a:gd name="connsiteX2" fmla="*/ 0 w 25469"/>
                  <a:gd name="connsiteY2" fmla="*/ 0 h 0"/>
                  <a:gd name="connsiteX3" fmla="*/ 29283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219" y="7117"/>
                    </a:moveTo>
                    <a:lnTo>
                      <a:pt x="7135" y="7117"/>
                    </a:lnTo>
                    <a:lnTo>
                      <a:pt x="0" y="0"/>
                    </a:lnTo>
                    <a:lnTo>
                      <a:pt x="29283" y="0"/>
                    </a:lnTo>
                    <a:close/>
                  </a:path>
                </a:pathLst>
              </a:custGeom>
              <a:solidFill>
                <a:srgbClr val="404040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77" name="자유형: 도형 2476">
                <a:extLst>
                  <a:ext uri="{FF2B5EF4-FFF2-40B4-BE49-F238E27FC236}">
                    <a16:creationId xmlns:a16="http://schemas.microsoft.com/office/drawing/2014/main" id="{DA1DB20F-E1F4-466C-B543-32C76B23E285}"/>
                  </a:ext>
                </a:extLst>
              </p:cNvPr>
              <p:cNvSpPr/>
              <p:nvPr/>
            </p:nvSpPr>
            <p:spPr>
              <a:xfrm>
                <a:off x="8673775" y="5470753"/>
                <a:ext cx="12735" cy="25458"/>
              </a:xfrm>
              <a:custGeom>
                <a:avLst/>
                <a:gdLst>
                  <a:gd name="connsiteX0" fmla="*/ 0 w 0"/>
                  <a:gd name="connsiteY0" fmla="*/ 22130 h 25457"/>
                  <a:gd name="connsiteX1" fmla="*/ 0 w 0"/>
                  <a:gd name="connsiteY1" fmla="*/ 7117 h 25457"/>
                  <a:gd name="connsiteX2" fmla="*/ 7064 w 0"/>
                  <a:gd name="connsiteY2" fmla="*/ 0 h 25457"/>
                  <a:gd name="connsiteX3" fmla="*/ 7064 w 0"/>
                  <a:gd name="connsiteY3" fmla="*/ 29261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2130"/>
                    </a:moveTo>
                    <a:lnTo>
                      <a:pt x="0" y="7117"/>
                    </a:lnTo>
                    <a:lnTo>
                      <a:pt x="7064" y="0"/>
                    </a:lnTo>
                    <a:lnTo>
                      <a:pt x="7064" y="29261"/>
                    </a:lnTo>
                    <a:close/>
                  </a:path>
                </a:pathLst>
              </a:custGeom>
              <a:solidFill>
                <a:srgbClr val="404040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78" name="자유형: 도형 2477">
                <a:extLst>
                  <a:ext uri="{FF2B5EF4-FFF2-40B4-BE49-F238E27FC236}">
                    <a16:creationId xmlns:a16="http://schemas.microsoft.com/office/drawing/2014/main" id="{2CFAACBD-7B2B-4450-BBA1-C32B9803E382}"/>
                  </a:ext>
                </a:extLst>
              </p:cNvPr>
              <p:cNvSpPr/>
              <p:nvPr/>
            </p:nvSpPr>
            <p:spPr>
              <a:xfrm>
                <a:off x="8651556" y="5492884"/>
                <a:ext cx="25469" cy="12729"/>
              </a:xfrm>
              <a:custGeom>
                <a:avLst/>
                <a:gdLst>
                  <a:gd name="connsiteX0" fmla="*/ 0 w 25469"/>
                  <a:gd name="connsiteY0" fmla="*/ 7130 h 0"/>
                  <a:gd name="connsiteX1" fmla="*/ 7135 w 25469"/>
                  <a:gd name="connsiteY1" fmla="*/ 0 h 0"/>
                  <a:gd name="connsiteX2" fmla="*/ 22219 w 25469"/>
                  <a:gd name="connsiteY2" fmla="*/ 0 h 0"/>
                  <a:gd name="connsiteX3" fmla="*/ 29283 w 25469"/>
                  <a:gd name="connsiteY3" fmla="*/ 713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0" y="7130"/>
                    </a:moveTo>
                    <a:lnTo>
                      <a:pt x="7135" y="0"/>
                    </a:lnTo>
                    <a:lnTo>
                      <a:pt x="22219" y="0"/>
                    </a:lnTo>
                    <a:lnTo>
                      <a:pt x="29283" y="7130"/>
                    </a:lnTo>
                    <a:close/>
                  </a:path>
                </a:pathLst>
              </a:custGeom>
              <a:solidFill>
                <a:srgbClr val="404040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36" name="자유형: 도형 1735">
                <a:extLst>
                  <a:ext uri="{FF2B5EF4-FFF2-40B4-BE49-F238E27FC236}">
                    <a16:creationId xmlns:a16="http://schemas.microsoft.com/office/drawing/2014/main" id="{B36DEBEA-F35E-440A-99EC-38E9D6FA95ED}"/>
                  </a:ext>
                </a:extLst>
              </p:cNvPr>
              <p:cNvSpPr/>
              <p:nvPr/>
            </p:nvSpPr>
            <p:spPr>
              <a:xfrm>
                <a:off x="1396298" y="4572574"/>
                <a:ext cx="1636568" cy="1954709"/>
              </a:xfrm>
              <a:custGeom>
                <a:avLst/>
                <a:gdLst>
                  <a:gd name="connsiteX0" fmla="*/ 1616561 w 1636568"/>
                  <a:gd name="connsiteY0" fmla="*/ 25 h 1954708"/>
                  <a:gd name="connsiteX1" fmla="*/ 1642138 w 1636568"/>
                  <a:gd name="connsiteY1" fmla="*/ 25678 h 1954708"/>
                  <a:gd name="connsiteX2" fmla="*/ 1642138 w 1636568"/>
                  <a:gd name="connsiteY2" fmla="*/ 1936672 h 1954708"/>
                  <a:gd name="connsiteX3" fmla="*/ 1616561 w 1636568"/>
                  <a:gd name="connsiteY3" fmla="*/ 1962312 h 1954708"/>
                  <a:gd name="connsiteX4" fmla="*/ 25602 w 1636568"/>
                  <a:gd name="connsiteY4" fmla="*/ 1962312 h 1954708"/>
                  <a:gd name="connsiteX5" fmla="*/ 0 w 1636568"/>
                  <a:gd name="connsiteY5" fmla="*/ 1936672 h 1954708"/>
                  <a:gd name="connsiteX6" fmla="*/ 0 w 1636568"/>
                  <a:gd name="connsiteY6" fmla="*/ 25614 h 1954708"/>
                  <a:gd name="connsiteX7" fmla="*/ 25602 w 1636568"/>
                  <a:gd name="connsiteY7" fmla="*/ 0 h 1954708"/>
                  <a:gd name="connsiteX8" fmla="*/ 1616561 w 1636568"/>
                  <a:gd name="connsiteY8" fmla="*/ 25 h 1954708"/>
                  <a:gd name="connsiteX9" fmla="*/ 1616561 w 1636568"/>
                  <a:gd name="connsiteY9" fmla="*/ 25 h 1954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36568" h="1954708">
                    <a:moveTo>
                      <a:pt x="1616561" y="25"/>
                    </a:moveTo>
                    <a:cubicBezTo>
                      <a:pt x="1631608" y="25"/>
                      <a:pt x="1642138" y="13708"/>
                      <a:pt x="1642138" y="25678"/>
                    </a:cubicBezTo>
                    <a:lnTo>
                      <a:pt x="1642138" y="1936672"/>
                    </a:lnTo>
                    <a:cubicBezTo>
                      <a:pt x="1642138" y="1953642"/>
                      <a:pt x="1633460" y="1962312"/>
                      <a:pt x="1616561" y="1962312"/>
                    </a:cubicBezTo>
                    <a:lnTo>
                      <a:pt x="25602" y="1962312"/>
                    </a:lnTo>
                    <a:cubicBezTo>
                      <a:pt x="12052" y="1962312"/>
                      <a:pt x="0" y="1951624"/>
                      <a:pt x="0" y="1936672"/>
                    </a:cubicBezTo>
                    <a:lnTo>
                      <a:pt x="0" y="25614"/>
                    </a:lnTo>
                    <a:cubicBezTo>
                      <a:pt x="0" y="11677"/>
                      <a:pt x="10035" y="0"/>
                      <a:pt x="25602" y="0"/>
                    </a:cubicBezTo>
                    <a:lnTo>
                      <a:pt x="1616561" y="25"/>
                    </a:lnTo>
                    <a:lnTo>
                      <a:pt x="1616561" y="25"/>
                    </a:lnTo>
                    <a:close/>
                  </a:path>
                </a:pathLst>
              </a:custGeom>
              <a:solidFill>
                <a:srgbClr val="D2D2D2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37" name="자유형: 도형 1736">
                <a:extLst>
                  <a:ext uri="{FF2B5EF4-FFF2-40B4-BE49-F238E27FC236}">
                    <a16:creationId xmlns:a16="http://schemas.microsoft.com/office/drawing/2014/main" id="{A4B801CC-BD41-4F00-9A88-9B46D43C74DB}"/>
                  </a:ext>
                </a:extLst>
              </p:cNvPr>
              <p:cNvSpPr/>
              <p:nvPr/>
            </p:nvSpPr>
            <p:spPr>
              <a:xfrm>
                <a:off x="1396298" y="4572587"/>
                <a:ext cx="1636568" cy="444252"/>
              </a:xfrm>
              <a:custGeom>
                <a:avLst/>
                <a:gdLst>
                  <a:gd name="connsiteX0" fmla="*/ 0 w 1636568"/>
                  <a:gd name="connsiteY0" fmla="*/ 448453 h 444251"/>
                  <a:gd name="connsiteX1" fmla="*/ 0 w 1636568"/>
                  <a:gd name="connsiteY1" fmla="*/ 25665 h 444251"/>
                  <a:gd name="connsiteX2" fmla="*/ 25602 w 1636568"/>
                  <a:gd name="connsiteY2" fmla="*/ 0 h 444251"/>
                  <a:gd name="connsiteX3" fmla="*/ 1616574 w 1636568"/>
                  <a:gd name="connsiteY3" fmla="*/ 38 h 444251"/>
                  <a:gd name="connsiteX4" fmla="*/ 1616574 w 1636568"/>
                  <a:gd name="connsiteY4" fmla="*/ 38 h 444251"/>
                  <a:gd name="connsiteX5" fmla="*/ 1642163 w 1636568"/>
                  <a:gd name="connsiteY5" fmla="*/ 25716 h 444251"/>
                  <a:gd name="connsiteX6" fmla="*/ 1642163 w 1636568"/>
                  <a:gd name="connsiteY6" fmla="*/ 448428 h 444251"/>
                  <a:gd name="connsiteX7" fmla="*/ 0 w 1636568"/>
                  <a:gd name="connsiteY7" fmla="*/ 448428 h 444251"/>
                  <a:gd name="connsiteX8" fmla="*/ 0 w 1636568"/>
                  <a:gd name="connsiteY8" fmla="*/ 448453 h 444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36568" h="444251">
                    <a:moveTo>
                      <a:pt x="0" y="448453"/>
                    </a:moveTo>
                    <a:lnTo>
                      <a:pt x="0" y="25665"/>
                    </a:lnTo>
                    <a:cubicBezTo>
                      <a:pt x="0" y="11703"/>
                      <a:pt x="10035" y="0"/>
                      <a:pt x="25602" y="0"/>
                    </a:cubicBezTo>
                    <a:lnTo>
                      <a:pt x="1616574" y="38"/>
                    </a:lnTo>
                    <a:lnTo>
                      <a:pt x="1616574" y="38"/>
                    </a:lnTo>
                    <a:cubicBezTo>
                      <a:pt x="1631633" y="38"/>
                      <a:pt x="1642163" y="13721"/>
                      <a:pt x="1642163" y="25716"/>
                    </a:cubicBezTo>
                    <a:lnTo>
                      <a:pt x="1642163" y="448428"/>
                    </a:lnTo>
                    <a:lnTo>
                      <a:pt x="0" y="448428"/>
                    </a:lnTo>
                    <a:lnTo>
                      <a:pt x="0" y="448453"/>
                    </a:lnTo>
                    <a:close/>
                  </a:path>
                </a:pathLst>
              </a:custGeom>
              <a:solidFill>
                <a:srgbClr val="FFC900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38" name="자유형: 도형 1737">
                <a:extLst>
                  <a:ext uri="{FF2B5EF4-FFF2-40B4-BE49-F238E27FC236}">
                    <a16:creationId xmlns:a16="http://schemas.microsoft.com/office/drawing/2014/main" id="{C9D71C37-036E-418E-A3F5-2856F5EBA6C0}"/>
                  </a:ext>
                </a:extLst>
              </p:cNvPr>
              <p:cNvSpPr/>
              <p:nvPr/>
            </p:nvSpPr>
            <p:spPr>
              <a:xfrm>
                <a:off x="1396298" y="4572587"/>
                <a:ext cx="1636568" cy="317323"/>
              </a:xfrm>
              <a:custGeom>
                <a:avLst/>
                <a:gdLst>
                  <a:gd name="connsiteX0" fmla="*/ 0 w 1636568"/>
                  <a:gd name="connsiteY0" fmla="*/ 319925 h 317322"/>
                  <a:gd name="connsiteX1" fmla="*/ 0 w 1636568"/>
                  <a:gd name="connsiteY1" fmla="*/ 25665 h 317322"/>
                  <a:gd name="connsiteX2" fmla="*/ 25602 w 1636568"/>
                  <a:gd name="connsiteY2" fmla="*/ 0 h 317322"/>
                  <a:gd name="connsiteX3" fmla="*/ 1616574 w 1636568"/>
                  <a:gd name="connsiteY3" fmla="*/ 38 h 317322"/>
                  <a:gd name="connsiteX4" fmla="*/ 1616574 w 1636568"/>
                  <a:gd name="connsiteY4" fmla="*/ 38 h 317322"/>
                  <a:gd name="connsiteX5" fmla="*/ 1642163 w 1636568"/>
                  <a:gd name="connsiteY5" fmla="*/ 25716 h 317322"/>
                  <a:gd name="connsiteX6" fmla="*/ 1642163 w 1636568"/>
                  <a:gd name="connsiteY6" fmla="*/ 319874 h 317322"/>
                  <a:gd name="connsiteX7" fmla="*/ 0 w 1636568"/>
                  <a:gd name="connsiteY7" fmla="*/ 319874 h 317322"/>
                  <a:gd name="connsiteX8" fmla="*/ 0 w 1636568"/>
                  <a:gd name="connsiteY8" fmla="*/ 319925 h 317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36568" h="317322">
                    <a:moveTo>
                      <a:pt x="0" y="319925"/>
                    </a:moveTo>
                    <a:lnTo>
                      <a:pt x="0" y="25665"/>
                    </a:lnTo>
                    <a:cubicBezTo>
                      <a:pt x="0" y="11703"/>
                      <a:pt x="10035" y="0"/>
                      <a:pt x="25602" y="0"/>
                    </a:cubicBezTo>
                    <a:lnTo>
                      <a:pt x="1616574" y="38"/>
                    </a:lnTo>
                    <a:lnTo>
                      <a:pt x="1616574" y="38"/>
                    </a:lnTo>
                    <a:cubicBezTo>
                      <a:pt x="1631633" y="38"/>
                      <a:pt x="1642163" y="13721"/>
                      <a:pt x="1642163" y="25716"/>
                    </a:cubicBezTo>
                    <a:lnTo>
                      <a:pt x="1642163" y="319874"/>
                    </a:lnTo>
                    <a:lnTo>
                      <a:pt x="0" y="319874"/>
                    </a:lnTo>
                    <a:lnTo>
                      <a:pt x="0" y="319925"/>
                    </a:lnTo>
                    <a:close/>
                  </a:path>
                </a:pathLst>
              </a:custGeom>
              <a:solidFill>
                <a:srgbClr val="1D1D1D">
                  <a:alpha val="36000"/>
                </a:srgbClr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41" name="자유형: 도형 1740">
                <a:extLst>
                  <a:ext uri="{FF2B5EF4-FFF2-40B4-BE49-F238E27FC236}">
                    <a16:creationId xmlns:a16="http://schemas.microsoft.com/office/drawing/2014/main" id="{23F1A259-E63E-4964-A276-BBBAFBA723BC}"/>
                  </a:ext>
                </a:extLst>
              </p:cNvPr>
              <p:cNvSpPr/>
              <p:nvPr/>
            </p:nvSpPr>
            <p:spPr>
              <a:xfrm>
                <a:off x="1408211" y="4585508"/>
                <a:ext cx="152239" cy="1929323"/>
              </a:xfrm>
              <a:custGeom>
                <a:avLst/>
                <a:gdLst>
                  <a:gd name="connsiteX0" fmla="*/ 0 w 152238"/>
                  <a:gd name="connsiteY0" fmla="*/ 51571 h 1929322"/>
                  <a:gd name="connsiteX1" fmla="*/ 45913 w 152238"/>
                  <a:gd name="connsiteY1" fmla="*/ 0 h 1929322"/>
                  <a:gd name="connsiteX2" fmla="*/ 160714 w 152238"/>
                  <a:gd name="connsiteY2" fmla="*/ 0 h 1929322"/>
                  <a:gd name="connsiteX3" fmla="*/ 96862 w 152238"/>
                  <a:gd name="connsiteY3" fmla="*/ 51571 h 1929322"/>
                  <a:gd name="connsiteX4" fmla="*/ 96862 w 152238"/>
                  <a:gd name="connsiteY4" fmla="*/ 1884580 h 1929322"/>
                  <a:gd name="connsiteX5" fmla="*/ 160714 w 152238"/>
                  <a:gd name="connsiteY5" fmla="*/ 1936037 h 1929322"/>
                  <a:gd name="connsiteX6" fmla="*/ 45925 w 152238"/>
                  <a:gd name="connsiteY6" fmla="*/ 1936037 h 1929322"/>
                  <a:gd name="connsiteX7" fmla="*/ 13 w 152238"/>
                  <a:gd name="connsiteY7" fmla="*/ 1884580 h 1929322"/>
                  <a:gd name="connsiteX8" fmla="*/ 0 w 152238"/>
                  <a:gd name="connsiteY8" fmla="*/ 51571 h 1929322"/>
                  <a:gd name="connsiteX9" fmla="*/ 0 w 152238"/>
                  <a:gd name="connsiteY9" fmla="*/ 51571 h 1929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52238" h="1929322">
                    <a:moveTo>
                      <a:pt x="0" y="51571"/>
                    </a:moveTo>
                    <a:cubicBezTo>
                      <a:pt x="0" y="28851"/>
                      <a:pt x="20933" y="0"/>
                      <a:pt x="45913" y="0"/>
                    </a:cubicBezTo>
                    <a:lnTo>
                      <a:pt x="160714" y="0"/>
                    </a:lnTo>
                    <a:cubicBezTo>
                      <a:pt x="135734" y="0"/>
                      <a:pt x="96862" y="28927"/>
                      <a:pt x="96862" y="51571"/>
                    </a:cubicBezTo>
                    <a:lnTo>
                      <a:pt x="96862" y="1884580"/>
                    </a:lnTo>
                    <a:cubicBezTo>
                      <a:pt x="96862" y="1907288"/>
                      <a:pt x="135734" y="1936037"/>
                      <a:pt x="160714" y="1936037"/>
                    </a:cubicBezTo>
                    <a:lnTo>
                      <a:pt x="45925" y="1936037"/>
                    </a:lnTo>
                    <a:cubicBezTo>
                      <a:pt x="20946" y="1936037"/>
                      <a:pt x="13" y="1907288"/>
                      <a:pt x="13" y="1884580"/>
                    </a:cubicBezTo>
                    <a:lnTo>
                      <a:pt x="0" y="51571"/>
                    </a:lnTo>
                    <a:lnTo>
                      <a:pt x="0" y="51571"/>
                    </a:lnTo>
                    <a:close/>
                  </a:path>
                </a:pathLst>
              </a:custGeom>
              <a:solidFill>
                <a:srgbClr val="000000">
                  <a:alpha val="35000"/>
                </a:srgbClr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42" name="자유형: 도형 1741">
                <a:extLst>
                  <a:ext uri="{FF2B5EF4-FFF2-40B4-BE49-F238E27FC236}">
                    <a16:creationId xmlns:a16="http://schemas.microsoft.com/office/drawing/2014/main" id="{22F7E5A3-6345-45FB-BD8D-8A713DEED0E7}"/>
                  </a:ext>
                </a:extLst>
              </p:cNvPr>
              <p:cNvSpPr/>
              <p:nvPr/>
            </p:nvSpPr>
            <p:spPr>
              <a:xfrm>
                <a:off x="2864364" y="4582881"/>
                <a:ext cx="152239" cy="1929323"/>
              </a:xfrm>
              <a:custGeom>
                <a:avLst/>
                <a:gdLst>
                  <a:gd name="connsiteX0" fmla="*/ 160714 w 152238"/>
                  <a:gd name="connsiteY0" fmla="*/ 1884453 h 1929322"/>
                  <a:gd name="connsiteX1" fmla="*/ 114750 w 152238"/>
                  <a:gd name="connsiteY1" fmla="*/ 1936025 h 1929322"/>
                  <a:gd name="connsiteX2" fmla="*/ 0 w 152238"/>
                  <a:gd name="connsiteY2" fmla="*/ 1936025 h 1929322"/>
                  <a:gd name="connsiteX3" fmla="*/ 63801 w 152238"/>
                  <a:gd name="connsiteY3" fmla="*/ 1884453 h 1929322"/>
                  <a:gd name="connsiteX4" fmla="*/ 63801 w 152238"/>
                  <a:gd name="connsiteY4" fmla="*/ 51482 h 1929322"/>
                  <a:gd name="connsiteX5" fmla="*/ 0 w 152238"/>
                  <a:gd name="connsiteY5" fmla="*/ 0 h 1929322"/>
                  <a:gd name="connsiteX6" fmla="*/ 114750 w 152238"/>
                  <a:gd name="connsiteY6" fmla="*/ 0 h 1929322"/>
                  <a:gd name="connsiteX7" fmla="*/ 160714 w 152238"/>
                  <a:gd name="connsiteY7" fmla="*/ 51482 h 1929322"/>
                  <a:gd name="connsiteX8" fmla="*/ 160714 w 152238"/>
                  <a:gd name="connsiteY8" fmla="*/ 1884453 h 1929322"/>
                  <a:gd name="connsiteX9" fmla="*/ 160714 w 152238"/>
                  <a:gd name="connsiteY9" fmla="*/ 1884453 h 1929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52238" h="1929322">
                    <a:moveTo>
                      <a:pt x="160714" y="1884453"/>
                    </a:moveTo>
                    <a:cubicBezTo>
                      <a:pt x="160714" y="1907161"/>
                      <a:pt x="139755" y="1936025"/>
                      <a:pt x="114750" y="1936025"/>
                    </a:cubicBezTo>
                    <a:lnTo>
                      <a:pt x="0" y="1936025"/>
                    </a:lnTo>
                    <a:cubicBezTo>
                      <a:pt x="24853" y="1936025"/>
                      <a:pt x="63801" y="1907161"/>
                      <a:pt x="63801" y="1884453"/>
                    </a:cubicBezTo>
                    <a:lnTo>
                      <a:pt x="63801" y="51482"/>
                    </a:lnTo>
                    <a:cubicBezTo>
                      <a:pt x="63801" y="28788"/>
                      <a:pt x="24853" y="0"/>
                      <a:pt x="0" y="0"/>
                    </a:cubicBezTo>
                    <a:lnTo>
                      <a:pt x="114750" y="0"/>
                    </a:lnTo>
                    <a:cubicBezTo>
                      <a:pt x="139755" y="0"/>
                      <a:pt x="160714" y="28788"/>
                      <a:pt x="160714" y="51482"/>
                    </a:cubicBezTo>
                    <a:lnTo>
                      <a:pt x="160714" y="1884453"/>
                    </a:lnTo>
                    <a:lnTo>
                      <a:pt x="160714" y="1884453"/>
                    </a:lnTo>
                    <a:close/>
                  </a:path>
                </a:pathLst>
              </a:custGeom>
              <a:solidFill>
                <a:srgbClr val="FFFFFF">
                  <a:alpha val="35000"/>
                </a:srgbClr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17" name="직사각형 2516">
                <a:extLst>
                  <a:ext uri="{FF2B5EF4-FFF2-40B4-BE49-F238E27FC236}">
                    <a16:creationId xmlns:a16="http://schemas.microsoft.com/office/drawing/2014/main" id="{0ACB2974-6446-4F25-AD70-055226CC6AE1}"/>
                  </a:ext>
                </a:extLst>
              </p:cNvPr>
              <p:cNvSpPr/>
              <p:nvPr/>
            </p:nvSpPr>
            <p:spPr>
              <a:xfrm>
                <a:off x="5566123" y="3492574"/>
                <a:ext cx="900000" cy="108000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 dirty="0">
                    <a:solidFill>
                      <a:schemeClr val="tx1"/>
                    </a:solidFill>
                  </a:rPr>
                  <a:t>L9110S</a:t>
                </a:r>
              </a:p>
            </p:txBody>
          </p:sp>
          <p:sp>
            <p:nvSpPr>
              <p:cNvPr id="2546" name="자유형: 도형 2545">
                <a:extLst>
                  <a:ext uri="{FF2B5EF4-FFF2-40B4-BE49-F238E27FC236}">
                    <a16:creationId xmlns:a16="http://schemas.microsoft.com/office/drawing/2014/main" id="{8242162B-174C-452E-BF18-DD361880F718}"/>
                  </a:ext>
                </a:extLst>
              </p:cNvPr>
              <p:cNvSpPr/>
              <p:nvPr/>
            </p:nvSpPr>
            <p:spPr>
              <a:xfrm rot="16200000">
                <a:off x="5972018" y="3524569"/>
                <a:ext cx="89142" cy="178204"/>
              </a:xfrm>
              <a:custGeom>
                <a:avLst/>
                <a:gdLst>
                  <a:gd name="connsiteX0" fmla="*/ 0 w 89141"/>
                  <a:gd name="connsiteY0" fmla="*/ 19248 h 178204"/>
                  <a:gd name="connsiteX1" fmla="*/ 0 w 89141"/>
                  <a:gd name="connsiteY1" fmla="*/ 69338 h 178204"/>
                  <a:gd name="connsiteX2" fmla="*/ 0 w 89141"/>
                  <a:gd name="connsiteY2" fmla="*/ 111889 h 178204"/>
                  <a:gd name="connsiteX3" fmla="*/ 0 w 89141"/>
                  <a:gd name="connsiteY3" fmla="*/ 161992 h 178204"/>
                  <a:gd name="connsiteX4" fmla="*/ 19953 w 89141"/>
                  <a:gd name="connsiteY4" fmla="*/ 181226 h 178204"/>
                  <a:gd name="connsiteX5" fmla="*/ 71844 w 89141"/>
                  <a:gd name="connsiteY5" fmla="*/ 181226 h 178204"/>
                  <a:gd name="connsiteX6" fmla="*/ 91780 w 89141"/>
                  <a:gd name="connsiteY6" fmla="*/ 161992 h 178204"/>
                  <a:gd name="connsiteX7" fmla="*/ 91780 w 89141"/>
                  <a:gd name="connsiteY7" fmla="*/ 111889 h 178204"/>
                  <a:gd name="connsiteX8" fmla="*/ 91780 w 89141"/>
                  <a:gd name="connsiteY8" fmla="*/ 69338 h 178204"/>
                  <a:gd name="connsiteX9" fmla="*/ 91780 w 89141"/>
                  <a:gd name="connsiteY9" fmla="*/ 19248 h 178204"/>
                  <a:gd name="connsiteX10" fmla="*/ 71844 w 89141"/>
                  <a:gd name="connsiteY10" fmla="*/ 0 h 178204"/>
                  <a:gd name="connsiteX11" fmla="*/ 19953 w 89141"/>
                  <a:gd name="connsiteY11" fmla="*/ 0 h 178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9141" h="178204">
                    <a:moveTo>
                      <a:pt x="0" y="19248"/>
                    </a:moveTo>
                    <a:lnTo>
                      <a:pt x="0" y="69338"/>
                    </a:lnTo>
                    <a:lnTo>
                      <a:pt x="0" y="111889"/>
                    </a:lnTo>
                    <a:lnTo>
                      <a:pt x="0" y="161992"/>
                    </a:lnTo>
                    <a:lnTo>
                      <a:pt x="19953" y="181226"/>
                    </a:lnTo>
                    <a:lnTo>
                      <a:pt x="71844" y="181226"/>
                    </a:lnTo>
                    <a:lnTo>
                      <a:pt x="91780" y="161992"/>
                    </a:lnTo>
                    <a:lnTo>
                      <a:pt x="91780" y="111889"/>
                    </a:lnTo>
                    <a:lnTo>
                      <a:pt x="91780" y="69338"/>
                    </a:lnTo>
                    <a:lnTo>
                      <a:pt x="91780" y="19248"/>
                    </a:lnTo>
                    <a:lnTo>
                      <a:pt x="71844" y="0"/>
                    </a:lnTo>
                    <a:lnTo>
                      <a:pt x="19953" y="0"/>
                    </a:lnTo>
                    <a:close/>
                  </a:path>
                </a:pathLst>
              </a:custGeom>
              <a:solidFill>
                <a:srgbClr val="404040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47" name="자유형: 도형 2546">
                <a:extLst>
                  <a:ext uri="{FF2B5EF4-FFF2-40B4-BE49-F238E27FC236}">
                    <a16:creationId xmlns:a16="http://schemas.microsoft.com/office/drawing/2014/main" id="{2F26C631-ECDD-4C98-A853-FD5DC84CD020}"/>
                  </a:ext>
                </a:extLst>
              </p:cNvPr>
              <p:cNvSpPr/>
              <p:nvPr/>
            </p:nvSpPr>
            <p:spPr>
              <a:xfrm rot="16200000">
                <a:off x="5972018" y="3524569"/>
                <a:ext cx="89142" cy="178204"/>
              </a:xfrm>
              <a:custGeom>
                <a:avLst/>
                <a:gdLst>
                  <a:gd name="connsiteX0" fmla="*/ 0 w 89141"/>
                  <a:gd name="connsiteY0" fmla="*/ 19248 h 178204"/>
                  <a:gd name="connsiteX1" fmla="*/ 0 w 89141"/>
                  <a:gd name="connsiteY1" fmla="*/ 69338 h 178204"/>
                  <a:gd name="connsiteX2" fmla="*/ 0 w 89141"/>
                  <a:gd name="connsiteY2" fmla="*/ 111889 h 178204"/>
                  <a:gd name="connsiteX3" fmla="*/ 0 w 89141"/>
                  <a:gd name="connsiteY3" fmla="*/ 161992 h 178204"/>
                  <a:gd name="connsiteX4" fmla="*/ 19953 w 89141"/>
                  <a:gd name="connsiteY4" fmla="*/ 181226 h 178204"/>
                  <a:gd name="connsiteX5" fmla="*/ 71844 w 89141"/>
                  <a:gd name="connsiteY5" fmla="*/ 181226 h 178204"/>
                  <a:gd name="connsiteX6" fmla="*/ 91780 w 89141"/>
                  <a:gd name="connsiteY6" fmla="*/ 161992 h 178204"/>
                  <a:gd name="connsiteX7" fmla="*/ 91780 w 89141"/>
                  <a:gd name="connsiteY7" fmla="*/ 111889 h 178204"/>
                  <a:gd name="connsiteX8" fmla="*/ 91780 w 89141"/>
                  <a:gd name="connsiteY8" fmla="*/ 69338 h 178204"/>
                  <a:gd name="connsiteX9" fmla="*/ 91780 w 89141"/>
                  <a:gd name="connsiteY9" fmla="*/ 19248 h 178204"/>
                  <a:gd name="connsiteX10" fmla="*/ 71844 w 89141"/>
                  <a:gd name="connsiteY10" fmla="*/ 0 h 178204"/>
                  <a:gd name="connsiteX11" fmla="*/ 19953 w 89141"/>
                  <a:gd name="connsiteY11" fmla="*/ 0 h 178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9141" h="178204">
                    <a:moveTo>
                      <a:pt x="0" y="19248"/>
                    </a:moveTo>
                    <a:lnTo>
                      <a:pt x="0" y="69338"/>
                    </a:lnTo>
                    <a:lnTo>
                      <a:pt x="0" y="111889"/>
                    </a:lnTo>
                    <a:lnTo>
                      <a:pt x="0" y="161992"/>
                    </a:lnTo>
                    <a:lnTo>
                      <a:pt x="19953" y="181226"/>
                    </a:lnTo>
                    <a:lnTo>
                      <a:pt x="71844" y="181226"/>
                    </a:lnTo>
                    <a:lnTo>
                      <a:pt x="91780" y="161992"/>
                    </a:lnTo>
                    <a:lnTo>
                      <a:pt x="91780" y="111889"/>
                    </a:lnTo>
                    <a:lnTo>
                      <a:pt x="91780" y="69338"/>
                    </a:lnTo>
                    <a:lnTo>
                      <a:pt x="91780" y="19248"/>
                    </a:lnTo>
                    <a:lnTo>
                      <a:pt x="71844" y="0"/>
                    </a:lnTo>
                    <a:lnTo>
                      <a:pt x="19953" y="0"/>
                    </a:lnTo>
                    <a:close/>
                  </a:path>
                </a:pathLst>
              </a:custGeom>
              <a:solidFill>
                <a:srgbClr val="404040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48" name="자유형: 도형 2547">
                <a:extLst>
                  <a:ext uri="{FF2B5EF4-FFF2-40B4-BE49-F238E27FC236}">
                    <a16:creationId xmlns:a16="http://schemas.microsoft.com/office/drawing/2014/main" id="{73FA9D16-F97B-4A74-B0B8-42109C6320D8}"/>
                  </a:ext>
                </a:extLst>
              </p:cNvPr>
              <p:cNvSpPr/>
              <p:nvPr/>
            </p:nvSpPr>
            <p:spPr>
              <a:xfrm rot="16200000">
                <a:off x="5964168" y="3609230"/>
                <a:ext cx="12735" cy="12729"/>
              </a:xfrm>
              <a:custGeom>
                <a:avLst/>
                <a:gdLst>
                  <a:gd name="connsiteX0" fmla="*/ 0 w 12734"/>
                  <a:gd name="connsiteY0" fmla="*/ 0 h 12728"/>
                  <a:gd name="connsiteX1" fmla="*/ 15067 w 12734"/>
                  <a:gd name="connsiteY1" fmla="*/ 0 h 12728"/>
                  <a:gd name="connsiteX2" fmla="*/ 15067 w 12734"/>
                  <a:gd name="connsiteY2" fmla="*/ 15064 h 12728"/>
                  <a:gd name="connsiteX3" fmla="*/ 0 w 12734"/>
                  <a:gd name="connsiteY3" fmla="*/ 15064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0" y="0"/>
                    </a:moveTo>
                    <a:lnTo>
                      <a:pt x="15067" y="0"/>
                    </a:lnTo>
                    <a:lnTo>
                      <a:pt x="15067" y="15064"/>
                    </a:lnTo>
                    <a:lnTo>
                      <a:pt x="0" y="15064"/>
                    </a:lnTo>
                    <a:close/>
                  </a:path>
                </a:pathLst>
              </a:custGeom>
              <a:solidFill>
                <a:srgbClr val="8C8663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49" name="자유형: 도형 2548">
                <a:extLst>
                  <a:ext uri="{FF2B5EF4-FFF2-40B4-BE49-F238E27FC236}">
                    <a16:creationId xmlns:a16="http://schemas.microsoft.com/office/drawing/2014/main" id="{FE8095CB-F763-4803-9DD0-80B5CE19A3DB}"/>
                  </a:ext>
                </a:extLst>
              </p:cNvPr>
              <p:cNvSpPr/>
              <p:nvPr/>
            </p:nvSpPr>
            <p:spPr>
              <a:xfrm rot="16200000">
                <a:off x="5963441" y="3607898"/>
                <a:ext cx="12735" cy="25458"/>
              </a:xfrm>
              <a:custGeom>
                <a:avLst/>
                <a:gdLst>
                  <a:gd name="connsiteX0" fmla="*/ 0 w 0"/>
                  <a:gd name="connsiteY0" fmla="*/ 29286 h 25457"/>
                  <a:gd name="connsiteX1" fmla="*/ 7135 w 0"/>
                  <a:gd name="connsiteY1" fmla="*/ 22143 h 25457"/>
                  <a:gd name="connsiteX2" fmla="*/ 7135 w 0"/>
                  <a:gd name="connsiteY2" fmla="*/ 7143 h 25457"/>
                  <a:gd name="connsiteX3" fmla="*/ 0 w 0"/>
                  <a:gd name="connsiteY3" fmla="*/ 0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9286"/>
                    </a:moveTo>
                    <a:lnTo>
                      <a:pt x="7135" y="22143"/>
                    </a:lnTo>
                    <a:lnTo>
                      <a:pt x="7135" y="714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50" name="자유형: 도형 2549">
                <a:extLst>
                  <a:ext uri="{FF2B5EF4-FFF2-40B4-BE49-F238E27FC236}">
                    <a16:creationId xmlns:a16="http://schemas.microsoft.com/office/drawing/2014/main" id="{A0FC2195-A590-4B13-B28D-7FBC703BF7BE}"/>
                  </a:ext>
                </a:extLst>
              </p:cNvPr>
              <p:cNvSpPr/>
              <p:nvPr/>
            </p:nvSpPr>
            <p:spPr>
              <a:xfrm rot="16200000">
                <a:off x="5950709" y="3607895"/>
                <a:ext cx="25469" cy="12729"/>
              </a:xfrm>
              <a:custGeom>
                <a:avLst/>
                <a:gdLst>
                  <a:gd name="connsiteX0" fmla="*/ 22219 w 25469"/>
                  <a:gd name="connsiteY0" fmla="*/ 7143 h 0"/>
                  <a:gd name="connsiteX1" fmla="*/ 7135 w 25469"/>
                  <a:gd name="connsiteY1" fmla="*/ 7143 h 0"/>
                  <a:gd name="connsiteX2" fmla="*/ 0 w 25469"/>
                  <a:gd name="connsiteY2" fmla="*/ 0 h 0"/>
                  <a:gd name="connsiteX3" fmla="*/ 29283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219" y="7143"/>
                    </a:moveTo>
                    <a:lnTo>
                      <a:pt x="7135" y="7143"/>
                    </a:lnTo>
                    <a:lnTo>
                      <a:pt x="0" y="0"/>
                    </a:lnTo>
                    <a:lnTo>
                      <a:pt x="29283" y="0"/>
                    </a:lnTo>
                    <a:close/>
                  </a:path>
                </a:pathLst>
              </a:custGeom>
              <a:solidFill>
                <a:srgbClr val="80795B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51" name="자유형: 도형 2550">
                <a:extLst>
                  <a:ext uri="{FF2B5EF4-FFF2-40B4-BE49-F238E27FC236}">
                    <a16:creationId xmlns:a16="http://schemas.microsoft.com/office/drawing/2014/main" id="{68D4738F-BBE8-461A-9F29-EAB722574C8B}"/>
                  </a:ext>
                </a:extLst>
              </p:cNvPr>
              <p:cNvSpPr/>
              <p:nvPr/>
            </p:nvSpPr>
            <p:spPr>
              <a:xfrm rot="16200000">
                <a:off x="5963441" y="3585679"/>
                <a:ext cx="12735" cy="25458"/>
              </a:xfrm>
              <a:custGeom>
                <a:avLst/>
                <a:gdLst>
                  <a:gd name="connsiteX0" fmla="*/ 0 w 0"/>
                  <a:gd name="connsiteY0" fmla="*/ 22143 h 25457"/>
                  <a:gd name="connsiteX1" fmla="*/ 0 w 0"/>
                  <a:gd name="connsiteY1" fmla="*/ 7143 h 25457"/>
                  <a:gd name="connsiteX2" fmla="*/ 7064 w 0"/>
                  <a:gd name="connsiteY2" fmla="*/ 0 h 25457"/>
                  <a:gd name="connsiteX3" fmla="*/ 7064 w 0"/>
                  <a:gd name="connsiteY3" fmla="*/ 29286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2143"/>
                    </a:moveTo>
                    <a:lnTo>
                      <a:pt x="0" y="7143"/>
                    </a:lnTo>
                    <a:lnTo>
                      <a:pt x="7064" y="0"/>
                    </a:lnTo>
                    <a:lnTo>
                      <a:pt x="7064" y="29286"/>
                    </a:lnTo>
                    <a:close/>
                  </a:path>
                </a:pathLst>
              </a:custGeom>
              <a:solidFill>
                <a:srgbClr val="5E5B43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52" name="자유형: 도형 2551">
                <a:extLst>
                  <a:ext uri="{FF2B5EF4-FFF2-40B4-BE49-F238E27FC236}">
                    <a16:creationId xmlns:a16="http://schemas.microsoft.com/office/drawing/2014/main" id="{CE03F828-DCE5-4A7C-BE56-DDDED55A0551}"/>
                  </a:ext>
                </a:extLst>
              </p:cNvPr>
              <p:cNvSpPr/>
              <p:nvPr/>
            </p:nvSpPr>
            <p:spPr>
              <a:xfrm rot="16200000">
                <a:off x="5972852" y="3607895"/>
                <a:ext cx="25469" cy="12729"/>
              </a:xfrm>
              <a:custGeom>
                <a:avLst/>
                <a:gdLst>
                  <a:gd name="connsiteX0" fmla="*/ 22219 w 25469"/>
                  <a:gd name="connsiteY0" fmla="*/ 0 h 0"/>
                  <a:gd name="connsiteX1" fmla="*/ 29283 w 25469"/>
                  <a:gd name="connsiteY1" fmla="*/ 7143 h 0"/>
                  <a:gd name="connsiteX2" fmla="*/ 0 w 25469"/>
                  <a:gd name="connsiteY2" fmla="*/ 7143 h 0"/>
                  <a:gd name="connsiteX3" fmla="*/ 7135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219" y="0"/>
                    </a:moveTo>
                    <a:lnTo>
                      <a:pt x="29283" y="7143"/>
                    </a:lnTo>
                    <a:lnTo>
                      <a:pt x="0" y="7143"/>
                    </a:lnTo>
                    <a:lnTo>
                      <a:pt x="7135" y="0"/>
                    </a:lnTo>
                    <a:close/>
                  </a:path>
                </a:pathLst>
              </a:custGeom>
              <a:solidFill>
                <a:srgbClr val="9A916C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53" name="자유형: 도형 2552">
                <a:extLst>
                  <a:ext uri="{FF2B5EF4-FFF2-40B4-BE49-F238E27FC236}">
                    <a16:creationId xmlns:a16="http://schemas.microsoft.com/office/drawing/2014/main" id="{AE70F407-0FC1-4BE7-A4ED-510E705E0161}"/>
                  </a:ext>
                </a:extLst>
              </p:cNvPr>
              <p:cNvSpPr/>
              <p:nvPr/>
            </p:nvSpPr>
            <p:spPr>
              <a:xfrm rot="16200000">
                <a:off x="6056121" y="3609230"/>
                <a:ext cx="12735" cy="12729"/>
              </a:xfrm>
              <a:custGeom>
                <a:avLst/>
                <a:gdLst>
                  <a:gd name="connsiteX0" fmla="*/ 0 w 12734"/>
                  <a:gd name="connsiteY0" fmla="*/ 0 h 12728"/>
                  <a:gd name="connsiteX1" fmla="*/ 15067 w 12734"/>
                  <a:gd name="connsiteY1" fmla="*/ 0 h 12728"/>
                  <a:gd name="connsiteX2" fmla="*/ 15067 w 12734"/>
                  <a:gd name="connsiteY2" fmla="*/ 15077 h 12728"/>
                  <a:gd name="connsiteX3" fmla="*/ 0 w 12734"/>
                  <a:gd name="connsiteY3" fmla="*/ 15077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0" y="0"/>
                    </a:moveTo>
                    <a:lnTo>
                      <a:pt x="15067" y="0"/>
                    </a:lnTo>
                    <a:lnTo>
                      <a:pt x="15067" y="15077"/>
                    </a:lnTo>
                    <a:lnTo>
                      <a:pt x="0" y="15077"/>
                    </a:lnTo>
                    <a:close/>
                  </a:path>
                </a:pathLst>
              </a:custGeom>
              <a:solidFill>
                <a:srgbClr val="8C8663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54" name="자유형: 도형 2553">
                <a:extLst>
                  <a:ext uri="{FF2B5EF4-FFF2-40B4-BE49-F238E27FC236}">
                    <a16:creationId xmlns:a16="http://schemas.microsoft.com/office/drawing/2014/main" id="{2E621B39-F9F5-4A9A-8822-4A53536294AB}"/>
                  </a:ext>
                </a:extLst>
              </p:cNvPr>
              <p:cNvSpPr/>
              <p:nvPr/>
            </p:nvSpPr>
            <p:spPr>
              <a:xfrm rot="16200000">
                <a:off x="6055138" y="3607898"/>
                <a:ext cx="12735" cy="25458"/>
              </a:xfrm>
              <a:custGeom>
                <a:avLst/>
                <a:gdLst>
                  <a:gd name="connsiteX0" fmla="*/ 0 w 0"/>
                  <a:gd name="connsiteY0" fmla="*/ 29261 h 25457"/>
                  <a:gd name="connsiteX1" fmla="*/ 7135 w 0"/>
                  <a:gd name="connsiteY1" fmla="*/ 22130 h 25457"/>
                  <a:gd name="connsiteX2" fmla="*/ 7135 w 0"/>
                  <a:gd name="connsiteY2" fmla="*/ 7117 h 25457"/>
                  <a:gd name="connsiteX3" fmla="*/ 0 w 0"/>
                  <a:gd name="connsiteY3" fmla="*/ 0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9261"/>
                    </a:moveTo>
                    <a:lnTo>
                      <a:pt x="7135" y="22130"/>
                    </a:lnTo>
                    <a:lnTo>
                      <a:pt x="7135" y="71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55" name="자유형: 도형 2554">
                <a:extLst>
                  <a:ext uri="{FF2B5EF4-FFF2-40B4-BE49-F238E27FC236}">
                    <a16:creationId xmlns:a16="http://schemas.microsoft.com/office/drawing/2014/main" id="{0BC567FC-4D75-400E-8E21-9C5B0B99EC38}"/>
                  </a:ext>
                </a:extLst>
              </p:cNvPr>
              <p:cNvSpPr/>
              <p:nvPr/>
            </p:nvSpPr>
            <p:spPr>
              <a:xfrm rot="16200000">
                <a:off x="6042406" y="3607895"/>
                <a:ext cx="25469" cy="12729"/>
              </a:xfrm>
              <a:custGeom>
                <a:avLst/>
                <a:gdLst>
                  <a:gd name="connsiteX0" fmla="*/ 22219 w 25469"/>
                  <a:gd name="connsiteY0" fmla="*/ 7117 h 0"/>
                  <a:gd name="connsiteX1" fmla="*/ 7135 w 25469"/>
                  <a:gd name="connsiteY1" fmla="*/ 7117 h 0"/>
                  <a:gd name="connsiteX2" fmla="*/ 0 w 25469"/>
                  <a:gd name="connsiteY2" fmla="*/ 0 h 0"/>
                  <a:gd name="connsiteX3" fmla="*/ 29283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219" y="7117"/>
                    </a:moveTo>
                    <a:lnTo>
                      <a:pt x="7135" y="7117"/>
                    </a:lnTo>
                    <a:lnTo>
                      <a:pt x="0" y="0"/>
                    </a:lnTo>
                    <a:lnTo>
                      <a:pt x="29283" y="0"/>
                    </a:lnTo>
                    <a:close/>
                  </a:path>
                </a:pathLst>
              </a:custGeom>
              <a:solidFill>
                <a:srgbClr val="80795B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56" name="자유형: 도형 2555">
                <a:extLst>
                  <a:ext uri="{FF2B5EF4-FFF2-40B4-BE49-F238E27FC236}">
                    <a16:creationId xmlns:a16="http://schemas.microsoft.com/office/drawing/2014/main" id="{DE251E9B-4665-4304-A9CF-90125733D6FB}"/>
                  </a:ext>
                </a:extLst>
              </p:cNvPr>
              <p:cNvSpPr/>
              <p:nvPr/>
            </p:nvSpPr>
            <p:spPr>
              <a:xfrm rot="16200000">
                <a:off x="6055138" y="3585679"/>
                <a:ext cx="12735" cy="25458"/>
              </a:xfrm>
              <a:custGeom>
                <a:avLst/>
                <a:gdLst>
                  <a:gd name="connsiteX0" fmla="*/ 0 w 0"/>
                  <a:gd name="connsiteY0" fmla="*/ 22130 h 25457"/>
                  <a:gd name="connsiteX1" fmla="*/ 0 w 0"/>
                  <a:gd name="connsiteY1" fmla="*/ 7117 h 25457"/>
                  <a:gd name="connsiteX2" fmla="*/ 7064 w 0"/>
                  <a:gd name="connsiteY2" fmla="*/ 0 h 25457"/>
                  <a:gd name="connsiteX3" fmla="*/ 7064 w 0"/>
                  <a:gd name="connsiteY3" fmla="*/ 29261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2130"/>
                    </a:moveTo>
                    <a:lnTo>
                      <a:pt x="0" y="7117"/>
                    </a:lnTo>
                    <a:lnTo>
                      <a:pt x="7064" y="0"/>
                    </a:lnTo>
                    <a:lnTo>
                      <a:pt x="7064" y="29261"/>
                    </a:lnTo>
                    <a:close/>
                  </a:path>
                </a:pathLst>
              </a:custGeom>
              <a:solidFill>
                <a:srgbClr val="5E5B43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57" name="자유형: 도형 2556">
                <a:extLst>
                  <a:ext uri="{FF2B5EF4-FFF2-40B4-BE49-F238E27FC236}">
                    <a16:creationId xmlns:a16="http://schemas.microsoft.com/office/drawing/2014/main" id="{799EC5DD-2321-47AA-98B7-C1E306D05ECF}"/>
                  </a:ext>
                </a:extLst>
              </p:cNvPr>
              <p:cNvSpPr/>
              <p:nvPr/>
            </p:nvSpPr>
            <p:spPr>
              <a:xfrm rot="16200000">
                <a:off x="6064537" y="3607895"/>
                <a:ext cx="25469" cy="12729"/>
              </a:xfrm>
              <a:custGeom>
                <a:avLst/>
                <a:gdLst>
                  <a:gd name="connsiteX0" fmla="*/ 0 w 25469"/>
                  <a:gd name="connsiteY0" fmla="*/ 7130 h 0"/>
                  <a:gd name="connsiteX1" fmla="*/ 7135 w 25469"/>
                  <a:gd name="connsiteY1" fmla="*/ 0 h 0"/>
                  <a:gd name="connsiteX2" fmla="*/ 22219 w 25469"/>
                  <a:gd name="connsiteY2" fmla="*/ 0 h 0"/>
                  <a:gd name="connsiteX3" fmla="*/ 29283 w 25469"/>
                  <a:gd name="connsiteY3" fmla="*/ 713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0" y="7130"/>
                    </a:moveTo>
                    <a:lnTo>
                      <a:pt x="7135" y="0"/>
                    </a:lnTo>
                    <a:lnTo>
                      <a:pt x="22219" y="0"/>
                    </a:lnTo>
                    <a:lnTo>
                      <a:pt x="29283" y="7130"/>
                    </a:lnTo>
                    <a:close/>
                  </a:path>
                </a:pathLst>
              </a:custGeom>
              <a:solidFill>
                <a:srgbClr val="9A916C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59" name="자유형: 도형 2558">
                <a:extLst>
                  <a:ext uri="{FF2B5EF4-FFF2-40B4-BE49-F238E27FC236}">
                    <a16:creationId xmlns:a16="http://schemas.microsoft.com/office/drawing/2014/main" id="{F0509B20-36D4-4CE9-9556-2571652BD192}"/>
                  </a:ext>
                </a:extLst>
              </p:cNvPr>
              <p:cNvSpPr/>
              <p:nvPr/>
            </p:nvSpPr>
            <p:spPr>
              <a:xfrm rot="16200000">
                <a:off x="6150222" y="3524569"/>
                <a:ext cx="89142" cy="178204"/>
              </a:xfrm>
              <a:custGeom>
                <a:avLst/>
                <a:gdLst>
                  <a:gd name="connsiteX0" fmla="*/ 0 w 89141"/>
                  <a:gd name="connsiteY0" fmla="*/ 19248 h 178204"/>
                  <a:gd name="connsiteX1" fmla="*/ 0 w 89141"/>
                  <a:gd name="connsiteY1" fmla="*/ 69338 h 178204"/>
                  <a:gd name="connsiteX2" fmla="*/ 0 w 89141"/>
                  <a:gd name="connsiteY2" fmla="*/ 111889 h 178204"/>
                  <a:gd name="connsiteX3" fmla="*/ 0 w 89141"/>
                  <a:gd name="connsiteY3" fmla="*/ 161992 h 178204"/>
                  <a:gd name="connsiteX4" fmla="*/ 19953 w 89141"/>
                  <a:gd name="connsiteY4" fmla="*/ 181226 h 178204"/>
                  <a:gd name="connsiteX5" fmla="*/ 71844 w 89141"/>
                  <a:gd name="connsiteY5" fmla="*/ 181226 h 178204"/>
                  <a:gd name="connsiteX6" fmla="*/ 91780 w 89141"/>
                  <a:gd name="connsiteY6" fmla="*/ 161992 h 178204"/>
                  <a:gd name="connsiteX7" fmla="*/ 91780 w 89141"/>
                  <a:gd name="connsiteY7" fmla="*/ 111889 h 178204"/>
                  <a:gd name="connsiteX8" fmla="*/ 91780 w 89141"/>
                  <a:gd name="connsiteY8" fmla="*/ 69338 h 178204"/>
                  <a:gd name="connsiteX9" fmla="*/ 91780 w 89141"/>
                  <a:gd name="connsiteY9" fmla="*/ 19248 h 178204"/>
                  <a:gd name="connsiteX10" fmla="*/ 71844 w 89141"/>
                  <a:gd name="connsiteY10" fmla="*/ 0 h 178204"/>
                  <a:gd name="connsiteX11" fmla="*/ 19953 w 89141"/>
                  <a:gd name="connsiteY11" fmla="*/ 0 h 178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9141" h="178204">
                    <a:moveTo>
                      <a:pt x="0" y="19248"/>
                    </a:moveTo>
                    <a:lnTo>
                      <a:pt x="0" y="69338"/>
                    </a:lnTo>
                    <a:lnTo>
                      <a:pt x="0" y="111889"/>
                    </a:lnTo>
                    <a:lnTo>
                      <a:pt x="0" y="161992"/>
                    </a:lnTo>
                    <a:lnTo>
                      <a:pt x="19953" y="181226"/>
                    </a:lnTo>
                    <a:lnTo>
                      <a:pt x="71844" y="181226"/>
                    </a:lnTo>
                    <a:lnTo>
                      <a:pt x="91780" y="161992"/>
                    </a:lnTo>
                    <a:lnTo>
                      <a:pt x="91780" y="111889"/>
                    </a:lnTo>
                    <a:lnTo>
                      <a:pt x="91780" y="69338"/>
                    </a:lnTo>
                    <a:lnTo>
                      <a:pt x="91780" y="19248"/>
                    </a:lnTo>
                    <a:lnTo>
                      <a:pt x="71844" y="0"/>
                    </a:lnTo>
                    <a:lnTo>
                      <a:pt x="19953" y="0"/>
                    </a:lnTo>
                    <a:close/>
                  </a:path>
                </a:pathLst>
              </a:custGeom>
              <a:solidFill>
                <a:srgbClr val="404040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60" name="자유형: 도형 2559">
                <a:extLst>
                  <a:ext uri="{FF2B5EF4-FFF2-40B4-BE49-F238E27FC236}">
                    <a16:creationId xmlns:a16="http://schemas.microsoft.com/office/drawing/2014/main" id="{35D10D71-E8F1-465F-A97F-01C3E1C9359B}"/>
                  </a:ext>
                </a:extLst>
              </p:cNvPr>
              <p:cNvSpPr/>
              <p:nvPr/>
            </p:nvSpPr>
            <p:spPr>
              <a:xfrm rot="16200000">
                <a:off x="6150222" y="3524569"/>
                <a:ext cx="89142" cy="178204"/>
              </a:xfrm>
              <a:custGeom>
                <a:avLst/>
                <a:gdLst>
                  <a:gd name="connsiteX0" fmla="*/ 0 w 89141"/>
                  <a:gd name="connsiteY0" fmla="*/ 19248 h 178204"/>
                  <a:gd name="connsiteX1" fmla="*/ 0 w 89141"/>
                  <a:gd name="connsiteY1" fmla="*/ 69338 h 178204"/>
                  <a:gd name="connsiteX2" fmla="*/ 0 w 89141"/>
                  <a:gd name="connsiteY2" fmla="*/ 111889 h 178204"/>
                  <a:gd name="connsiteX3" fmla="*/ 0 w 89141"/>
                  <a:gd name="connsiteY3" fmla="*/ 161992 h 178204"/>
                  <a:gd name="connsiteX4" fmla="*/ 19953 w 89141"/>
                  <a:gd name="connsiteY4" fmla="*/ 181226 h 178204"/>
                  <a:gd name="connsiteX5" fmla="*/ 71844 w 89141"/>
                  <a:gd name="connsiteY5" fmla="*/ 181226 h 178204"/>
                  <a:gd name="connsiteX6" fmla="*/ 91780 w 89141"/>
                  <a:gd name="connsiteY6" fmla="*/ 161992 h 178204"/>
                  <a:gd name="connsiteX7" fmla="*/ 91780 w 89141"/>
                  <a:gd name="connsiteY7" fmla="*/ 111889 h 178204"/>
                  <a:gd name="connsiteX8" fmla="*/ 91780 w 89141"/>
                  <a:gd name="connsiteY8" fmla="*/ 69338 h 178204"/>
                  <a:gd name="connsiteX9" fmla="*/ 91780 w 89141"/>
                  <a:gd name="connsiteY9" fmla="*/ 19248 h 178204"/>
                  <a:gd name="connsiteX10" fmla="*/ 71844 w 89141"/>
                  <a:gd name="connsiteY10" fmla="*/ 0 h 178204"/>
                  <a:gd name="connsiteX11" fmla="*/ 19953 w 89141"/>
                  <a:gd name="connsiteY11" fmla="*/ 0 h 178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9141" h="178204">
                    <a:moveTo>
                      <a:pt x="0" y="19248"/>
                    </a:moveTo>
                    <a:lnTo>
                      <a:pt x="0" y="69338"/>
                    </a:lnTo>
                    <a:lnTo>
                      <a:pt x="0" y="111889"/>
                    </a:lnTo>
                    <a:lnTo>
                      <a:pt x="0" y="161992"/>
                    </a:lnTo>
                    <a:lnTo>
                      <a:pt x="19953" y="181226"/>
                    </a:lnTo>
                    <a:lnTo>
                      <a:pt x="71844" y="181226"/>
                    </a:lnTo>
                    <a:lnTo>
                      <a:pt x="91780" y="161992"/>
                    </a:lnTo>
                    <a:lnTo>
                      <a:pt x="91780" y="111889"/>
                    </a:lnTo>
                    <a:lnTo>
                      <a:pt x="91780" y="69338"/>
                    </a:lnTo>
                    <a:lnTo>
                      <a:pt x="91780" y="19248"/>
                    </a:lnTo>
                    <a:lnTo>
                      <a:pt x="71844" y="0"/>
                    </a:lnTo>
                    <a:lnTo>
                      <a:pt x="19953" y="0"/>
                    </a:lnTo>
                    <a:close/>
                  </a:path>
                </a:pathLst>
              </a:custGeom>
              <a:solidFill>
                <a:srgbClr val="404040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61" name="자유형: 도형 2560">
                <a:extLst>
                  <a:ext uri="{FF2B5EF4-FFF2-40B4-BE49-F238E27FC236}">
                    <a16:creationId xmlns:a16="http://schemas.microsoft.com/office/drawing/2014/main" id="{8D6A23A4-9AA3-4A0C-929A-5B8DB7F8620D}"/>
                  </a:ext>
                </a:extLst>
              </p:cNvPr>
              <p:cNvSpPr/>
              <p:nvPr/>
            </p:nvSpPr>
            <p:spPr>
              <a:xfrm rot="16200000">
                <a:off x="6142372" y="3609230"/>
                <a:ext cx="12735" cy="12729"/>
              </a:xfrm>
              <a:custGeom>
                <a:avLst/>
                <a:gdLst>
                  <a:gd name="connsiteX0" fmla="*/ 0 w 12734"/>
                  <a:gd name="connsiteY0" fmla="*/ 0 h 12728"/>
                  <a:gd name="connsiteX1" fmla="*/ 15067 w 12734"/>
                  <a:gd name="connsiteY1" fmla="*/ 0 h 12728"/>
                  <a:gd name="connsiteX2" fmla="*/ 15067 w 12734"/>
                  <a:gd name="connsiteY2" fmla="*/ 15064 h 12728"/>
                  <a:gd name="connsiteX3" fmla="*/ 0 w 12734"/>
                  <a:gd name="connsiteY3" fmla="*/ 15064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0" y="0"/>
                    </a:moveTo>
                    <a:lnTo>
                      <a:pt x="15067" y="0"/>
                    </a:lnTo>
                    <a:lnTo>
                      <a:pt x="15067" y="15064"/>
                    </a:lnTo>
                    <a:lnTo>
                      <a:pt x="0" y="15064"/>
                    </a:lnTo>
                    <a:close/>
                  </a:path>
                </a:pathLst>
              </a:custGeom>
              <a:solidFill>
                <a:srgbClr val="8C8663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62" name="자유형: 도형 2561">
                <a:extLst>
                  <a:ext uri="{FF2B5EF4-FFF2-40B4-BE49-F238E27FC236}">
                    <a16:creationId xmlns:a16="http://schemas.microsoft.com/office/drawing/2014/main" id="{FD1B734B-D448-40E6-B33C-CA3698370234}"/>
                  </a:ext>
                </a:extLst>
              </p:cNvPr>
              <p:cNvSpPr/>
              <p:nvPr/>
            </p:nvSpPr>
            <p:spPr>
              <a:xfrm rot="16200000">
                <a:off x="6141645" y="3607898"/>
                <a:ext cx="12735" cy="25458"/>
              </a:xfrm>
              <a:custGeom>
                <a:avLst/>
                <a:gdLst>
                  <a:gd name="connsiteX0" fmla="*/ 0 w 0"/>
                  <a:gd name="connsiteY0" fmla="*/ 29286 h 25457"/>
                  <a:gd name="connsiteX1" fmla="*/ 7135 w 0"/>
                  <a:gd name="connsiteY1" fmla="*/ 22143 h 25457"/>
                  <a:gd name="connsiteX2" fmla="*/ 7135 w 0"/>
                  <a:gd name="connsiteY2" fmla="*/ 7143 h 25457"/>
                  <a:gd name="connsiteX3" fmla="*/ 0 w 0"/>
                  <a:gd name="connsiteY3" fmla="*/ 0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9286"/>
                    </a:moveTo>
                    <a:lnTo>
                      <a:pt x="7135" y="22143"/>
                    </a:lnTo>
                    <a:lnTo>
                      <a:pt x="7135" y="714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63" name="자유형: 도형 2562">
                <a:extLst>
                  <a:ext uri="{FF2B5EF4-FFF2-40B4-BE49-F238E27FC236}">
                    <a16:creationId xmlns:a16="http://schemas.microsoft.com/office/drawing/2014/main" id="{660AE4A1-2374-4391-BA31-CFBDA2D8B301}"/>
                  </a:ext>
                </a:extLst>
              </p:cNvPr>
              <p:cNvSpPr/>
              <p:nvPr/>
            </p:nvSpPr>
            <p:spPr>
              <a:xfrm rot="16200000">
                <a:off x="6128913" y="3607895"/>
                <a:ext cx="25469" cy="12729"/>
              </a:xfrm>
              <a:custGeom>
                <a:avLst/>
                <a:gdLst>
                  <a:gd name="connsiteX0" fmla="*/ 22219 w 25469"/>
                  <a:gd name="connsiteY0" fmla="*/ 7143 h 0"/>
                  <a:gd name="connsiteX1" fmla="*/ 7135 w 25469"/>
                  <a:gd name="connsiteY1" fmla="*/ 7143 h 0"/>
                  <a:gd name="connsiteX2" fmla="*/ 0 w 25469"/>
                  <a:gd name="connsiteY2" fmla="*/ 0 h 0"/>
                  <a:gd name="connsiteX3" fmla="*/ 29283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219" y="7143"/>
                    </a:moveTo>
                    <a:lnTo>
                      <a:pt x="7135" y="7143"/>
                    </a:lnTo>
                    <a:lnTo>
                      <a:pt x="0" y="0"/>
                    </a:lnTo>
                    <a:lnTo>
                      <a:pt x="29283" y="0"/>
                    </a:lnTo>
                    <a:close/>
                  </a:path>
                </a:pathLst>
              </a:custGeom>
              <a:solidFill>
                <a:srgbClr val="80795B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64" name="자유형: 도형 2563">
                <a:extLst>
                  <a:ext uri="{FF2B5EF4-FFF2-40B4-BE49-F238E27FC236}">
                    <a16:creationId xmlns:a16="http://schemas.microsoft.com/office/drawing/2014/main" id="{85D87B86-0CE5-40EF-84A3-81593AF2FEA6}"/>
                  </a:ext>
                </a:extLst>
              </p:cNvPr>
              <p:cNvSpPr/>
              <p:nvPr/>
            </p:nvSpPr>
            <p:spPr>
              <a:xfrm rot="16200000">
                <a:off x="6141645" y="3585679"/>
                <a:ext cx="12735" cy="25458"/>
              </a:xfrm>
              <a:custGeom>
                <a:avLst/>
                <a:gdLst>
                  <a:gd name="connsiteX0" fmla="*/ 0 w 0"/>
                  <a:gd name="connsiteY0" fmla="*/ 22143 h 25457"/>
                  <a:gd name="connsiteX1" fmla="*/ 0 w 0"/>
                  <a:gd name="connsiteY1" fmla="*/ 7143 h 25457"/>
                  <a:gd name="connsiteX2" fmla="*/ 7064 w 0"/>
                  <a:gd name="connsiteY2" fmla="*/ 0 h 25457"/>
                  <a:gd name="connsiteX3" fmla="*/ 7064 w 0"/>
                  <a:gd name="connsiteY3" fmla="*/ 29286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2143"/>
                    </a:moveTo>
                    <a:lnTo>
                      <a:pt x="0" y="7143"/>
                    </a:lnTo>
                    <a:lnTo>
                      <a:pt x="7064" y="0"/>
                    </a:lnTo>
                    <a:lnTo>
                      <a:pt x="7064" y="29286"/>
                    </a:lnTo>
                    <a:close/>
                  </a:path>
                </a:pathLst>
              </a:custGeom>
              <a:solidFill>
                <a:srgbClr val="5E5B43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65" name="자유형: 도형 2564">
                <a:extLst>
                  <a:ext uri="{FF2B5EF4-FFF2-40B4-BE49-F238E27FC236}">
                    <a16:creationId xmlns:a16="http://schemas.microsoft.com/office/drawing/2014/main" id="{9B7CA6D1-1523-4851-90DC-8C0F865701A8}"/>
                  </a:ext>
                </a:extLst>
              </p:cNvPr>
              <p:cNvSpPr/>
              <p:nvPr/>
            </p:nvSpPr>
            <p:spPr>
              <a:xfrm rot="16200000">
                <a:off x="6151056" y="3607895"/>
                <a:ext cx="25469" cy="12729"/>
              </a:xfrm>
              <a:custGeom>
                <a:avLst/>
                <a:gdLst>
                  <a:gd name="connsiteX0" fmla="*/ 22219 w 25469"/>
                  <a:gd name="connsiteY0" fmla="*/ 0 h 0"/>
                  <a:gd name="connsiteX1" fmla="*/ 29283 w 25469"/>
                  <a:gd name="connsiteY1" fmla="*/ 7143 h 0"/>
                  <a:gd name="connsiteX2" fmla="*/ 0 w 25469"/>
                  <a:gd name="connsiteY2" fmla="*/ 7143 h 0"/>
                  <a:gd name="connsiteX3" fmla="*/ 7135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219" y="0"/>
                    </a:moveTo>
                    <a:lnTo>
                      <a:pt x="29283" y="7143"/>
                    </a:lnTo>
                    <a:lnTo>
                      <a:pt x="0" y="7143"/>
                    </a:lnTo>
                    <a:lnTo>
                      <a:pt x="7135" y="0"/>
                    </a:lnTo>
                    <a:close/>
                  </a:path>
                </a:pathLst>
              </a:custGeom>
              <a:solidFill>
                <a:srgbClr val="9A916C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66" name="자유형: 도형 2565">
                <a:extLst>
                  <a:ext uri="{FF2B5EF4-FFF2-40B4-BE49-F238E27FC236}">
                    <a16:creationId xmlns:a16="http://schemas.microsoft.com/office/drawing/2014/main" id="{4392112F-B471-4A25-AC4F-2D14DE143E93}"/>
                  </a:ext>
                </a:extLst>
              </p:cNvPr>
              <p:cNvSpPr/>
              <p:nvPr/>
            </p:nvSpPr>
            <p:spPr>
              <a:xfrm rot="16200000">
                <a:off x="6234325" y="3609230"/>
                <a:ext cx="12735" cy="12729"/>
              </a:xfrm>
              <a:custGeom>
                <a:avLst/>
                <a:gdLst>
                  <a:gd name="connsiteX0" fmla="*/ 0 w 12734"/>
                  <a:gd name="connsiteY0" fmla="*/ 0 h 12728"/>
                  <a:gd name="connsiteX1" fmla="*/ 15067 w 12734"/>
                  <a:gd name="connsiteY1" fmla="*/ 0 h 12728"/>
                  <a:gd name="connsiteX2" fmla="*/ 15067 w 12734"/>
                  <a:gd name="connsiteY2" fmla="*/ 15077 h 12728"/>
                  <a:gd name="connsiteX3" fmla="*/ 0 w 12734"/>
                  <a:gd name="connsiteY3" fmla="*/ 15077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0" y="0"/>
                    </a:moveTo>
                    <a:lnTo>
                      <a:pt x="15067" y="0"/>
                    </a:lnTo>
                    <a:lnTo>
                      <a:pt x="15067" y="15077"/>
                    </a:lnTo>
                    <a:lnTo>
                      <a:pt x="0" y="15077"/>
                    </a:lnTo>
                    <a:close/>
                  </a:path>
                </a:pathLst>
              </a:custGeom>
              <a:solidFill>
                <a:srgbClr val="8C8663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67" name="자유형: 도형 2566">
                <a:extLst>
                  <a:ext uri="{FF2B5EF4-FFF2-40B4-BE49-F238E27FC236}">
                    <a16:creationId xmlns:a16="http://schemas.microsoft.com/office/drawing/2014/main" id="{E8D831BA-E550-4955-9DFE-6FBD74822E0F}"/>
                  </a:ext>
                </a:extLst>
              </p:cNvPr>
              <p:cNvSpPr/>
              <p:nvPr/>
            </p:nvSpPr>
            <p:spPr>
              <a:xfrm rot="16200000">
                <a:off x="6233342" y="3607898"/>
                <a:ext cx="12735" cy="25458"/>
              </a:xfrm>
              <a:custGeom>
                <a:avLst/>
                <a:gdLst>
                  <a:gd name="connsiteX0" fmla="*/ 0 w 0"/>
                  <a:gd name="connsiteY0" fmla="*/ 29261 h 25457"/>
                  <a:gd name="connsiteX1" fmla="*/ 7135 w 0"/>
                  <a:gd name="connsiteY1" fmla="*/ 22130 h 25457"/>
                  <a:gd name="connsiteX2" fmla="*/ 7135 w 0"/>
                  <a:gd name="connsiteY2" fmla="*/ 7117 h 25457"/>
                  <a:gd name="connsiteX3" fmla="*/ 0 w 0"/>
                  <a:gd name="connsiteY3" fmla="*/ 0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9261"/>
                    </a:moveTo>
                    <a:lnTo>
                      <a:pt x="7135" y="22130"/>
                    </a:lnTo>
                    <a:lnTo>
                      <a:pt x="7135" y="71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68" name="자유형: 도형 2567">
                <a:extLst>
                  <a:ext uri="{FF2B5EF4-FFF2-40B4-BE49-F238E27FC236}">
                    <a16:creationId xmlns:a16="http://schemas.microsoft.com/office/drawing/2014/main" id="{1AB2F63C-E4A0-49D5-9BF8-FA2F631D4C76}"/>
                  </a:ext>
                </a:extLst>
              </p:cNvPr>
              <p:cNvSpPr/>
              <p:nvPr/>
            </p:nvSpPr>
            <p:spPr>
              <a:xfrm rot="16200000">
                <a:off x="6220610" y="3607895"/>
                <a:ext cx="25469" cy="12729"/>
              </a:xfrm>
              <a:custGeom>
                <a:avLst/>
                <a:gdLst>
                  <a:gd name="connsiteX0" fmla="*/ 22219 w 25469"/>
                  <a:gd name="connsiteY0" fmla="*/ 7117 h 0"/>
                  <a:gd name="connsiteX1" fmla="*/ 7135 w 25469"/>
                  <a:gd name="connsiteY1" fmla="*/ 7117 h 0"/>
                  <a:gd name="connsiteX2" fmla="*/ 0 w 25469"/>
                  <a:gd name="connsiteY2" fmla="*/ 0 h 0"/>
                  <a:gd name="connsiteX3" fmla="*/ 29283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219" y="7117"/>
                    </a:moveTo>
                    <a:lnTo>
                      <a:pt x="7135" y="7117"/>
                    </a:lnTo>
                    <a:lnTo>
                      <a:pt x="0" y="0"/>
                    </a:lnTo>
                    <a:lnTo>
                      <a:pt x="29283" y="0"/>
                    </a:lnTo>
                    <a:close/>
                  </a:path>
                </a:pathLst>
              </a:custGeom>
              <a:solidFill>
                <a:srgbClr val="80795B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69" name="자유형: 도형 2568">
                <a:extLst>
                  <a:ext uri="{FF2B5EF4-FFF2-40B4-BE49-F238E27FC236}">
                    <a16:creationId xmlns:a16="http://schemas.microsoft.com/office/drawing/2014/main" id="{4D378571-DAB1-4CD4-ACD9-E53B92B68EA3}"/>
                  </a:ext>
                </a:extLst>
              </p:cNvPr>
              <p:cNvSpPr/>
              <p:nvPr/>
            </p:nvSpPr>
            <p:spPr>
              <a:xfrm rot="16200000">
                <a:off x="6233342" y="3585679"/>
                <a:ext cx="12735" cy="25458"/>
              </a:xfrm>
              <a:custGeom>
                <a:avLst/>
                <a:gdLst>
                  <a:gd name="connsiteX0" fmla="*/ 0 w 0"/>
                  <a:gd name="connsiteY0" fmla="*/ 22130 h 25457"/>
                  <a:gd name="connsiteX1" fmla="*/ 0 w 0"/>
                  <a:gd name="connsiteY1" fmla="*/ 7117 h 25457"/>
                  <a:gd name="connsiteX2" fmla="*/ 7064 w 0"/>
                  <a:gd name="connsiteY2" fmla="*/ 0 h 25457"/>
                  <a:gd name="connsiteX3" fmla="*/ 7064 w 0"/>
                  <a:gd name="connsiteY3" fmla="*/ 29261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2130"/>
                    </a:moveTo>
                    <a:lnTo>
                      <a:pt x="0" y="7117"/>
                    </a:lnTo>
                    <a:lnTo>
                      <a:pt x="7064" y="0"/>
                    </a:lnTo>
                    <a:lnTo>
                      <a:pt x="7064" y="29261"/>
                    </a:lnTo>
                    <a:close/>
                  </a:path>
                </a:pathLst>
              </a:custGeom>
              <a:solidFill>
                <a:srgbClr val="5E5B43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70" name="자유형: 도형 2569">
                <a:extLst>
                  <a:ext uri="{FF2B5EF4-FFF2-40B4-BE49-F238E27FC236}">
                    <a16:creationId xmlns:a16="http://schemas.microsoft.com/office/drawing/2014/main" id="{11478D76-10A9-495C-B2F8-546622858855}"/>
                  </a:ext>
                </a:extLst>
              </p:cNvPr>
              <p:cNvSpPr/>
              <p:nvPr/>
            </p:nvSpPr>
            <p:spPr>
              <a:xfrm rot="16200000">
                <a:off x="6242741" y="3607895"/>
                <a:ext cx="25469" cy="12729"/>
              </a:xfrm>
              <a:custGeom>
                <a:avLst/>
                <a:gdLst>
                  <a:gd name="connsiteX0" fmla="*/ 0 w 25469"/>
                  <a:gd name="connsiteY0" fmla="*/ 7130 h 0"/>
                  <a:gd name="connsiteX1" fmla="*/ 7135 w 25469"/>
                  <a:gd name="connsiteY1" fmla="*/ 0 h 0"/>
                  <a:gd name="connsiteX2" fmla="*/ 22219 w 25469"/>
                  <a:gd name="connsiteY2" fmla="*/ 0 h 0"/>
                  <a:gd name="connsiteX3" fmla="*/ 29283 w 25469"/>
                  <a:gd name="connsiteY3" fmla="*/ 713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0" y="7130"/>
                    </a:moveTo>
                    <a:lnTo>
                      <a:pt x="7135" y="0"/>
                    </a:lnTo>
                    <a:lnTo>
                      <a:pt x="22219" y="0"/>
                    </a:lnTo>
                    <a:lnTo>
                      <a:pt x="29283" y="7130"/>
                    </a:lnTo>
                    <a:close/>
                  </a:path>
                </a:pathLst>
              </a:custGeom>
              <a:solidFill>
                <a:srgbClr val="9A916C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71" name="자유형: 도형 2570">
                <a:extLst>
                  <a:ext uri="{FF2B5EF4-FFF2-40B4-BE49-F238E27FC236}">
                    <a16:creationId xmlns:a16="http://schemas.microsoft.com/office/drawing/2014/main" id="{4B0FBC79-9430-45FB-966A-B8108D609325}"/>
                  </a:ext>
                </a:extLst>
              </p:cNvPr>
              <p:cNvSpPr/>
              <p:nvPr/>
            </p:nvSpPr>
            <p:spPr>
              <a:xfrm rot="16200000">
                <a:off x="5792882" y="3524569"/>
                <a:ext cx="89142" cy="178204"/>
              </a:xfrm>
              <a:custGeom>
                <a:avLst/>
                <a:gdLst>
                  <a:gd name="connsiteX0" fmla="*/ 0 w 89141"/>
                  <a:gd name="connsiteY0" fmla="*/ 19248 h 178204"/>
                  <a:gd name="connsiteX1" fmla="*/ 0 w 89141"/>
                  <a:gd name="connsiteY1" fmla="*/ 69338 h 178204"/>
                  <a:gd name="connsiteX2" fmla="*/ 0 w 89141"/>
                  <a:gd name="connsiteY2" fmla="*/ 111889 h 178204"/>
                  <a:gd name="connsiteX3" fmla="*/ 0 w 89141"/>
                  <a:gd name="connsiteY3" fmla="*/ 161992 h 178204"/>
                  <a:gd name="connsiteX4" fmla="*/ 19953 w 89141"/>
                  <a:gd name="connsiteY4" fmla="*/ 181226 h 178204"/>
                  <a:gd name="connsiteX5" fmla="*/ 71844 w 89141"/>
                  <a:gd name="connsiteY5" fmla="*/ 181226 h 178204"/>
                  <a:gd name="connsiteX6" fmla="*/ 91780 w 89141"/>
                  <a:gd name="connsiteY6" fmla="*/ 161992 h 178204"/>
                  <a:gd name="connsiteX7" fmla="*/ 91780 w 89141"/>
                  <a:gd name="connsiteY7" fmla="*/ 111889 h 178204"/>
                  <a:gd name="connsiteX8" fmla="*/ 91780 w 89141"/>
                  <a:gd name="connsiteY8" fmla="*/ 69338 h 178204"/>
                  <a:gd name="connsiteX9" fmla="*/ 91780 w 89141"/>
                  <a:gd name="connsiteY9" fmla="*/ 19248 h 178204"/>
                  <a:gd name="connsiteX10" fmla="*/ 71844 w 89141"/>
                  <a:gd name="connsiteY10" fmla="*/ 0 h 178204"/>
                  <a:gd name="connsiteX11" fmla="*/ 19953 w 89141"/>
                  <a:gd name="connsiteY11" fmla="*/ 0 h 178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9141" h="178204">
                    <a:moveTo>
                      <a:pt x="0" y="19248"/>
                    </a:moveTo>
                    <a:lnTo>
                      <a:pt x="0" y="69338"/>
                    </a:lnTo>
                    <a:lnTo>
                      <a:pt x="0" y="111889"/>
                    </a:lnTo>
                    <a:lnTo>
                      <a:pt x="0" y="161992"/>
                    </a:lnTo>
                    <a:lnTo>
                      <a:pt x="19953" y="181226"/>
                    </a:lnTo>
                    <a:lnTo>
                      <a:pt x="71844" y="181226"/>
                    </a:lnTo>
                    <a:lnTo>
                      <a:pt x="91780" y="161992"/>
                    </a:lnTo>
                    <a:lnTo>
                      <a:pt x="91780" y="111889"/>
                    </a:lnTo>
                    <a:lnTo>
                      <a:pt x="91780" y="69338"/>
                    </a:lnTo>
                    <a:lnTo>
                      <a:pt x="91780" y="19248"/>
                    </a:lnTo>
                    <a:lnTo>
                      <a:pt x="71844" y="0"/>
                    </a:lnTo>
                    <a:lnTo>
                      <a:pt x="19953" y="0"/>
                    </a:lnTo>
                    <a:close/>
                  </a:path>
                </a:pathLst>
              </a:custGeom>
              <a:solidFill>
                <a:srgbClr val="404040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72" name="자유형: 도형 2571">
                <a:extLst>
                  <a:ext uri="{FF2B5EF4-FFF2-40B4-BE49-F238E27FC236}">
                    <a16:creationId xmlns:a16="http://schemas.microsoft.com/office/drawing/2014/main" id="{145EB5C4-1435-4558-9840-6DF9410D384A}"/>
                  </a:ext>
                </a:extLst>
              </p:cNvPr>
              <p:cNvSpPr/>
              <p:nvPr/>
            </p:nvSpPr>
            <p:spPr>
              <a:xfrm rot="16200000">
                <a:off x="5792882" y="3524569"/>
                <a:ext cx="89142" cy="178204"/>
              </a:xfrm>
              <a:custGeom>
                <a:avLst/>
                <a:gdLst>
                  <a:gd name="connsiteX0" fmla="*/ 0 w 89141"/>
                  <a:gd name="connsiteY0" fmla="*/ 19248 h 178204"/>
                  <a:gd name="connsiteX1" fmla="*/ 0 w 89141"/>
                  <a:gd name="connsiteY1" fmla="*/ 69338 h 178204"/>
                  <a:gd name="connsiteX2" fmla="*/ 0 w 89141"/>
                  <a:gd name="connsiteY2" fmla="*/ 111889 h 178204"/>
                  <a:gd name="connsiteX3" fmla="*/ 0 w 89141"/>
                  <a:gd name="connsiteY3" fmla="*/ 161992 h 178204"/>
                  <a:gd name="connsiteX4" fmla="*/ 19953 w 89141"/>
                  <a:gd name="connsiteY4" fmla="*/ 181226 h 178204"/>
                  <a:gd name="connsiteX5" fmla="*/ 71844 w 89141"/>
                  <a:gd name="connsiteY5" fmla="*/ 181226 h 178204"/>
                  <a:gd name="connsiteX6" fmla="*/ 91780 w 89141"/>
                  <a:gd name="connsiteY6" fmla="*/ 161992 h 178204"/>
                  <a:gd name="connsiteX7" fmla="*/ 91780 w 89141"/>
                  <a:gd name="connsiteY7" fmla="*/ 111889 h 178204"/>
                  <a:gd name="connsiteX8" fmla="*/ 91780 w 89141"/>
                  <a:gd name="connsiteY8" fmla="*/ 69338 h 178204"/>
                  <a:gd name="connsiteX9" fmla="*/ 91780 w 89141"/>
                  <a:gd name="connsiteY9" fmla="*/ 19248 h 178204"/>
                  <a:gd name="connsiteX10" fmla="*/ 71844 w 89141"/>
                  <a:gd name="connsiteY10" fmla="*/ 0 h 178204"/>
                  <a:gd name="connsiteX11" fmla="*/ 19953 w 89141"/>
                  <a:gd name="connsiteY11" fmla="*/ 0 h 178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9141" h="178204">
                    <a:moveTo>
                      <a:pt x="0" y="19248"/>
                    </a:moveTo>
                    <a:lnTo>
                      <a:pt x="0" y="69338"/>
                    </a:lnTo>
                    <a:lnTo>
                      <a:pt x="0" y="111889"/>
                    </a:lnTo>
                    <a:lnTo>
                      <a:pt x="0" y="161992"/>
                    </a:lnTo>
                    <a:lnTo>
                      <a:pt x="19953" y="181226"/>
                    </a:lnTo>
                    <a:lnTo>
                      <a:pt x="71844" y="181226"/>
                    </a:lnTo>
                    <a:lnTo>
                      <a:pt x="91780" y="161992"/>
                    </a:lnTo>
                    <a:lnTo>
                      <a:pt x="91780" y="111889"/>
                    </a:lnTo>
                    <a:lnTo>
                      <a:pt x="91780" y="69338"/>
                    </a:lnTo>
                    <a:lnTo>
                      <a:pt x="91780" y="19248"/>
                    </a:lnTo>
                    <a:lnTo>
                      <a:pt x="71844" y="0"/>
                    </a:lnTo>
                    <a:lnTo>
                      <a:pt x="19953" y="0"/>
                    </a:lnTo>
                    <a:close/>
                  </a:path>
                </a:pathLst>
              </a:custGeom>
              <a:solidFill>
                <a:srgbClr val="404040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73" name="자유형: 도형 2572">
                <a:extLst>
                  <a:ext uri="{FF2B5EF4-FFF2-40B4-BE49-F238E27FC236}">
                    <a16:creationId xmlns:a16="http://schemas.microsoft.com/office/drawing/2014/main" id="{511A15F6-9848-49E5-94EF-327C46A73947}"/>
                  </a:ext>
                </a:extLst>
              </p:cNvPr>
              <p:cNvSpPr/>
              <p:nvPr/>
            </p:nvSpPr>
            <p:spPr>
              <a:xfrm rot="16200000">
                <a:off x="5785032" y="3609230"/>
                <a:ext cx="12735" cy="12729"/>
              </a:xfrm>
              <a:custGeom>
                <a:avLst/>
                <a:gdLst>
                  <a:gd name="connsiteX0" fmla="*/ 0 w 12734"/>
                  <a:gd name="connsiteY0" fmla="*/ 0 h 12728"/>
                  <a:gd name="connsiteX1" fmla="*/ 15067 w 12734"/>
                  <a:gd name="connsiteY1" fmla="*/ 0 h 12728"/>
                  <a:gd name="connsiteX2" fmla="*/ 15067 w 12734"/>
                  <a:gd name="connsiteY2" fmla="*/ 15064 h 12728"/>
                  <a:gd name="connsiteX3" fmla="*/ 0 w 12734"/>
                  <a:gd name="connsiteY3" fmla="*/ 15064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0" y="0"/>
                    </a:moveTo>
                    <a:lnTo>
                      <a:pt x="15067" y="0"/>
                    </a:lnTo>
                    <a:lnTo>
                      <a:pt x="15067" y="15064"/>
                    </a:lnTo>
                    <a:lnTo>
                      <a:pt x="0" y="15064"/>
                    </a:lnTo>
                    <a:close/>
                  </a:path>
                </a:pathLst>
              </a:custGeom>
              <a:solidFill>
                <a:srgbClr val="8C8663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74" name="자유형: 도형 2573">
                <a:extLst>
                  <a:ext uri="{FF2B5EF4-FFF2-40B4-BE49-F238E27FC236}">
                    <a16:creationId xmlns:a16="http://schemas.microsoft.com/office/drawing/2014/main" id="{EBC636F5-CE57-4028-906C-11006319377B}"/>
                  </a:ext>
                </a:extLst>
              </p:cNvPr>
              <p:cNvSpPr/>
              <p:nvPr/>
            </p:nvSpPr>
            <p:spPr>
              <a:xfrm rot="16200000">
                <a:off x="5784305" y="3607898"/>
                <a:ext cx="12735" cy="25458"/>
              </a:xfrm>
              <a:custGeom>
                <a:avLst/>
                <a:gdLst>
                  <a:gd name="connsiteX0" fmla="*/ 0 w 0"/>
                  <a:gd name="connsiteY0" fmla="*/ 29286 h 25457"/>
                  <a:gd name="connsiteX1" fmla="*/ 7135 w 0"/>
                  <a:gd name="connsiteY1" fmla="*/ 22143 h 25457"/>
                  <a:gd name="connsiteX2" fmla="*/ 7135 w 0"/>
                  <a:gd name="connsiteY2" fmla="*/ 7143 h 25457"/>
                  <a:gd name="connsiteX3" fmla="*/ 0 w 0"/>
                  <a:gd name="connsiteY3" fmla="*/ 0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9286"/>
                    </a:moveTo>
                    <a:lnTo>
                      <a:pt x="7135" y="22143"/>
                    </a:lnTo>
                    <a:lnTo>
                      <a:pt x="7135" y="714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75" name="자유형: 도형 2574">
                <a:extLst>
                  <a:ext uri="{FF2B5EF4-FFF2-40B4-BE49-F238E27FC236}">
                    <a16:creationId xmlns:a16="http://schemas.microsoft.com/office/drawing/2014/main" id="{0FAF4FA6-536F-47E2-B080-EACCD9905FE8}"/>
                  </a:ext>
                </a:extLst>
              </p:cNvPr>
              <p:cNvSpPr/>
              <p:nvPr/>
            </p:nvSpPr>
            <p:spPr>
              <a:xfrm rot="16200000">
                <a:off x="5771573" y="3607895"/>
                <a:ext cx="25469" cy="12729"/>
              </a:xfrm>
              <a:custGeom>
                <a:avLst/>
                <a:gdLst>
                  <a:gd name="connsiteX0" fmla="*/ 22219 w 25469"/>
                  <a:gd name="connsiteY0" fmla="*/ 7143 h 0"/>
                  <a:gd name="connsiteX1" fmla="*/ 7135 w 25469"/>
                  <a:gd name="connsiteY1" fmla="*/ 7143 h 0"/>
                  <a:gd name="connsiteX2" fmla="*/ 0 w 25469"/>
                  <a:gd name="connsiteY2" fmla="*/ 0 h 0"/>
                  <a:gd name="connsiteX3" fmla="*/ 29283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219" y="7143"/>
                    </a:moveTo>
                    <a:lnTo>
                      <a:pt x="7135" y="7143"/>
                    </a:lnTo>
                    <a:lnTo>
                      <a:pt x="0" y="0"/>
                    </a:lnTo>
                    <a:lnTo>
                      <a:pt x="29283" y="0"/>
                    </a:lnTo>
                    <a:close/>
                  </a:path>
                </a:pathLst>
              </a:custGeom>
              <a:solidFill>
                <a:srgbClr val="80795B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76" name="자유형: 도형 2575">
                <a:extLst>
                  <a:ext uri="{FF2B5EF4-FFF2-40B4-BE49-F238E27FC236}">
                    <a16:creationId xmlns:a16="http://schemas.microsoft.com/office/drawing/2014/main" id="{6369DCFB-60F8-4F9E-B0C9-810AA5BF503A}"/>
                  </a:ext>
                </a:extLst>
              </p:cNvPr>
              <p:cNvSpPr/>
              <p:nvPr/>
            </p:nvSpPr>
            <p:spPr>
              <a:xfrm rot="16200000">
                <a:off x="5784305" y="3585679"/>
                <a:ext cx="12735" cy="25458"/>
              </a:xfrm>
              <a:custGeom>
                <a:avLst/>
                <a:gdLst>
                  <a:gd name="connsiteX0" fmla="*/ 0 w 0"/>
                  <a:gd name="connsiteY0" fmla="*/ 22143 h 25457"/>
                  <a:gd name="connsiteX1" fmla="*/ 0 w 0"/>
                  <a:gd name="connsiteY1" fmla="*/ 7143 h 25457"/>
                  <a:gd name="connsiteX2" fmla="*/ 7064 w 0"/>
                  <a:gd name="connsiteY2" fmla="*/ 0 h 25457"/>
                  <a:gd name="connsiteX3" fmla="*/ 7064 w 0"/>
                  <a:gd name="connsiteY3" fmla="*/ 29286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2143"/>
                    </a:moveTo>
                    <a:lnTo>
                      <a:pt x="0" y="7143"/>
                    </a:lnTo>
                    <a:lnTo>
                      <a:pt x="7064" y="0"/>
                    </a:lnTo>
                    <a:lnTo>
                      <a:pt x="7064" y="29286"/>
                    </a:lnTo>
                    <a:close/>
                  </a:path>
                </a:pathLst>
              </a:custGeom>
              <a:solidFill>
                <a:srgbClr val="5E5B43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77" name="자유형: 도형 2576">
                <a:extLst>
                  <a:ext uri="{FF2B5EF4-FFF2-40B4-BE49-F238E27FC236}">
                    <a16:creationId xmlns:a16="http://schemas.microsoft.com/office/drawing/2014/main" id="{4F081CAB-4FB9-4AD4-827B-2749667911E0}"/>
                  </a:ext>
                </a:extLst>
              </p:cNvPr>
              <p:cNvSpPr/>
              <p:nvPr/>
            </p:nvSpPr>
            <p:spPr>
              <a:xfrm rot="16200000">
                <a:off x="5793716" y="3607895"/>
                <a:ext cx="25469" cy="12729"/>
              </a:xfrm>
              <a:custGeom>
                <a:avLst/>
                <a:gdLst>
                  <a:gd name="connsiteX0" fmla="*/ 22219 w 25469"/>
                  <a:gd name="connsiteY0" fmla="*/ 0 h 0"/>
                  <a:gd name="connsiteX1" fmla="*/ 29283 w 25469"/>
                  <a:gd name="connsiteY1" fmla="*/ 7143 h 0"/>
                  <a:gd name="connsiteX2" fmla="*/ 0 w 25469"/>
                  <a:gd name="connsiteY2" fmla="*/ 7143 h 0"/>
                  <a:gd name="connsiteX3" fmla="*/ 7135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219" y="0"/>
                    </a:moveTo>
                    <a:lnTo>
                      <a:pt x="29283" y="7143"/>
                    </a:lnTo>
                    <a:lnTo>
                      <a:pt x="0" y="7143"/>
                    </a:lnTo>
                    <a:lnTo>
                      <a:pt x="7135" y="0"/>
                    </a:lnTo>
                    <a:close/>
                  </a:path>
                </a:pathLst>
              </a:custGeom>
              <a:solidFill>
                <a:srgbClr val="9A916C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78" name="자유형: 도형 2577">
                <a:extLst>
                  <a:ext uri="{FF2B5EF4-FFF2-40B4-BE49-F238E27FC236}">
                    <a16:creationId xmlns:a16="http://schemas.microsoft.com/office/drawing/2014/main" id="{8007A734-D11D-4468-B395-69A0299FC8B3}"/>
                  </a:ext>
                </a:extLst>
              </p:cNvPr>
              <p:cNvSpPr/>
              <p:nvPr/>
            </p:nvSpPr>
            <p:spPr>
              <a:xfrm rot="16200000">
                <a:off x="5876985" y="3609230"/>
                <a:ext cx="12735" cy="12729"/>
              </a:xfrm>
              <a:custGeom>
                <a:avLst/>
                <a:gdLst>
                  <a:gd name="connsiteX0" fmla="*/ 0 w 12734"/>
                  <a:gd name="connsiteY0" fmla="*/ 0 h 12728"/>
                  <a:gd name="connsiteX1" fmla="*/ 15067 w 12734"/>
                  <a:gd name="connsiteY1" fmla="*/ 0 h 12728"/>
                  <a:gd name="connsiteX2" fmla="*/ 15067 w 12734"/>
                  <a:gd name="connsiteY2" fmla="*/ 15077 h 12728"/>
                  <a:gd name="connsiteX3" fmla="*/ 0 w 12734"/>
                  <a:gd name="connsiteY3" fmla="*/ 15077 h 12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34" h="12728">
                    <a:moveTo>
                      <a:pt x="0" y="0"/>
                    </a:moveTo>
                    <a:lnTo>
                      <a:pt x="15067" y="0"/>
                    </a:lnTo>
                    <a:lnTo>
                      <a:pt x="15067" y="15077"/>
                    </a:lnTo>
                    <a:lnTo>
                      <a:pt x="0" y="15077"/>
                    </a:lnTo>
                    <a:close/>
                  </a:path>
                </a:pathLst>
              </a:custGeom>
              <a:solidFill>
                <a:srgbClr val="8C8663"/>
              </a:solidFill>
              <a:ln w="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79" name="자유형: 도형 2578">
                <a:extLst>
                  <a:ext uri="{FF2B5EF4-FFF2-40B4-BE49-F238E27FC236}">
                    <a16:creationId xmlns:a16="http://schemas.microsoft.com/office/drawing/2014/main" id="{4820D2F9-4515-44EC-9378-BB36E8FE7264}"/>
                  </a:ext>
                </a:extLst>
              </p:cNvPr>
              <p:cNvSpPr/>
              <p:nvPr/>
            </p:nvSpPr>
            <p:spPr>
              <a:xfrm rot="16200000">
                <a:off x="5876002" y="3607898"/>
                <a:ext cx="12735" cy="25458"/>
              </a:xfrm>
              <a:custGeom>
                <a:avLst/>
                <a:gdLst>
                  <a:gd name="connsiteX0" fmla="*/ 0 w 0"/>
                  <a:gd name="connsiteY0" fmla="*/ 29261 h 25457"/>
                  <a:gd name="connsiteX1" fmla="*/ 7135 w 0"/>
                  <a:gd name="connsiteY1" fmla="*/ 22130 h 25457"/>
                  <a:gd name="connsiteX2" fmla="*/ 7135 w 0"/>
                  <a:gd name="connsiteY2" fmla="*/ 7117 h 25457"/>
                  <a:gd name="connsiteX3" fmla="*/ 0 w 0"/>
                  <a:gd name="connsiteY3" fmla="*/ 0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9261"/>
                    </a:moveTo>
                    <a:lnTo>
                      <a:pt x="7135" y="22130"/>
                    </a:lnTo>
                    <a:lnTo>
                      <a:pt x="7135" y="71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AF82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80" name="자유형: 도형 2579">
                <a:extLst>
                  <a:ext uri="{FF2B5EF4-FFF2-40B4-BE49-F238E27FC236}">
                    <a16:creationId xmlns:a16="http://schemas.microsoft.com/office/drawing/2014/main" id="{75777666-AEE5-4FCB-A791-3E18C98A7F03}"/>
                  </a:ext>
                </a:extLst>
              </p:cNvPr>
              <p:cNvSpPr/>
              <p:nvPr/>
            </p:nvSpPr>
            <p:spPr>
              <a:xfrm rot="16200000">
                <a:off x="5863270" y="3607895"/>
                <a:ext cx="25469" cy="12729"/>
              </a:xfrm>
              <a:custGeom>
                <a:avLst/>
                <a:gdLst>
                  <a:gd name="connsiteX0" fmla="*/ 22219 w 25469"/>
                  <a:gd name="connsiteY0" fmla="*/ 7117 h 0"/>
                  <a:gd name="connsiteX1" fmla="*/ 7135 w 25469"/>
                  <a:gd name="connsiteY1" fmla="*/ 7117 h 0"/>
                  <a:gd name="connsiteX2" fmla="*/ 0 w 25469"/>
                  <a:gd name="connsiteY2" fmla="*/ 0 h 0"/>
                  <a:gd name="connsiteX3" fmla="*/ 29283 w 25469"/>
                  <a:gd name="connsiteY3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22219" y="7117"/>
                    </a:moveTo>
                    <a:lnTo>
                      <a:pt x="7135" y="7117"/>
                    </a:lnTo>
                    <a:lnTo>
                      <a:pt x="0" y="0"/>
                    </a:lnTo>
                    <a:lnTo>
                      <a:pt x="29283" y="0"/>
                    </a:lnTo>
                    <a:close/>
                  </a:path>
                </a:pathLst>
              </a:custGeom>
              <a:solidFill>
                <a:srgbClr val="80795B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81" name="자유형: 도형 2580">
                <a:extLst>
                  <a:ext uri="{FF2B5EF4-FFF2-40B4-BE49-F238E27FC236}">
                    <a16:creationId xmlns:a16="http://schemas.microsoft.com/office/drawing/2014/main" id="{72F996F6-C7BB-41D4-B5E6-A5DF3C267BF7}"/>
                  </a:ext>
                </a:extLst>
              </p:cNvPr>
              <p:cNvSpPr/>
              <p:nvPr/>
            </p:nvSpPr>
            <p:spPr>
              <a:xfrm rot="16200000">
                <a:off x="5876002" y="3585679"/>
                <a:ext cx="12735" cy="25458"/>
              </a:xfrm>
              <a:custGeom>
                <a:avLst/>
                <a:gdLst>
                  <a:gd name="connsiteX0" fmla="*/ 0 w 0"/>
                  <a:gd name="connsiteY0" fmla="*/ 22130 h 25457"/>
                  <a:gd name="connsiteX1" fmla="*/ 0 w 0"/>
                  <a:gd name="connsiteY1" fmla="*/ 7117 h 25457"/>
                  <a:gd name="connsiteX2" fmla="*/ 7064 w 0"/>
                  <a:gd name="connsiteY2" fmla="*/ 0 h 25457"/>
                  <a:gd name="connsiteX3" fmla="*/ 7064 w 0"/>
                  <a:gd name="connsiteY3" fmla="*/ 29261 h 2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25457">
                    <a:moveTo>
                      <a:pt x="0" y="22130"/>
                    </a:moveTo>
                    <a:lnTo>
                      <a:pt x="0" y="7117"/>
                    </a:lnTo>
                    <a:lnTo>
                      <a:pt x="7064" y="0"/>
                    </a:lnTo>
                    <a:lnTo>
                      <a:pt x="7064" y="29261"/>
                    </a:lnTo>
                    <a:close/>
                  </a:path>
                </a:pathLst>
              </a:custGeom>
              <a:solidFill>
                <a:srgbClr val="5E5B43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82" name="자유형: 도형 2581">
                <a:extLst>
                  <a:ext uri="{FF2B5EF4-FFF2-40B4-BE49-F238E27FC236}">
                    <a16:creationId xmlns:a16="http://schemas.microsoft.com/office/drawing/2014/main" id="{0F37864B-6C7B-49B1-AE56-E070555CFAA6}"/>
                  </a:ext>
                </a:extLst>
              </p:cNvPr>
              <p:cNvSpPr/>
              <p:nvPr/>
            </p:nvSpPr>
            <p:spPr>
              <a:xfrm rot="16200000">
                <a:off x="5885401" y="3607895"/>
                <a:ext cx="25469" cy="12729"/>
              </a:xfrm>
              <a:custGeom>
                <a:avLst/>
                <a:gdLst>
                  <a:gd name="connsiteX0" fmla="*/ 0 w 25469"/>
                  <a:gd name="connsiteY0" fmla="*/ 7130 h 0"/>
                  <a:gd name="connsiteX1" fmla="*/ 7135 w 25469"/>
                  <a:gd name="connsiteY1" fmla="*/ 0 h 0"/>
                  <a:gd name="connsiteX2" fmla="*/ 22219 w 25469"/>
                  <a:gd name="connsiteY2" fmla="*/ 0 h 0"/>
                  <a:gd name="connsiteX3" fmla="*/ 29283 w 25469"/>
                  <a:gd name="connsiteY3" fmla="*/ 713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69">
                    <a:moveTo>
                      <a:pt x="0" y="7130"/>
                    </a:moveTo>
                    <a:lnTo>
                      <a:pt x="7135" y="0"/>
                    </a:lnTo>
                    <a:lnTo>
                      <a:pt x="22219" y="0"/>
                    </a:lnTo>
                    <a:lnTo>
                      <a:pt x="29283" y="7130"/>
                    </a:lnTo>
                    <a:close/>
                  </a:path>
                </a:pathLst>
              </a:custGeom>
              <a:solidFill>
                <a:srgbClr val="9A916C"/>
              </a:solidFill>
              <a:ln w="1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2593" name="그룹 2592">
                <a:extLst>
                  <a:ext uri="{FF2B5EF4-FFF2-40B4-BE49-F238E27FC236}">
                    <a16:creationId xmlns:a16="http://schemas.microsoft.com/office/drawing/2014/main" id="{871D2A93-31EE-41C5-A363-ABCB2365456E}"/>
                  </a:ext>
                </a:extLst>
              </p:cNvPr>
              <p:cNvGrpSpPr/>
              <p:nvPr/>
            </p:nvGrpSpPr>
            <p:grpSpPr>
              <a:xfrm>
                <a:off x="5627056" y="4329478"/>
                <a:ext cx="357981" cy="180000"/>
                <a:chOff x="8790312" y="4441286"/>
                <a:chExt cx="357981" cy="180000"/>
              </a:xfrm>
            </p:grpSpPr>
            <p:grpSp>
              <p:nvGrpSpPr>
                <p:cNvPr id="2587" name="그룹 2586">
                  <a:extLst>
                    <a:ext uri="{FF2B5EF4-FFF2-40B4-BE49-F238E27FC236}">
                      <a16:creationId xmlns:a16="http://schemas.microsoft.com/office/drawing/2014/main" id="{42E66FD7-204B-425C-8B7D-16A9244D41C0}"/>
                    </a:ext>
                  </a:extLst>
                </p:cNvPr>
                <p:cNvGrpSpPr/>
                <p:nvPr/>
              </p:nvGrpSpPr>
              <p:grpSpPr>
                <a:xfrm>
                  <a:off x="8790312" y="4441286"/>
                  <a:ext cx="180000" cy="180000"/>
                  <a:chOff x="8111724" y="4519932"/>
                  <a:chExt cx="180000" cy="180000"/>
                </a:xfrm>
              </p:grpSpPr>
              <p:sp>
                <p:nvSpPr>
                  <p:cNvPr id="2585" name="직사각형 2584">
                    <a:extLst>
                      <a:ext uri="{FF2B5EF4-FFF2-40B4-BE49-F238E27FC236}">
                        <a16:creationId xmlns:a16="http://schemas.microsoft.com/office/drawing/2014/main" id="{677102C7-AADF-4EE4-BA52-3CA9AB33D2F9}"/>
                      </a:ext>
                    </a:extLst>
                  </p:cNvPr>
                  <p:cNvSpPr/>
                  <p:nvPr/>
                </p:nvSpPr>
                <p:spPr>
                  <a:xfrm>
                    <a:off x="8111724" y="4519932"/>
                    <a:ext cx="180000" cy="1800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grpSp>
                <p:nvGrpSpPr>
                  <p:cNvPr id="2586" name="그룹 2585">
                    <a:extLst>
                      <a:ext uri="{FF2B5EF4-FFF2-40B4-BE49-F238E27FC236}">
                        <a16:creationId xmlns:a16="http://schemas.microsoft.com/office/drawing/2014/main" id="{53FF03D4-4CDE-4D53-BA35-B34825443059}"/>
                      </a:ext>
                    </a:extLst>
                  </p:cNvPr>
                  <p:cNvGrpSpPr/>
                  <p:nvPr/>
                </p:nvGrpSpPr>
                <p:grpSpPr>
                  <a:xfrm>
                    <a:off x="8147724" y="4555932"/>
                    <a:ext cx="108000" cy="108000"/>
                    <a:chOff x="8227690" y="4551650"/>
                    <a:chExt cx="108000" cy="108000"/>
                  </a:xfrm>
                </p:grpSpPr>
                <p:sp>
                  <p:nvSpPr>
                    <p:cNvPr id="2583" name="타원 2582">
                      <a:extLst>
                        <a:ext uri="{FF2B5EF4-FFF2-40B4-BE49-F238E27FC236}">
                          <a16:creationId xmlns:a16="http://schemas.microsoft.com/office/drawing/2014/main" id="{415FC0E2-6FC2-4232-B2F6-06E418EA7A5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27690" y="4551650"/>
                      <a:ext cx="108000" cy="10800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2584" name="십자형 2583">
                      <a:extLst>
                        <a:ext uri="{FF2B5EF4-FFF2-40B4-BE49-F238E27FC236}">
                          <a16:creationId xmlns:a16="http://schemas.microsoft.com/office/drawing/2014/main" id="{38B41EAF-357E-4066-B2BA-312F7F4CCABF}"/>
                        </a:ext>
                      </a:extLst>
                    </p:cNvPr>
                    <p:cNvSpPr/>
                    <p:nvPr/>
                  </p:nvSpPr>
                  <p:spPr>
                    <a:xfrm rot="2700000">
                      <a:off x="8245690" y="4569650"/>
                      <a:ext cx="72000" cy="72000"/>
                    </a:xfrm>
                    <a:prstGeom prst="plus">
                      <a:avLst>
                        <a:gd name="adj" fmla="val 45930"/>
                      </a:avLst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</p:grpSp>
            </p:grpSp>
            <p:grpSp>
              <p:nvGrpSpPr>
                <p:cNvPr id="2588" name="그룹 2587">
                  <a:extLst>
                    <a:ext uri="{FF2B5EF4-FFF2-40B4-BE49-F238E27FC236}">
                      <a16:creationId xmlns:a16="http://schemas.microsoft.com/office/drawing/2014/main" id="{7CDCE25A-F42A-4066-AC99-4C1741A6BEF7}"/>
                    </a:ext>
                  </a:extLst>
                </p:cNvPr>
                <p:cNvGrpSpPr/>
                <p:nvPr/>
              </p:nvGrpSpPr>
              <p:grpSpPr>
                <a:xfrm>
                  <a:off x="8968293" y="4441286"/>
                  <a:ext cx="180000" cy="180000"/>
                  <a:chOff x="8111724" y="4519932"/>
                  <a:chExt cx="180000" cy="180000"/>
                </a:xfrm>
              </p:grpSpPr>
              <p:sp>
                <p:nvSpPr>
                  <p:cNvPr id="2589" name="직사각형 2588">
                    <a:extLst>
                      <a:ext uri="{FF2B5EF4-FFF2-40B4-BE49-F238E27FC236}">
                        <a16:creationId xmlns:a16="http://schemas.microsoft.com/office/drawing/2014/main" id="{4D41D730-AC31-4257-8045-7228967279ED}"/>
                      </a:ext>
                    </a:extLst>
                  </p:cNvPr>
                  <p:cNvSpPr/>
                  <p:nvPr/>
                </p:nvSpPr>
                <p:spPr>
                  <a:xfrm>
                    <a:off x="8111724" y="4519932"/>
                    <a:ext cx="180000" cy="1800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grpSp>
                <p:nvGrpSpPr>
                  <p:cNvPr id="2590" name="그룹 2589">
                    <a:extLst>
                      <a:ext uri="{FF2B5EF4-FFF2-40B4-BE49-F238E27FC236}">
                        <a16:creationId xmlns:a16="http://schemas.microsoft.com/office/drawing/2014/main" id="{DF6BC678-0813-45D8-9B53-F0B1E30FE94E}"/>
                      </a:ext>
                    </a:extLst>
                  </p:cNvPr>
                  <p:cNvGrpSpPr/>
                  <p:nvPr/>
                </p:nvGrpSpPr>
                <p:grpSpPr>
                  <a:xfrm>
                    <a:off x="8147724" y="4555932"/>
                    <a:ext cx="108000" cy="108000"/>
                    <a:chOff x="8227690" y="4551650"/>
                    <a:chExt cx="108000" cy="108000"/>
                  </a:xfrm>
                </p:grpSpPr>
                <p:sp>
                  <p:nvSpPr>
                    <p:cNvPr id="2591" name="타원 2590">
                      <a:extLst>
                        <a:ext uri="{FF2B5EF4-FFF2-40B4-BE49-F238E27FC236}">
                          <a16:creationId xmlns:a16="http://schemas.microsoft.com/office/drawing/2014/main" id="{85C7E7FE-905A-417F-A352-6A23D7B1AA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27690" y="4551650"/>
                      <a:ext cx="108000" cy="10800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2592" name="십자형 2591">
                      <a:extLst>
                        <a:ext uri="{FF2B5EF4-FFF2-40B4-BE49-F238E27FC236}">
                          <a16:creationId xmlns:a16="http://schemas.microsoft.com/office/drawing/2014/main" id="{3B774C54-0936-4AE6-AB45-6EEEB28AEAF4}"/>
                        </a:ext>
                      </a:extLst>
                    </p:cNvPr>
                    <p:cNvSpPr/>
                    <p:nvPr/>
                  </p:nvSpPr>
                  <p:spPr>
                    <a:xfrm rot="2700000">
                      <a:off x="8245690" y="4569650"/>
                      <a:ext cx="72000" cy="72000"/>
                    </a:xfrm>
                    <a:prstGeom prst="plus">
                      <a:avLst>
                        <a:gd name="adj" fmla="val 45930"/>
                      </a:avLst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</p:grpSp>
            </p:grpSp>
          </p:grpSp>
          <p:grpSp>
            <p:nvGrpSpPr>
              <p:cNvPr id="2594" name="그룹 2593">
                <a:extLst>
                  <a:ext uri="{FF2B5EF4-FFF2-40B4-BE49-F238E27FC236}">
                    <a16:creationId xmlns:a16="http://schemas.microsoft.com/office/drawing/2014/main" id="{E02DE934-4C7C-4A57-ACB7-8C013F263658}"/>
                  </a:ext>
                </a:extLst>
              </p:cNvPr>
              <p:cNvGrpSpPr/>
              <p:nvPr/>
            </p:nvGrpSpPr>
            <p:grpSpPr>
              <a:xfrm>
                <a:off x="6047209" y="4329478"/>
                <a:ext cx="357981" cy="180000"/>
                <a:chOff x="8790312" y="4441286"/>
                <a:chExt cx="357981" cy="180000"/>
              </a:xfrm>
            </p:grpSpPr>
            <p:grpSp>
              <p:nvGrpSpPr>
                <p:cNvPr id="2595" name="그룹 2594">
                  <a:extLst>
                    <a:ext uri="{FF2B5EF4-FFF2-40B4-BE49-F238E27FC236}">
                      <a16:creationId xmlns:a16="http://schemas.microsoft.com/office/drawing/2014/main" id="{6BAB4599-316D-4111-876C-B3AA64E91645}"/>
                    </a:ext>
                  </a:extLst>
                </p:cNvPr>
                <p:cNvGrpSpPr/>
                <p:nvPr/>
              </p:nvGrpSpPr>
              <p:grpSpPr>
                <a:xfrm>
                  <a:off x="8790312" y="4441286"/>
                  <a:ext cx="180000" cy="180000"/>
                  <a:chOff x="8111724" y="4519932"/>
                  <a:chExt cx="180000" cy="180000"/>
                </a:xfrm>
              </p:grpSpPr>
              <p:sp>
                <p:nvSpPr>
                  <p:cNvPr id="2601" name="직사각형 2600">
                    <a:extLst>
                      <a:ext uri="{FF2B5EF4-FFF2-40B4-BE49-F238E27FC236}">
                        <a16:creationId xmlns:a16="http://schemas.microsoft.com/office/drawing/2014/main" id="{24E4AA1F-CDD5-4C32-BE7E-73F7AB6EFF2A}"/>
                      </a:ext>
                    </a:extLst>
                  </p:cNvPr>
                  <p:cNvSpPr/>
                  <p:nvPr/>
                </p:nvSpPr>
                <p:spPr>
                  <a:xfrm>
                    <a:off x="8111724" y="4519932"/>
                    <a:ext cx="180000" cy="1800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grpSp>
                <p:nvGrpSpPr>
                  <p:cNvPr id="2602" name="그룹 2601">
                    <a:extLst>
                      <a:ext uri="{FF2B5EF4-FFF2-40B4-BE49-F238E27FC236}">
                        <a16:creationId xmlns:a16="http://schemas.microsoft.com/office/drawing/2014/main" id="{81C7CD13-9EA2-495C-84AF-86506D5F7EF7}"/>
                      </a:ext>
                    </a:extLst>
                  </p:cNvPr>
                  <p:cNvGrpSpPr/>
                  <p:nvPr/>
                </p:nvGrpSpPr>
                <p:grpSpPr>
                  <a:xfrm>
                    <a:off x="8147724" y="4555932"/>
                    <a:ext cx="108000" cy="108000"/>
                    <a:chOff x="8227690" y="4551650"/>
                    <a:chExt cx="108000" cy="108000"/>
                  </a:xfrm>
                </p:grpSpPr>
                <p:sp>
                  <p:nvSpPr>
                    <p:cNvPr id="2603" name="타원 2602">
                      <a:extLst>
                        <a:ext uri="{FF2B5EF4-FFF2-40B4-BE49-F238E27FC236}">
                          <a16:creationId xmlns:a16="http://schemas.microsoft.com/office/drawing/2014/main" id="{9A88D303-55D0-43C3-BAF6-6771145300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27690" y="4551650"/>
                      <a:ext cx="108000" cy="10800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2604" name="십자형 2603">
                      <a:extLst>
                        <a:ext uri="{FF2B5EF4-FFF2-40B4-BE49-F238E27FC236}">
                          <a16:creationId xmlns:a16="http://schemas.microsoft.com/office/drawing/2014/main" id="{DD68B5A6-BADF-49ED-9EFC-A9E4AC350372}"/>
                        </a:ext>
                      </a:extLst>
                    </p:cNvPr>
                    <p:cNvSpPr/>
                    <p:nvPr/>
                  </p:nvSpPr>
                  <p:spPr>
                    <a:xfrm rot="2700000">
                      <a:off x="8245690" y="4569650"/>
                      <a:ext cx="72000" cy="72000"/>
                    </a:xfrm>
                    <a:prstGeom prst="plus">
                      <a:avLst>
                        <a:gd name="adj" fmla="val 45930"/>
                      </a:avLst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</p:grpSp>
            </p:grpSp>
            <p:grpSp>
              <p:nvGrpSpPr>
                <p:cNvPr id="2596" name="그룹 2595">
                  <a:extLst>
                    <a:ext uri="{FF2B5EF4-FFF2-40B4-BE49-F238E27FC236}">
                      <a16:creationId xmlns:a16="http://schemas.microsoft.com/office/drawing/2014/main" id="{CBC33B27-B603-41BE-AB66-872007F9A425}"/>
                    </a:ext>
                  </a:extLst>
                </p:cNvPr>
                <p:cNvGrpSpPr/>
                <p:nvPr/>
              </p:nvGrpSpPr>
              <p:grpSpPr>
                <a:xfrm>
                  <a:off x="8968293" y="4441286"/>
                  <a:ext cx="180000" cy="180000"/>
                  <a:chOff x="8111724" y="4519932"/>
                  <a:chExt cx="180000" cy="180000"/>
                </a:xfrm>
              </p:grpSpPr>
              <p:sp>
                <p:nvSpPr>
                  <p:cNvPr id="2597" name="직사각형 2596">
                    <a:extLst>
                      <a:ext uri="{FF2B5EF4-FFF2-40B4-BE49-F238E27FC236}">
                        <a16:creationId xmlns:a16="http://schemas.microsoft.com/office/drawing/2014/main" id="{CBA69A32-D696-4BA7-8852-930B4E03634D}"/>
                      </a:ext>
                    </a:extLst>
                  </p:cNvPr>
                  <p:cNvSpPr/>
                  <p:nvPr/>
                </p:nvSpPr>
                <p:spPr>
                  <a:xfrm>
                    <a:off x="8111724" y="4519932"/>
                    <a:ext cx="180000" cy="1800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grpSp>
                <p:nvGrpSpPr>
                  <p:cNvPr id="2598" name="그룹 2597">
                    <a:extLst>
                      <a:ext uri="{FF2B5EF4-FFF2-40B4-BE49-F238E27FC236}">
                        <a16:creationId xmlns:a16="http://schemas.microsoft.com/office/drawing/2014/main" id="{92A83B9F-8934-4882-865B-4B42E88248B6}"/>
                      </a:ext>
                    </a:extLst>
                  </p:cNvPr>
                  <p:cNvGrpSpPr/>
                  <p:nvPr/>
                </p:nvGrpSpPr>
                <p:grpSpPr>
                  <a:xfrm>
                    <a:off x="8147724" y="4555932"/>
                    <a:ext cx="108000" cy="108000"/>
                    <a:chOff x="8227690" y="4551650"/>
                    <a:chExt cx="108000" cy="108000"/>
                  </a:xfrm>
                </p:grpSpPr>
                <p:sp>
                  <p:nvSpPr>
                    <p:cNvPr id="2599" name="타원 2598">
                      <a:extLst>
                        <a:ext uri="{FF2B5EF4-FFF2-40B4-BE49-F238E27FC236}">
                          <a16:creationId xmlns:a16="http://schemas.microsoft.com/office/drawing/2014/main" id="{72807AB7-A721-42D0-97CD-DF21D112BB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27690" y="4551650"/>
                      <a:ext cx="108000" cy="10800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2600" name="십자형 2599">
                      <a:extLst>
                        <a:ext uri="{FF2B5EF4-FFF2-40B4-BE49-F238E27FC236}">
                          <a16:creationId xmlns:a16="http://schemas.microsoft.com/office/drawing/2014/main" id="{32189EA6-C173-4112-B2AF-C4B962DFA0F4}"/>
                        </a:ext>
                      </a:extLst>
                    </p:cNvPr>
                    <p:cNvSpPr/>
                    <p:nvPr/>
                  </p:nvSpPr>
                  <p:spPr>
                    <a:xfrm rot="2700000">
                      <a:off x="8245690" y="4569650"/>
                      <a:ext cx="72000" cy="72000"/>
                    </a:xfrm>
                    <a:prstGeom prst="plus">
                      <a:avLst>
                        <a:gd name="adj" fmla="val 45930"/>
                      </a:avLst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</p:grpSp>
            </p:grpSp>
          </p:grpSp>
          <p:sp>
            <p:nvSpPr>
              <p:cNvPr id="2764" name="직사각형 2763">
                <a:extLst>
                  <a:ext uri="{FF2B5EF4-FFF2-40B4-BE49-F238E27FC236}">
                    <a16:creationId xmlns:a16="http://schemas.microsoft.com/office/drawing/2014/main" id="{8392516F-C6E1-4C77-8F31-3BE8248313F5}"/>
                  </a:ext>
                </a:extLst>
              </p:cNvPr>
              <p:cNvSpPr/>
              <p:nvPr/>
            </p:nvSpPr>
            <p:spPr>
              <a:xfrm>
                <a:off x="1389908" y="2511869"/>
                <a:ext cx="900000" cy="90000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 dirty="0">
                    <a:solidFill>
                      <a:schemeClr val="tx1"/>
                    </a:solidFill>
                  </a:rPr>
                  <a:t>IP5306</a:t>
                </a:r>
              </a:p>
            </p:txBody>
          </p:sp>
          <p:sp>
            <p:nvSpPr>
              <p:cNvPr id="2765" name="직사각형 2764">
                <a:extLst>
                  <a:ext uri="{FF2B5EF4-FFF2-40B4-BE49-F238E27FC236}">
                    <a16:creationId xmlns:a16="http://schemas.microsoft.com/office/drawing/2014/main" id="{DB277A84-694A-462E-A5C1-43C2F6C15210}"/>
                  </a:ext>
                </a:extLst>
              </p:cNvPr>
              <p:cNvSpPr/>
              <p:nvPr/>
            </p:nvSpPr>
            <p:spPr>
              <a:xfrm>
                <a:off x="1837798" y="2144589"/>
                <a:ext cx="450000" cy="36000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>
                    <a:solidFill>
                      <a:sysClr val="windowText" lastClr="000000"/>
                    </a:solidFill>
                  </a:rPr>
                  <a:t>USB 5V</a:t>
                </a:r>
                <a:endParaRPr lang="ko-KR" altLang="en-US" sz="800" b="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766" name="타원 2765">
                <a:extLst>
                  <a:ext uri="{FF2B5EF4-FFF2-40B4-BE49-F238E27FC236}">
                    <a16:creationId xmlns:a16="http://schemas.microsoft.com/office/drawing/2014/main" id="{F6E614E6-67C5-4BDC-B249-392259267A4D}"/>
                  </a:ext>
                </a:extLst>
              </p:cNvPr>
              <p:cNvSpPr/>
              <p:nvPr/>
            </p:nvSpPr>
            <p:spPr>
              <a:xfrm>
                <a:off x="1635299" y="3259024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67" name="타원 2766">
                <a:extLst>
                  <a:ext uri="{FF2B5EF4-FFF2-40B4-BE49-F238E27FC236}">
                    <a16:creationId xmlns:a16="http://schemas.microsoft.com/office/drawing/2014/main" id="{C511149D-F326-400A-9BB6-6FBE43E88A68}"/>
                  </a:ext>
                </a:extLst>
              </p:cNvPr>
              <p:cNvSpPr/>
              <p:nvPr/>
            </p:nvSpPr>
            <p:spPr>
              <a:xfrm>
                <a:off x="1936518" y="3259024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70" name="직사각형 2769">
                <a:extLst>
                  <a:ext uri="{FF2B5EF4-FFF2-40B4-BE49-F238E27FC236}">
                    <a16:creationId xmlns:a16="http://schemas.microsoft.com/office/drawing/2014/main" id="{45624F94-036C-4D52-B7DE-AB747AB642B7}"/>
                  </a:ext>
                </a:extLst>
              </p:cNvPr>
              <p:cNvSpPr/>
              <p:nvPr/>
            </p:nvSpPr>
            <p:spPr>
              <a:xfrm>
                <a:off x="1389908" y="2146333"/>
                <a:ext cx="450000" cy="36000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>
                    <a:solidFill>
                      <a:sysClr val="windowText" lastClr="000000"/>
                    </a:solidFill>
                  </a:rPr>
                  <a:t>Type</a:t>
                </a:r>
              </a:p>
              <a:p>
                <a:pPr algn="ctr"/>
                <a:r>
                  <a:rPr lang="en-US" altLang="ko-KR" sz="800" b="1" dirty="0">
                    <a:solidFill>
                      <a:sysClr val="windowText" lastClr="000000"/>
                    </a:solidFill>
                  </a:rPr>
                  <a:t>C</a:t>
                </a:r>
                <a:endParaRPr lang="ko-KR" altLang="en-US" sz="800" b="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772" name="TextBox 2771">
                <a:extLst>
                  <a:ext uri="{FF2B5EF4-FFF2-40B4-BE49-F238E27FC236}">
                    <a16:creationId xmlns:a16="http://schemas.microsoft.com/office/drawing/2014/main" id="{BCEFFFC7-173F-40FB-A1BA-C6CCCCD92CC3}"/>
                  </a:ext>
                </a:extLst>
              </p:cNvPr>
              <p:cNvSpPr txBox="1"/>
              <p:nvPr/>
            </p:nvSpPr>
            <p:spPr>
              <a:xfrm>
                <a:off x="1450146" y="3217985"/>
                <a:ext cx="22634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800" b="1" dirty="0"/>
                  <a:t>-</a:t>
                </a:r>
                <a:endParaRPr lang="ko-KR" altLang="en-US" sz="800" b="1" dirty="0"/>
              </a:p>
            </p:txBody>
          </p:sp>
          <p:sp>
            <p:nvSpPr>
              <p:cNvPr id="2773" name="TextBox 2772">
                <a:extLst>
                  <a:ext uri="{FF2B5EF4-FFF2-40B4-BE49-F238E27FC236}">
                    <a16:creationId xmlns:a16="http://schemas.microsoft.com/office/drawing/2014/main" id="{DF8AAF56-0636-45B7-97AB-76806633E902}"/>
                  </a:ext>
                </a:extLst>
              </p:cNvPr>
              <p:cNvSpPr txBox="1"/>
              <p:nvPr/>
            </p:nvSpPr>
            <p:spPr>
              <a:xfrm>
                <a:off x="1976568" y="3217985"/>
                <a:ext cx="25840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800" b="1" dirty="0"/>
                  <a:t>+</a:t>
                </a:r>
                <a:endParaRPr lang="ko-KR" altLang="en-US" sz="800" b="1" dirty="0"/>
              </a:p>
            </p:txBody>
          </p:sp>
          <p:sp>
            <p:nvSpPr>
              <p:cNvPr id="2776" name="직사각형 2775">
                <a:extLst>
                  <a:ext uri="{FF2B5EF4-FFF2-40B4-BE49-F238E27FC236}">
                    <a16:creationId xmlns:a16="http://schemas.microsoft.com/office/drawing/2014/main" id="{AE3A4253-32D9-4289-B8E7-3FABC78C07CB}"/>
                  </a:ext>
                </a:extLst>
              </p:cNvPr>
              <p:cNvSpPr/>
              <p:nvPr/>
            </p:nvSpPr>
            <p:spPr>
              <a:xfrm>
                <a:off x="1882798" y="337309"/>
                <a:ext cx="360000" cy="180000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779" name="직사각형 2778">
                <a:extLst>
                  <a:ext uri="{FF2B5EF4-FFF2-40B4-BE49-F238E27FC236}">
                    <a16:creationId xmlns:a16="http://schemas.microsoft.com/office/drawing/2014/main" id="{425D3586-DF73-407D-808E-96C042D96674}"/>
                  </a:ext>
                </a:extLst>
              </p:cNvPr>
              <p:cNvSpPr/>
              <p:nvPr/>
            </p:nvSpPr>
            <p:spPr>
              <a:xfrm>
                <a:off x="1429479" y="337309"/>
                <a:ext cx="360000" cy="180000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789" name="타원 2788">
                <a:extLst>
                  <a:ext uri="{FF2B5EF4-FFF2-40B4-BE49-F238E27FC236}">
                    <a16:creationId xmlns:a16="http://schemas.microsoft.com/office/drawing/2014/main" id="{3EEE7D7D-EDB4-4DCD-82A5-A28C4DF00ECA}"/>
                  </a:ext>
                </a:extLst>
              </p:cNvPr>
              <p:cNvSpPr/>
              <p:nvPr/>
            </p:nvSpPr>
            <p:spPr>
              <a:xfrm>
                <a:off x="2008798" y="1467777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90" name="타원 2789">
                <a:extLst>
                  <a:ext uri="{FF2B5EF4-FFF2-40B4-BE49-F238E27FC236}">
                    <a16:creationId xmlns:a16="http://schemas.microsoft.com/office/drawing/2014/main" id="{C406205C-E80A-4F31-B512-21ED3CCF29F6}"/>
                  </a:ext>
                </a:extLst>
              </p:cNvPr>
              <p:cNvSpPr/>
              <p:nvPr/>
            </p:nvSpPr>
            <p:spPr>
              <a:xfrm>
                <a:off x="2008798" y="898842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2783" name="연결선: 꺾임 2782">
                <a:extLst>
                  <a:ext uri="{FF2B5EF4-FFF2-40B4-BE49-F238E27FC236}">
                    <a16:creationId xmlns:a16="http://schemas.microsoft.com/office/drawing/2014/main" id="{8916120D-E06C-4379-933F-46DFDF2B85CC}"/>
                  </a:ext>
                </a:extLst>
              </p:cNvPr>
              <p:cNvCxnSpPr>
                <a:cxnSpLocks/>
                <a:stCxn id="1970" idx="3"/>
                <a:endCxn id="2790" idx="6"/>
              </p:cNvCxnSpPr>
              <p:nvPr/>
            </p:nvCxnSpPr>
            <p:spPr>
              <a:xfrm rot="5400000" flipH="1">
                <a:off x="2174189" y="895451"/>
                <a:ext cx="277717" cy="392500"/>
              </a:xfrm>
              <a:prstGeom prst="bentConnector4">
                <a:avLst>
                  <a:gd name="adj1" fmla="val -4287"/>
                  <a:gd name="adj2" fmla="val 37929"/>
                </a:avLst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80" name="연결선: 꺾임 2779">
                <a:extLst>
                  <a:ext uri="{FF2B5EF4-FFF2-40B4-BE49-F238E27FC236}">
                    <a16:creationId xmlns:a16="http://schemas.microsoft.com/office/drawing/2014/main" id="{E0C78DDD-B272-48F9-93FB-60E1D3DE84A0}"/>
                  </a:ext>
                </a:extLst>
              </p:cNvPr>
              <p:cNvCxnSpPr>
                <a:cxnSpLocks/>
                <a:stCxn id="1971" idx="3"/>
                <a:endCxn id="2789" idx="6"/>
              </p:cNvCxnSpPr>
              <p:nvPr/>
            </p:nvCxnSpPr>
            <p:spPr>
              <a:xfrm rot="5400000">
                <a:off x="2213102" y="1225581"/>
                <a:ext cx="199892" cy="392500"/>
              </a:xfrm>
              <a:prstGeom prst="bentConnector2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6FFB67EB-AE8D-4E2F-924B-2CDC227B6B1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17022" y="3396662"/>
                <a:ext cx="1080000" cy="79117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803" name="타원 2802">
                <a:extLst>
                  <a:ext uri="{FF2B5EF4-FFF2-40B4-BE49-F238E27FC236}">
                    <a16:creationId xmlns:a16="http://schemas.microsoft.com/office/drawing/2014/main" id="{996668DE-3BD1-4A8C-80BD-48BB11DA1F90}"/>
                  </a:ext>
                </a:extLst>
              </p:cNvPr>
              <p:cNvSpPr/>
              <p:nvPr/>
            </p:nvSpPr>
            <p:spPr>
              <a:xfrm>
                <a:off x="3457014" y="3820314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04" name="타원 2803">
                <a:extLst>
                  <a:ext uri="{FF2B5EF4-FFF2-40B4-BE49-F238E27FC236}">
                    <a16:creationId xmlns:a16="http://schemas.microsoft.com/office/drawing/2014/main" id="{0081B7C5-4EF9-4D02-B577-433B7D57E39B}"/>
                  </a:ext>
                </a:extLst>
              </p:cNvPr>
              <p:cNvSpPr/>
              <p:nvPr/>
            </p:nvSpPr>
            <p:spPr>
              <a:xfrm>
                <a:off x="3458464" y="3940682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12" name="타원 2811">
                <a:extLst>
                  <a:ext uri="{FF2B5EF4-FFF2-40B4-BE49-F238E27FC236}">
                    <a16:creationId xmlns:a16="http://schemas.microsoft.com/office/drawing/2014/main" id="{DE1F87ED-3240-4AA3-9588-9F728642793C}"/>
                  </a:ext>
                </a:extLst>
              </p:cNvPr>
              <p:cNvSpPr/>
              <p:nvPr/>
            </p:nvSpPr>
            <p:spPr>
              <a:xfrm>
                <a:off x="1956223" y="4649145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13" name="타원 2812">
                <a:extLst>
                  <a:ext uri="{FF2B5EF4-FFF2-40B4-BE49-F238E27FC236}">
                    <a16:creationId xmlns:a16="http://schemas.microsoft.com/office/drawing/2014/main" id="{2F3C16C0-5987-44BF-ABC6-F81A73797316}"/>
                  </a:ext>
                </a:extLst>
              </p:cNvPr>
              <p:cNvSpPr/>
              <p:nvPr/>
            </p:nvSpPr>
            <p:spPr>
              <a:xfrm>
                <a:off x="2364942" y="4649145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2819" name="연결선: 꺾임 2818">
                <a:extLst>
                  <a:ext uri="{FF2B5EF4-FFF2-40B4-BE49-F238E27FC236}">
                    <a16:creationId xmlns:a16="http://schemas.microsoft.com/office/drawing/2014/main" id="{C82A3835-9F24-46B0-961A-283E4D78601A}"/>
                  </a:ext>
                </a:extLst>
              </p:cNvPr>
              <p:cNvCxnSpPr>
                <a:cxnSpLocks/>
                <a:stCxn id="2804" idx="2"/>
                <a:endCxn id="2812" idx="0"/>
              </p:cNvCxnSpPr>
              <p:nvPr/>
            </p:nvCxnSpPr>
            <p:spPr>
              <a:xfrm rot="10800000" flipV="1">
                <a:off x="2010224" y="3994681"/>
                <a:ext cx="1448241" cy="654463"/>
              </a:xfrm>
              <a:prstGeom prst="bentConnector2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22" name="연결선: 꺾임 2821">
                <a:extLst>
                  <a:ext uri="{FF2B5EF4-FFF2-40B4-BE49-F238E27FC236}">
                    <a16:creationId xmlns:a16="http://schemas.microsoft.com/office/drawing/2014/main" id="{C0ADDF4E-21A9-4632-AC03-418F2670F8D9}"/>
                  </a:ext>
                </a:extLst>
              </p:cNvPr>
              <p:cNvCxnSpPr>
                <a:cxnSpLocks/>
                <a:stCxn id="2804" idx="2"/>
                <a:endCxn id="2766" idx="4"/>
              </p:cNvCxnSpPr>
              <p:nvPr/>
            </p:nvCxnSpPr>
            <p:spPr>
              <a:xfrm rot="10800000">
                <a:off x="1689300" y="3367024"/>
                <a:ext cx="1769165" cy="627658"/>
              </a:xfrm>
              <a:prstGeom prst="bentConnector2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96" name="연결선: 꺾임 2795">
                <a:extLst>
                  <a:ext uri="{FF2B5EF4-FFF2-40B4-BE49-F238E27FC236}">
                    <a16:creationId xmlns:a16="http://schemas.microsoft.com/office/drawing/2014/main" id="{2374DD3E-B84F-47E9-AAE3-E1BA5BD72533}"/>
                  </a:ext>
                </a:extLst>
              </p:cNvPr>
              <p:cNvCxnSpPr>
                <a:cxnSpLocks/>
                <a:stCxn id="2803" idx="2"/>
                <a:endCxn id="2767" idx="4"/>
              </p:cNvCxnSpPr>
              <p:nvPr/>
            </p:nvCxnSpPr>
            <p:spPr>
              <a:xfrm rot="10800000">
                <a:off x="1990518" y="3367024"/>
                <a:ext cx="1466496" cy="507290"/>
              </a:xfrm>
              <a:prstGeom prst="bentConnector2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9" name="연결선: 꺾임 2808">
                <a:extLst>
                  <a:ext uri="{FF2B5EF4-FFF2-40B4-BE49-F238E27FC236}">
                    <a16:creationId xmlns:a16="http://schemas.microsoft.com/office/drawing/2014/main" id="{7FA15BB6-4372-4B3B-8A67-3DE5825B697B}"/>
                  </a:ext>
                </a:extLst>
              </p:cNvPr>
              <p:cNvCxnSpPr>
                <a:cxnSpLocks/>
                <a:stCxn id="2803" idx="2"/>
                <a:endCxn id="2813" idx="0"/>
              </p:cNvCxnSpPr>
              <p:nvPr/>
            </p:nvCxnSpPr>
            <p:spPr>
              <a:xfrm rot="10800000" flipV="1">
                <a:off x="2418942" y="3874313"/>
                <a:ext cx="1038072" cy="774831"/>
              </a:xfrm>
              <a:prstGeom prst="bentConnector2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27" name="타원 2826">
                <a:extLst>
                  <a:ext uri="{FF2B5EF4-FFF2-40B4-BE49-F238E27FC236}">
                    <a16:creationId xmlns:a16="http://schemas.microsoft.com/office/drawing/2014/main" id="{F8E8BD1E-D0BA-47B6-BF02-8231A6F2B0FC}"/>
                  </a:ext>
                </a:extLst>
              </p:cNvPr>
              <p:cNvSpPr/>
              <p:nvPr/>
            </p:nvSpPr>
            <p:spPr>
              <a:xfrm>
                <a:off x="4328538" y="3556973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28" name="타원 2827">
                <a:extLst>
                  <a:ext uri="{FF2B5EF4-FFF2-40B4-BE49-F238E27FC236}">
                    <a16:creationId xmlns:a16="http://schemas.microsoft.com/office/drawing/2014/main" id="{41611422-7619-4B85-9770-98F5C8DB5248}"/>
                  </a:ext>
                </a:extLst>
              </p:cNvPr>
              <p:cNvSpPr/>
              <p:nvPr/>
            </p:nvSpPr>
            <p:spPr>
              <a:xfrm>
                <a:off x="4329988" y="3675669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44" name="직사각형 2843">
                <a:extLst>
                  <a:ext uri="{FF2B5EF4-FFF2-40B4-BE49-F238E27FC236}">
                    <a16:creationId xmlns:a16="http://schemas.microsoft.com/office/drawing/2014/main" id="{0DFD3AE7-07EE-40C9-A2D3-BD57821C9AFE}"/>
                  </a:ext>
                </a:extLst>
              </p:cNvPr>
              <p:cNvSpPr/>
              <p:nvPr/>
            </p:nvSpPr>
            <p:spPr>
              <a:xfrm>
                <a:off x="5776913" y="2178574"/>
                <a:ext cx="600734" cy="1800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53" name="직사각형 2852">
                <a:extLst>
                  <a:ext uri="{FF2B5EF4-FFF2-40B4-BE49-F238E27FC236}">
                    <a16:creationId xmlns:a16="http://schemas.microsoft.com/office/drawing/2014/main" id="{E673E3FE-EF50-4F2C-A540-C421B870F4FE}"/>
                  </a:ext>
                </a:extLst>
              </p:cNvPr>
              <p:cNvSpPr/>
              <p:nvPr/>
            </p:nvSpPr>
            <p:spPr>
              <a:xfrm>
                <a:off x="5775295" y="2824531"/>
                <a:ext cx="602352" cy="18000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55" name="타원 2854">
                <a:extLst>
                  <a:ext uri="{FF2B5EF4-FFF2-40B4-BE49-F238E27FC236}">
                    <a16:creationId xmlns:a16="http://schemas.microsoft.com/office/drawing/2014/main" id="{88058D69-FB94-438B-A325-55E029DCB929}"/>
                  </a:ext>
                </a:extLst>
              </p:cNvPr>
              <p:cNvSpPr/>
              <p:nvPr/>
            </p:nvSpPr>
            <p:spPr>
              <a:xfrm rot="5400000">
                <a:off x="6080691" y="2859277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56" name="타원 2855">
                <a:extLst>
                  <a:ext uri="{FF2B5EF4-FFF2-40B4-BE49-F238E27FC236}">
                    <a16:creationId xmlns:a16="http://schemas.microsoft.com/office/drawing/2014/main" id="{603DDDAE-2F83-4E36-9B5E-4B6FE9E573CD}"/>
                  </a:ext>
                </a:extLst>
              </p:cNvPr>
              <p:cNvSpPr/>
              <p:nvPr/>
            </p:nvSpPr>
            <p:spPr>
              <a:xfrm rot="5400000">
                <a:off x="5961995" y="2860727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57" name="타원 2856">
                <a:extLst>
                  <a:ext uri="{FF2B5EF4-FFF2-40B4-BE49-F238E27FC236}">
                    <a16:creationId xmlns:a16="http://schemas.microsoft.com/office/drawing/2014/main" id="{A9D34C57-C123-46E1-A2D7-E925FDD8CECF}"/>
                  </a:ext>
                </a:extLst>
              </p:cNvPr>
              <p:cNvSpPr/>
              <p:nvPr/>
            </p:nvSpPr>
            <p:spPr>
              <a:xfrm rot="5400000">
                <a:off x="5843299" y="2860336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59" name="타원 2858">
                <a:extLst>
                  <a:ext uri="{FF2B5EF4-FFF2-40B4-BE49-F238E27FC236}">
                    <a16:creationId xmlns:a16="http://schemas.microsoft.com/office/drawing/2014/main" id="{815930EC-22EF-4D3B-82BF-EC343859A615}"/>
                  </a:ext>
                </a:extLst>
              </p:cNvPr>
              <p:cNvSpPr/>
              <p:nvPr/>
            </p:nvSpPr>
            <p:spPr>
              <a:xfrm rot="5400000">
                <a:off x="6202693" y="2859277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75" name="직사각형 3074">
                <a:extLst>
                  <a:ext uri="{FF2B5EF4-FFF2-40B4-BE49-F238E27FC236}">
                    <a16:creationId xmlns:a16="http://schemas.microsoft.com/office/drawing/2014/main" id="{9A52D5C2-2A47-4782-AE36-7984E7B152DD}"/>
                  </a:ext>
                </a:extLst>
              </p:cNvPr>
              <p:cNvSpPr/>
              <p:nvPr/>
            </p:nvSpPr>
            <p:spPr>
              <a:xfrm>
                <a:off x="5657647" y="1540783"/>
                <a:ext cx="720000" cy="18000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76" name="타원 3075">
                <a:extLst>
                  <a:ext uri="{FF2B5EF4-FFF2-40B4-BE49-F238E27FC236}">
                    <a16:creationId xmlns:a16="http://schemas.microsoft.com/office/drawing/2014/main" id="{2AB4C61A-57A9-4C8F-8437-CE51AA378CE1}"/>
                  </a:ext>
                </a:extLst>
              </p:cNvPr>
              <p:cNvSpPr/>
              <p:nvPr/>
            </p:nvSpPr>
            <p:spPr>
              <a:xfrm rot="5400000">
                <a:off x="6080691" y="1575529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77" name="타원 3076">
                <a:extLst>
                  <a:ext uri="{FF2B5EF4-FFF2-40B4-BE49-F238E27FC236}">
                    <a16:creationId xmlns:a16="http://schemas.microsoft.com/office/drawing/2014/main" id="{E0A069A5-E020-4486-9A87-0201423909CA}"/>
                  </a:ext>
                </a:extLst>
              </p:cNvPr>
              <p:cNvSpPr/>
              <p:nvPr/>
            </p:nvSpPr>
            <p:spPr>
              <a:xfrm rot="5400000">
                <a:off x="5961995" y="1576979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78" name="타원 3077">
                <a:extLst>
                  <a:ext uri="{FF2B5EF4-FFF2-40B4-BE49-F238E27FC236}">
                    <a16:creationId xmlns:a16="http://schemas.microsoft.com/office/drawing/2014/main" id="{5CEEF3CE-0C4E-4EAC-9233-4840866D7546}"/>
                  </a:ext>
                </a:extLst>
              </p:cNvPr>
              <p:cNvSpPr/>
              <p:nvPr/>
            </p:nvSpPr>
            <p:spPr>
              <a:xfrm rot="5400000">
                <a:off x="5843299" y="1576588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79" name="타원 3078">
                <a:extLst>
                  <a:ext uri="{FF2B5EF4-FFF2-40B4-BE49-F238E27FC236}">
                    <a16:creationId xmlns:a16="http://schemas.microsoft.com/office/drawing/2014/main" id="{A6C4E9BC-0F21-4BA7-843B-ACCA4B0471E3}"/>
                  </a:ext>
                </a:extLst>
              </p:cNvPr>
              <p:cNvSpPr/>
              <p:nvPr/>
            </p:nvSpPr>
            <p:spPr>
              <a:xfrm rot="5400000">
                <a:off x="5724602" y="1578038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80" name="타원 3079">
                <a:extLst>
                  <a:ext uri="{FF2B5EF4-FFF2-40B4-BE49-F238E27FC236}">
                    <a16:creationId xmlns:a16="http://schemas.microsoft.com/office/drawing/2014/main" id="{FFFDBCCE-DAB7-47F2-99C3-77322D01F8C6}"/>
                  </a:ext>
                </a:extLst>
              </p:cNvPr>
              <p:cNvSpPr/>
              <p:nvPr/>
            </p:nvSpPr>
            <p:spPr>
              <a:xfrm rot="5400000">
                <a:off x="6202693" y="1575529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33" name="타원 3132">
                <a:extLst>
                  <a:ext uri="{FF2B5EF4-FFF2-40B4-BE49-F238E27FC236}">
                    <a16:creationId xmlns:a16="http://schemas.microsoft.com/office/drawing/2014/main" id="{C4ABA1EA-A473-44EE-933A-7F34F66FAFA6}"/>
                  </a:ext>
                </a:extLst>
              </p:cNvPr>
              <p:cNvSpPr/>
              <p:nvPr/>
            </p:nvSpPr>
            <p:spPr>
              <a:xfrm>
                <a:off x="4943940" y="3913062"/>
                <a:ext cx="108000" cy="108000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35" name="타원 3134">
                <a:extLst>
                  <a:ext uri="{FF2B5EF4-FFF2-40B4-BE49-F238E27FC236}">
                    <a16:creationId xmlns:a16="http://schemas.microsoft.com/office/drawing/2014/main" id="{017F33B9-F5CA-47E8-8F99-F05F7A160BAD}"/>
                  </a:ext>
                </a:extLst>
              </p:cNvPr>
              <p:cNvSpPr/>
              <p:nvPr/>
            </p:nvSpPr>
            <p:spPr>
              <a:xfrm>
                <a:off x="4825732" y="3794365"/>
                <a:ext cx="108000" cy="108000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5" name="자유형: 도형 1924">
                <a:extLst>
                  <a:ext uri="{FF2B5EF4-FFF2-40B4-BE49-F238E27FC236}">
                    <a16:creationId xmlns:a16="http://schemas.microsoft.com/office/drawing/2014/main" id="{FD516A26-ED6D-4AB7-95BD-2AB8E97B217A}"/>
                  </a:ext>
                </a:extLst>
              </p:cNvPr>
              <p:cNvSpPr/>
              <p:nvPr/>
            </p:nvSpPr>
            <p:spPr>
              <a:xfrm rot="16200000">
                <a:off x="3536243" y="2483901"/>
                <a:ext cx="6836" cy="6076"/>
              </a:xfrm>
              <a:custGeom>
                <a:avLst/>
                <a:gdLst>
                  <a:gd name="connsiteX0" fmla="*/ 0 w 12686"/>
                  <a:gd name="connsiteY0" fmla="*/ 0 h 0"/>
                  <a:gd name="connsiteX1" fmla="*/ 12687 w 12686"/>
                  <a:gd name="connsiteY1" fmla="*/ 0 h 0"/>
                  <a:gd name="connsiteX2" fmla="*/ 12687 w 12686"/>
                  <a:gd name="connsiteY2" fmla="*/ 2539 h 0"/>
                  <a:gd name="connsiteX3" fmla="*/ 0 w 12686"/>
                  <a:gd name="connsiteY3" fmla="*/ 2539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>
                    <a:moveTo>
                      <a:pt x="0" y="0"/>
                    </a:moveTo>
                    <a:lnTo>
                      <a:pt x="12687" y="0"/>
                    </a:lnTo>
                    <a:lnTo>
                      <a:pt x="12687" y="2539"/>
                    </a:lnTo>
                    <a:lnTo>
                      <a:pt x="0" y="2539"/>
                    </a:lnTo>
                    <a:close/>
                  </a:path>
                </a:pathLst>
              </a:custGeom>
              <a:solidFill>
                <a:srgbClr val="919191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26" name="자유형: 도형 1925">
                <a:extLst>
                  <a:ext uri="{FF2B5EF4-FFF2-40B4-BE49-F238E27FC236}">
                    <a16:creationId xmlns:a16="http://schemas.microsoft.com/office/drawing/2014/main" id="{CF641AFA-1D07-49C1-9347-D2EA1752E17C}"/>
                  </a:ext>
                </a:extLst>
              </p:cNvPr>
              <p:cNvSpPr/>
              <p:nvPr/>
            </p:nvSpPr>
            <p:spPr>
              <a:xfrm rot="16200000">
                <a:off x="3536243" y="2434556"/>
                <a:ext cx="6836" cy="6076"/>
              </a:xfrm>
              <a:custGeom>
                <a:avLst/>
                <a:gdLst>
                  <a:gd name="connsiteX0" fmla="*/ 0 w 12686"/>
                  <a:gd name="connsiteY0" fmla="*/ 0 h 0"/>
                  <a:gd name="connsiteX1" fmla="*/ 12687 w 12686"/>
                  <a:gd name="connsiteY1" fmla="*/ 0 h 0"/>
                  <a:gd name="connsiteX2" fmla="*/ 12687 w 12686"/>
                  <a:gd name="connsiteY2" fmla="*/ 2539 h 0"/>
                  <a:gd name="connsiteX3" fmla="*/ 0 w 12686"/>
                  <a:gd name="connsiteY3" fmla="*/ 2539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>
                    <a:moveTo>
                      <a:pt x="0" y="0"/>
                    </a:moveTo>
                    <a:lnTo>
                      <a:pt x="12687" y="0"/>
                    </a:lnTo>
                    <a:lnTo>
                      <a:pt x="12687" y="2539"/>
                    </a:lnTo>
                    <a:lnTo>
                      <a:pt x="0" y="2539"/>
                    </a:lnTo>
                    <a:close/>
                  </a:path>
                </a:pathLst>
              </a:custGeom>
              <a:solidFill>
                <a:srgbClr val="919191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27" name="자유형: 도형 1926">
                <a:extLst>
                  <a:ext uri="{FF2B5EF4-FFF2-40B4-BE49-F238E27FC236}">
                    <a16:creationId xmlns:a16="http://schemas.microsoft.com/office/drawing/2014/main" id="{3CE0ECE7-5DAF-404C-A762-197C3CCBEFD2}"/>
                  </a:ext>
                </a:extLst>
              </p:cNvPr>
              <p:cNvSpPr/>
              <p:nvPr/>
            </p:nvSpPr>
            <p:spPr>
              <a:xfrm rot="16200000">
                <a:off x="3508244" y="2449115"/>
                <a:ext cx="6836" cy="60762"/>
              </a:xfrm>
              <a:custGeom>
                <a:avLst/>
                <a:gdLst>
                  <a:gd name="connsiteX0" fmla="*/ 0 w 0"/>
                  <a:gd name="connsiteY0" fmla="*/ 0 h 126929"/>
                  <a:gd name="connsiteX1" fmla="*/ 0 w 0"/>
                  <a:gd name="connsiteY1" fmla="*/ 131537 h 126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126929">
                    <a:moveTo>
                      <a:pt x="0" y="0"/>
                    </a:moveTo>
                    <a:lnTo>
                      <a:pt x="0" y="131537"/>
                    </a:lnTo>
                  </a:path>
                </a:pathLst>
              </a:custGeom>
              <a:noFill/>
              <a:ln w="3806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28" name="자유형: 도형 1927">
                <a:extLst>
                  <a:ext uri="{FF2B5EF4-FFF2-40B4-BE49-F238E27FC236}">
                    <a16:creationId xmlns:a16="http://schemas.microsoft.com/office/drawing/2014/main" id="{6E8836FC-99CC-41D8-B843-0B6EAB4DDB21}"/>
                  </a:ext>
                </a:extLst>
              </p:cNvPr>
              <p:cNvSpPr/>
              <p:nvPr/>
            </p:nvSpPr>
            <p:spPr>
              <a:xfrm rot="16200000">
                <a:off x="3508244" y="2399708"/>
                <a:ext cx="6836" cy="60762"/>
              </a:xfrm>
              <a:custGeom>
                <a:avLst/>
                <a:gdLst>
                  <a:gd name="connsiteX0" fmla="*/ 0 w 0"/>
                  <a:gd name="connsiteY0" fmla="*/ 0 h 126929"/>
                  <a:gd name="connsiteX1" fmla="*/ 0 w 0"/>
                  <a:gd name="connsiteY1" fmla="*/ 131537 h 126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126929">
                    <a:moveTo>
                      <a:pt x="0" y="0"/>
                    </a:moveTo>
                    <a:lnTo>
                      <a:pt x="0" y="131537"/>
                    </a:lnTo>
                  </a:path>
                </a:pathLst>
              </a:custGeom>
              <a:noFill/>
              <a:ln w="38060" cap="flat">
                <a:solidFill>
                  <a:srgbClr val="FF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59" name="자유형: 도형 1958">
                <a:extLst>
                  <a:ext uri="{FF2B5EF4-FFF2-40B4-BE49-F238E27FC236}">
                    <a16:creationId xmlns:a16="http://schemas.microsoft.com/office/drawing/2014/main" id="{0B50F407-B488-493E-9B71-C16BCF5D6CEA}"/>
                  </a:ext>
                </a:extLst>
              </p:cNvPr>
              <p:cNvSpPr/>
              <p:nvPr/>
            </p:nvSpPr>
            <p:spPr>
              <a:xfrm rot="16200000">
                <a:off x="3565135" y="2455191"/>
                <a:ext cx="6836" cy="48609"/>
              </a:xfrm>
              <a:custGeom>
                <a:avLst/>
                <a:gdLst>
                  <a:gd name="connsiteX0" fmla="*/ 0 w 0"/>
                  <a:gd name="connsiteY0" fmla="*/ 0 h 101543"/>
                  <a:gd name="connsiteX1" fmla="*/ 0 w 0"/>
                  <a:gd name="connsiteY1" fmla="*/ 104805 h 1015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101543">
                    <a:moveTo>
                      <a:pt x="0" y="0"/>
                    </a:moveTo>
                    <a:lnTo>
                      <a:pt x="0" y="104805"/>
                    </a:lnTo>
                  </a:path>
                </a:pathLst>
              </a:custGeom>
              <a:noFill/>
              <a:ln w="3806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60" name="자유형: 도형 1959">
                <a:extLst>
                  <a:ext uri="{FF2B5EF4-FFF2-40B4-BE49-F238E27FC236}">
                    <a16:creationId xmlns:a16="http://schemas.microsoft.com/office/drawing/2014/main" id="{5BD4A592-5F28-4C47-A98C-31C76B9F4DB9}"/>
                  </a:ext>
                </a:extLst>
              </p:cNvPr>
              <p:cNvSpPr/>
              <p:nvPr/>
            </p:nvSpPr>
            <p:spPr>
              <a:xfrm rot="16200000">
                <a:off x="3578849" y="2467343"/>
                <a:ext cx="6836" cy="24305"/>
              </a:xfrm>
              <a:custGeom>
                <a:avLst/>
                <a:gdLst>
                  <a:gd name="connsiteX0" fmla="*/ 0 w 0"/>
                  <a:gd name="connsiteY0" fmla="*/ 0 h 50771"/>
                  <a:gd name="connsiteX1" fmla="*/ 0 w 0"/>
                  <a:gd name="connsiteY1" fmla="*/ 50772 h 50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50771">
                    <a:moveTo>
                      <a:pt x="0" y="0"/>
                    </a:moveTo>
                    <a:lnTo>
                      <a:pt x="0" y="50772"/>
                    </a:lnTo>
                  </a:path>
                </a:pathLst>
              </a:custGeom>
              <a:noFill/>
              <a:ln w="38060" cap="rnd">
                <a:solidFill>
                  <a:srgbClr val="8C8C8C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61" name="자유형: 도형 1960">
                <a:extLst>
                  <a:ext uri="{FF2B5EF4-FFF2-40B4-BE49-F238E27FC236}">
                    <a16:creationId xmlns:a16="http://schemas.microsoft.com/office/drawing/2014/main" id="{74C9EE9B-ADE2-4C15-A20A-5AE1810A2D3E}"/>
                  </a:ext>
                </a:extLst>
              </p:cNvPr>
              <p:cNvSpPr/>
              <p:nvPr/>
            </p:nvSpPr>
            <p:spPr>
              <a:xfrm rot="16200000">
                <a:off x="3578849" y="2467343"/>
                <a:ext cx="6836" cy="24305"/>
              </a:xfrm>
              <a:custGeom>
                <a:avLst/>
                <a:gdLst>
                  <a:gd name="connsiteX0" fmla="*/ 0 w 0"/>
                  <a:gd name="connsiteY0" fmla="*/ 0 h 50771"/>
                  <a:gd name="connsiteX1" fmla="*/ 0 w 0"/>
                  <a:gd name="connsiteY1" fmla="*/ 50772 h 50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50771">
                    <a:moveTo>
                      <a:pt x="0" y="0"/>
                    </a:moveTo>
                    <a:lnTo>
                      <a:pt x="0" y="50772"/>
                    </a:lnTo>
                  </a:path>
                </a:pathLst>
              </a:custGeom>
              <a:noFill/>
              <a:ln w="38060" cap="rnd">
                <a:solidFill>
                  <a:srgbClr val="FF0000">
                    <a:alpha val="3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62" name="자유형: 도형 1961">
                <a:extLst>
                  <a:ext uri="{FF2B5EF4-FFF2-40B4-BE49-F238E27FC236}">
                    <a16:creationId xmlns:a16="http://schemas.microsoft.com/office/drawing/2014/main" id="{D1BBD4F9-1222-47CD-B8E9-FBCE9DBA893D}"/>
                  </a:ext>
                </a:extLst>
              </p:cNvPr>
              <p:cNvSpPr/>
              <p:nvPr/>
            </p:nvSpPr>
            <p:spPr>
              <a:xfrm rot="16200000">
                <a:off x="3565135" y="2405784"/>
                <a:ext cx="6836" cy="48609"/>
              </a:xfrm>
              <a:custGeom>
                <a:avLst/>
                <a:gdLst>
                  <a:gd name="connsiteX0" fmla="*/ 0 w 0"/>
                  <a:gd name="connsiteY0" fmla="*/ 0 h 101543"/>
                  <a:gd name="connsiteX1" fmla="*/ 0 w 0"/>
                  <a:gd name="connsiteY1" fmla="*/ 104805 h 1015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101543">
                    <a:moveTo>
                      <a:pt x="0" y="0"/>
                    </a:moveTo>
                    <a:lnTo>
                      <a:pt x="0" y="104805"/>
                    </a:lnTo>
                  </a:path>
                </a:pathLst>
              </a:custGeom>
              <a:noFill/>
              <a:ln w="38060" cap="rnd">
                <a:solidFill>
                  <a:srgbClr val="FF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63" name="자유형: 도형 1962">
                <a:extLst>
                  <a:ext uri="{FF2B5EF4-FFF2-40B4-BE49-F238E27FC236}">
                    <a16:creationId xmlns:a16="http://schemas.microsoft.com/office/drawing/2014/main" id="{A441FDCB-16F8-4EBD-9BD4-718F67261D67}"/>
                  </a:ext>
                </a:extLst>
              </p:cNvPr>
              <p:cNvSpPr/>
              <p:nvPr/>
            </p:nvSpPr>
            <p:spPr>
              <a:xfrm rot="16200000">
                <a:off x="3578849" y="2417936"/>
                <a:ext cx="6836" cy="24305"/>
              </a:xfrm>
              <a:custGeom>
                <a:avLst/>
                <a:gdLst>
                  <a:gd name="connsiteX0" fmla="*/ 0 w 0"/>
                  <a:gd name="connsiteY0" fmla="*/ 0 h 50771"/>
                  <a:gd name="connsiteX1" fmla="*/ 0 w 0"/>
                  <a:gd name="connsiteY1" fmla="*/ 50772 h 50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50771">
                    <a:moveTo>
                      <a:pt x="0" y="0"/>
                    </a:moveTo>
                    <a:lnTo>
                      <a:pt x="0" y="50772"/>
                    </a:lnTo>
                  </a:path>
                </a:pathLst>
              </a:custGeom>
              <a:noFill/>
              <a:ln w="38060" cap="rnd">
                <a:solidFill>
                  <a:srgbClr val="8C8C8C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64" name="자유형: 도형 1963">
                <a:extLst>
                  <a:ext uri="{FF2B5EF4-FFF2-40B4-BE49-F238E27FC236}">
                    <a16:creationId xmlns:a16="http://schemas.microsoft.com/office/drawing/2014/main" id="{E5A8A6E1-879A-4860-9C2D-4B4A7D1B96BC}"/>
                  </a:ext>
                </a:extLst>
              </p:cNvPr>
              <p:cNvSpPr/>
              <p:nvPr/>
            </p:nvSpPr>
            <p:spPr>
              <a:xfrm rot="16200000">
                <a:off x="3578849" y="2417936"/>
                <a:ext cx="6836" cy="24305"/>
              </a:xfrm>
              <a:custGeom>
                <a:avLst/>
                <a:gdLst>
                  <a:gd name="connsiteX0" fmla="*/ 0 w 0"/>
                  <a:gd name="connsiteY0" fmla="*/ 0 h 50771"/>
                  <a:gd name="connsiteX1" fmla="*/ 0 w 0"/>
                  <a:gd name="connsiteY1" fmla="*/ 50772 h 50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50771">
                    <a:moveTo>
                      <a:pt x="0" y="0"/>
                    </a:moveTo>
                    <a:lnTo>
                      <a:pt x="0" y="50772"/>
                    </a:lnTo>
                  </a:path>
                </a:pathLst>
              </a:custGeom>
              <a:noFill/>
              <a:ln w="38060" cap="rnd">
                <a:solidFill>
                  <a:srgbClr val="FF0000">
                    <a:alpha val="3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171" name="그룹 170">
                <a:extLst>
                  <a:ext uri="{FF2B5EF4-FFF2-40B4-BE49-F238E27FC236}">
                    <a16:creationId xmlns:a16="http://schemas.microsoft.com/office/drawing/2014/main" id="{3DDE2425-67DC-4558-9D9F-93578D4C518C}"/>
                  </a:ext>
                </a:extLst>
              </p:cNvPr>
              <p:cNvGrpSpPr/>
              <p:nvPr/>
            </p:nvGrpSpPr>
            <p:grpSpPr>
              <a:xfrm>
                <a:off x="2585200" y="2096033"/>
                <a:ext cx="900000" cy="720000"/>
                <a:chOff x="2886295" y="2189489"/>
                <a:chExt cx="607615" cy="540000"/>
              </a:xfrm>
            </p:grpSpPr>
            <p:sp>
              <p:nvSpPr>
                <p:cNvPr id="1931" name="자유형: 도형 1930">
                  <a:extLst>
                    <a:ext uri="{FF2B5EF4-FFF2-40B4-BE49-F238E27FC236}">
                      <a16:creationId xmlns:a16="http://schemas.microsoft.com/office/drawing/2014/main" id="{E9BF8840-5DE0-4A0C-BE1C-8058698C3AE7}"/>
                    </a:ext>
                  </a:extLst>
                </p:cNvPr>
                <p:cNvSpPr/>
                <p:nvPr/>
              </p:nvSpPr>
              <p:spPr>
                <a:xfrm rot="16200000">
                  <a:off x="2920103" y="2155681"/>
                  <a:ext cx="540000" cy="607615"/>
                </a:xfrm>
                <a:custGeom>
                  <a:avLst/>
                  <a:gdLst>
                    <a:gd name="connsiteX0" fmla="*/ 1006604 w 1002239"/>
                    <a:gd name="connsiteY0" fmla="*/ 1214191 h 1269291"/>
                    <a:gd name="connsiteX1" fmla="*/ 949095 w 1002239"/>
                    <a:gd name="connsiteY1" fmla="*/ 1271741 h 1269291"/>
                    <a:gd name="connsiteX2" fmla="*/ 57508 w 1002239"/>
                    <a:gd name="connsiteY2" fmla="*/ 1271741 h 1269291"/>
                    <a:gd name="connsiteX3" fmla="*/ 0 w 1002239"/>
                    <a:gd name="connsiteY3" fmla="*/ 1214191 h 1269291"/>
                    <a:gd name="connsiteX4" fmla="*/ 0 w 1002239"/>
                    <a:gd name="connsiteY4" fmla="*/ 57550 h 1269291"/>
                    <a:gd name="connsiteX5" fmla="*/ 57508 w 1002239"/>
                    <a:gd name="connsiteY5" fmla="*/ 0 h 1269291"/>
                    <a:gd name="connsiteX6" fmla="*/ 949083 w 1002239"/>
                    <a:gd name="connsiteY6" fmla="*/ 0 h 1269291"/>
                    <a:gd name="connsiteX7" fmla="*/ 1006591 w 1002239"/>
                    <a:gd name="connsiteY7" fmla="*/ 57550 h 1269291"/>
                    <a:gd name="connsiteX8" fmla="*/ 1006591 w 1002239"/>
                    <a:gd name="connsiteY8" fmla="*/ 1214191 h 12692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02239" h="1269291">
                      <a:moveTo>
                        <a:pt x="1006604" y="1214191"/>
                      </a:moveTo>
                      <a:cubicBezTo>
                        <a:pt x="1006604" y="1245848"/>
                        <a:pt x="980723" y="1271741"/>
                        <a:pt x="949095" y="1271741"/>
                      </a:cubicBezTo>
                      <a:lnTo>
                        <a:pt x="57508" y="1271741"/>
                      </a:lnTo>
                      <a:cubicBezTo>
                        <a:pt x="25881" y="1271741"/>
                        <a:pt x="0" y="1245848"/>
                        <a:pt x="0" y="1214191"/>
                      </a:cubicBezTo>
                      <a:lnTo>
                        <a:pt x="0" y="57550"/>
                      </a:lnTo>
                      <a:cubicBezTo>
                        <a:pt x="0" y="25894"/>
                        <a:pt x="25881" y="0"/>
                        <a:pt x="57508" y="0"/>
                      </a:cubicBezTo>
                      <a:lnTo>
                        <a:pt x="949083" y="0"/>
                      </a:lnTo>
                      <a:cubicBezTo>
                        <a:pt x="980710" y="0"/>
                        <a:pt x="1006591" y="25894"/>
                        <a:pt x="1006591" y="57550"/>
                      </a:cubicBezTo>
                      <a:lnTo>
                        <a:pt x="1006591" y="121419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grpSp>
              <p:nvGrpSpPr>
                <p:cNvPr id="1932" name="그래픽 629">
                  <a:extLst>
                    <a:ext uri="{FF2B5EF4-FFF2-40B4-BE49-F238E27FC236}">
                      <a16:creationId xmlns:a16="http://schemas.microsoft.com/office/drawing/2014/main" id="{A057F0D5-7676-438C-8587-7F86F4A2B054}"/>
                    </a:ext>
                  </a:extLst>
                </p:cNvPr>
                <p:cNvGrpSpPr/>
                <p:nvPr/>
              </p:nvGrpSpPr>
              <p:grpSpPr>
                <a:xfrm rot="16200000">
                  <a:off x="2943307" y="2167058"/>
                  <a:ext cx="512659" cy="583165"/>
                  <a:chOff x="8993317" y="1396293"/>
                  <a:chExt cx="951493" cy="1218215"/>
                </a:xfrm>
                <a:solidFill>
                  <a:schemeClr val="accent1"/>
                </a:solidFill>
              </p:grpSpPr>
              <p:sp>
                <p:nvSpPr>
                  <p:cNvPr id="1933" name="자유형: 도형 1932">
                    <a:extLst>
                      <a:ext uri="{FF2B5EF4-FFF2-40B4-BE49-F238E27FC236}">
                        <a16:creationId xmlns:a16="http://schemas.microsoft.com/office/drawing/2014/main" id="{F8033164-E701-41F1-AAAE-642CF69D99BF}"/>
                      </a:ext>
                    </a:extLst>
                  </p:cNvPr>
                  <p:cNvSpPr/>
                  <p:nvPr/>
                </p:nvSpPr>
                <p:spPr>
                  <a:xfrm>
                    <a:off x="8993317" y="1396293"/>
                    <a:ext cx="951493" cy="951968"/>
                  </a:xfrm>
                  <a:custGeom>
                    <a:avLst/>
                    <a:gdLst>
                      <a:gd name="connsiteX0" fmla="*/ 952724 w 951493"/>
                      <a:gd name="connsiteY0" fmla="*/ 244846 h 951968"/>
                      <a:gd name="connsiteX1" fmla="*/ 708000 w 951493"/>
                      <a:gd name="connsiteY1" fmla="*/ 0 h 951968"/>
                      <a:gd name="connsiteX2" fmla="*/ 244724 w 951493"/>
                      <a:gd name="connsiteY2" fmla="*/ 0 h 951968"/>
                      <a:gd name="connsiteX3" fmla="*/ 0 w 951493"/>
                      <a:gd name="connsiteY3" fmla="*/ 244846 h 951968"/>
                      <a:gd name="connsiteX4" fmla="*/ 0 w 951493"/>
                      <a:gd name="connsiteY4" fmla="*/ 708353 h 951968"/>
                      <a:gd name="connsiteX5" fmla="*/ 244711 w 951493"/>
                      <a:gd name="connsiteY5" fmla="*/ 953212 h 951968"/>
                      <a:gd name="connsiteX6" fmla="*/ 708012 w 951493"/>
                      <a:gd name="connsiteY6" fmla="*/ 953212 h 951968"/>
                      <a:gd name="connsiteX7" fmla="*/ 952724 w 951493"/>
                      <a:gd name="connsiteY7" fmla="*/ 708366 h 951968"/>
                      <a:gd name="connsiteX8" fmla="*/ 952724 w 951493"/>
                      <a:gd name="connsiteY8" fmla="*/ 244846 h 9519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951493" h="951968">
                        <a:moveTo>
                          <a:pt x="952724" y="244846"/>
                        </a:moveTo>
                        <a:cubicBezTo>
                          <a:pt x="900874" y="138365"/>
                          <a:pt x="814440" y="51863"/>
                          <a:pt x="708000" y="0"/>
                        </a:cubicBezTo>
                        <a:lnTo>
                          <a:pt x="244724" y="0"/>
                        </a:lnTo>
                        <a:cubicBezTo>
                          <a:pt x="138284" y="51863"/>
                          <a:pt x="51850" y="138365"/>
                          <a:pt x="0" y="244846"/>
                        </a:cubicBezTo>
                        <a:lnTo>
                          <a:pt x="0" y="708353"/>
                        </a:lnTo>
                        <a:cubicBezTo>
                          <a:pt x="51850" y="814847"/>
                          <a:pt x="138284" y="901324"/>
                          <a:pt x="244711" y="953212"/>
                        </a:cubicBezTo>
                        <a:lnTo>
                          <a:pt x="708012" y="953212"/>
                        </a:lnTo>
                        <a:cubicBezTo>
                          <a:pt x="814440" y="901324"/>
                          <a:pt x="900874" y="814860"/>
                          <a:pt x="952724" y="708366"/>
                        </a:cubicBezTo>
                        <a:lnTo>
                          <a:pt x="952724" y="244846"/>
                        </a:lnTo>
                        <a:close/>
                      </a:path>
                    </a:pathLst>
                  </a:custGeom>
                  <a:solidFill>
                    <a:srgbClr val="1E1E1E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34" name="자유형: 도형 1933">
                    <a:extLst>
                      <a:ext uri="{FF2B5EF4-FFF2-40B4-BE49-F238E27FC236}">
                        <a16:creationId xmlns:a16="http://schemas.microsoft.com/office/drawing/2014/main" id="{F4C11C2E-9AE5-4C01-A636-E293738E875E}"/>
                      </a:ext>
                    </a:extLst>
                  </p:cNvPr>
                  <p:cNvSpPr/>
                  <p:nvPr/>
                </p:nvSpPr>
                <p:spPr>
                  <a:xfrm>
                    <a:off x="9238029" y="2347957"/>
                    <a:ext cx="456717" cy="266551"/>
                  </a:xfrm>
                  <a:custGeom>
                    <a:avLst/>
                    <a:gdLst>
                      <a:gd name="connsiteX0" fmla="*/ 0 w 456716"/>
                      <a:gd name="connsiteY0" fmla="*/ 0 h 266551"/>
                      <a:gd name="connsiteX1" fmla="*/ 463276 w 456716"/>
                      <a:gd name="connsiteY1" fmla="*/ 0 h 266551"/>
                      <a:gd name="connsiteX2" fmla="*/ 463276 w 456716"/>
                      <a:gd name="connsiteY2" fmla="*/ 273926 h 266551"/>
                      <a:gd name="connsiteX3" fmla="*/ 0 w 456716"/>
                      <a:gd name="connsiteY3" fmla="*/ 273926 h 26655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56716" h="266551">
                        <a:moveTo>
                          <a:pt x="0" y="0"/>
                        </a:moveTo>
                        <a:lnTo>
                          <a:pt x="463276" y="0"/>
                        </a:lnTo>
                        <a:lnTo>
                          <a:pt x="463276" y="273926"/>
                        </a:lnTo>
                        <a:lnTo>
                          <a:pt x="0" y="273926"/>
                        </a:lnTo>
                        <a:close/>
                      </a:path>
                    </a:pathLst>
                  </a:custGeom>
                  <a:solidFill>
                    <a:srgbClr val="1E1E1E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grpSp>
                <p:nvGrpSpPr>
                  <p:cNvPr id="1935" name="그래픽 629">
                    <a:extLst>
                      <a:ext uri="{FF2B5EF4-FFF2-40B4-BE49-F238E27FC236}">
                        <a16:creationId xmlns:a16="http://schemas.microsoft.com/office/drawing/2014/main" id="{A057F0D5-7676-438C-8587-7F86F4A2B054}"/>
                      </a:ext>
                    </a:extLst>
                  </p:cNvPr>
                  <p:cNvGrpSpPr/>
                  <p:nvPr/>
                </p:nvGrpSpPr>
                <p:grpSpPr>
                  <a:xfrm>
                    <a:off x="9015164" y="1416716"/>
                    <a:ext cx="900747" cy="901197"/>
                    <a:chOff x="9015164" y="1416716"/>
                    <a:chExt cx="900747" cy="901197"/>
                  </a:xfrm>
                  <a:solidFill>
                    <a:schemeClr val="accent1"/>
                  </a:solidFill>
                </p:grpSpPr>
                <p:sp>
                  <p:nvSpPr>
                    <p:cNvPr id="1936" name="자유형: 도형 1935">
                      <a:extLst>
                        <a:ext uri="{FF2B5EF4-FFF2-40B4-BE49-F238E27FC236}">
                          <a16:creationId xmlns:a16="http://schemas.microsoft.com/office/drawing/2014/main" id="{05CE15FF-8AD9-41FC-9B9C-56823E7E2EA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15164" y="1416716"/>
                      <a:ext cx="900747" cy="901197"/>
                    </a:xfrm>
                    <a:custGeom>
                      <a:avLst/>
                      <a:gdLst>
                        <a:gd name="connsiteX0" fmla="*/ 909044 w 900746"/>
                        <a:gd name="connsiteY0" fmla="*/ 454749 h 901196"/>
                        <a:gd name="connsiteX1" fmla="*/ 454522 w 900746"/>
                        <a:gd name="connsiteY1" fmla="*/ 909498 h 901196"/>
                        <a:gd name="connsiteX2" fmla="*/ 0 w 900746"/>
                        <a:gd name="connsiteY2" fmla="*/ 454749 h 901196"/>
                        <a:gd name="connsiteX3" fmla="*/ 454522 w 900746"/>
                        <a:gd name="connsiteY3" fmla="*/ 0 h 901196"/>
                        <a:gd name="connsiteX4" fmla="*/ 909044 w 900746"/>
                        <a:gd name="connsiteY4" fmla="*/ 454749 h 9011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900746" h="901196">
                          <a:moveTo>
                            <a:pt x="909044" y="454749"/>
                          </a:moveTo>
                          <a:cubicBezTo>
                            <a:pt x="909044" y="705900"/>
                            <a:pt x="705547" y="909498"/>
                            <a:pt x="454522" y="909498"/>
                          </a:cubicBezTo>
                          <a:cubicBezTo>
                            <a:pt x="203496" y="909498"/>
                            <a:pt x="0" y="705900"/>
                            <a:pt x="0" y="454749"/>
                          </a:cubicBezTo>
                          <a:cubicBezTo>
                            <a:pt x="0" y="203598"/>
                            <a:pt x="203496" y="0"/>
                            <a:pt x="454522" y="0"/>
                          </a:cubicBezTo>
                          <a:cubicBezTo>
                            <a:pt x="705547" y="0"/>
                            <a:pt x="909044" y="203598"/>
                            <a:pt x="909044" y="454749"/>
                          </a:cubicBezTo>
                          <a:close/>
                        </a:path>
                      </a:pathLst>
                    </a:custGeom>
                    <a:solidFill>
                      <a:srgbClr val="33333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937" name="자유형: 도형 1936">
                      <a:extLst>
                        <a:ext uri="{FF2B5EF4-FFF2-40B4-BE49-F238E27FC236}">
                          <a16:creationId xmlns:a16="http://schemas.microsoft.com/office/drawing/2014/main" id="{9CF2D953-0646-4775-82DE-87EC478803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89570" y="1491160"/>
                      <a:ext cx="748508" cy="748882"/>
                    </a:xfrm>
                    <a:custGeom>
                      <a:avLst/>
                      <a:gdLst>
                        <a:gd name="connsiteX0" fmla="*/ 760230 w 748507"/>
                        <a:gd name="connsiteY0" fmla="*/ 380305 h 748881"/>
                        <a:gd name="connsiteX1" fmla="*/ 380115 w 748507"/>
                        <a:gd name="connsiteY1" fmla="*/ 760610 h 748881"/>
                        <a:gd name="connsiteX2" fmla="*/ 0 w 748507"/>
                        <a:gd name="connsiteY2" fmla="*/ 380305 h 748881"/>
                        <a:gd name="connsiteX3" fmla="*/ 380115 w 748507"/>
                        <a:gd name="connsiteY3" fmla="*/ 0 h 748881"/>
                        <a:gd name="connsiteX4" fmla="*/ 760230 w 748507"/>
                        <a:gd name="connsiteY4" fmla="*/ 380305 h 7488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48507" h="748881">
                          <a:moveTo>
                            <a:pt x="760230" y="380305"/>
                          </a:moveTo>
                          <a:cubicBezTo>
                            <a:pt x="760230" y="590342"/>
                            <a:pt x="590047" y="760610"/>
                            <a:pt x="380115" y="760610"/>
                          </a:cubicBezTo>
                          <a:cubicBezTo>
                            <a:pt x="170183" y="760610"/>
                            <a:pt x="0" y="590342"/>
                            <a:pt x="0" y="380305"/>
                          </a:cubicBezTo>
                          <a:cubicBezTo>
                            <a:pt x="0" y="170268"/>
                            <a:pt x="170183" y="0"/>
                            <a:pt x="380115" y="0"/>
                          </a:cubicBezTo>
                          <a:cubicBezTo>
                            <a:pt x="590047" y="0"/>
                            <a:pt x="760230" y="170268"/>
                            <a:pt x="760230" y="380305"/>
                          </a:cubicBezTo>
                          <a:close/>
                        </a:path>
                      </a:pathLst>
                    </a:custGeom>
                    <a:noFill/>
                    <a:ln w="45672" cap="flat">
                      <a:solidFill>
                        <a:srgbClr val="B3B3B3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938" name="자유형: 도형 1937">
                      <a:extLst>
                        <a:ext uri="{FF2B5EF4-FFF2-40B4-BE49-F238E27FC236}">
                          <a16:creationId xmlns:a16="http://schemas.microsoft.com/office/drawing/2014/main" id="{975024DF-B403-4654-826B-AEB4160DCB0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89570" y="1491160"/>
                      <a:ext cx="748508" cy="748882"/>
                    </a:xfrm>
                    <a:custGeom>
                      <a:avLst/>
                      <a:gdLst>
                        <a:gd name="connsiteX0" fmla="*/ 760230 w 748507"/>
                        <a:gd name="connsiteY0" fmla="*/ 380305 h 748881"/>
                        <a:gd name="connsiteX1" fmla="*/ 380115 w 748507"/>
                        <a:gd name="connsiteY1" fmla="*/ 760610 h 748881"/>
                        <a:gd name="connsiteX2" fmla="*/ 0 w 748507"/>
                        <a:gd name="connsiteY2" fmla="*/ 380305 h 748881"/>
                        <a:gd name="connsiteX3" fmla="*/ 380115 w 748507"/>
                        <a:gd name="connsiteY3" fmla="*/ 0 h 748881"/>
                        <a:gd name="connsiteX4" fmla="*/ 760230 w 748507"/>
                        <a:gd name="connsiteY4" fmla="*/ 380305 h 7488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48507" h="748881">
                          <a:moveTo>
                            <a:pt x="760230" y="380305"/>
                          </a:moveTo>
                          <a:cubicBezTo>
                            <a:pt x="760230" y="590342"/>
                            <a:pt x="590047" y="760610"/>
                            <a:pt x="380115" y="760610"/>
                          </a:cubicBezTo>
                          <a:cubicBezTo>
                            <a:pt x="170183" y="760610"/>
                            <a:pt x="0" y="590342"/>
                            <a:pt x="0" y="380305"/>
                          </a:cubicBezTo>
                          <a:cubicBezTo>
                            <a:pt x="0" y="170268"/>
                            <a:pt x="170183" y="0"/>
                            <a:pt x="380115" y="0"/>
                          </a:cubicBezTo>
                          <a:cubicBezTo>
                            <a:pt x="590047" y="0"/>
                            <a:pt x="760230" y="170268"/>
                            <a:pt x="760230" y="380305"/>
                          </a:cubicBezTo>
                          <a:close/>
                        </a:path>
                      </a:pathLst>
                    </a:custGeom>
                    <a:noFill/>
                    <a:ln w="10149" cap="flat">
                      <a:solidFill>
                        <a:srgbClr val="BCBCBC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grpSp>
                  <p:nvGrpSpPr>
                    <p:cNvPr id="1939" name="그래픽 629">
                      <a:extLst>
                        <a:ext uri="{FF2B5EF4-FFF2-40B4-BE49-F238E27FC236}">
                          <a16:creationId xmlns:a16="http://schemas.microsoft.com/office/drawing/2014/main" id="{A057F0D5-7676-438C-8587-7F86F4A2B05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376680" y="1729694"/>
                      <a:ext cx="179416" cy="227855"/>
                      <a:chOff x="9376680" y="1729694"/>
                      <a:chExt cx="179416" cy="227855"/>
                    </a:xfrm>
                    <a:solidFill>
                      <a:schemeClr val="accent1"/>
                    </a:solidFill>
                  </p:grpSpPr>
                  <p:grpSp>
                    <p:nvGrpSpPr>
                      <p:cNvPr id="1940" name="그래픽 629">
                        <a:extLst>
                          <a:ext uri="{FF2B5EF4-FFF2-40B4-BE49-F238E27FC236}">
                            <a16:creationId xmlns:a16="http://schemas.microsoft.com/office/drawing/2014/main" id="{A057F0D5-7676-438C-8587-7F86F4A2B05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378484" y="1729694"/>
                        <a:ext cx="177612" cy="76157"/>
                        <a:chOff x="9378484" y="1729694"/>
                        <a:chExt cx="177612" cy="76157"/>
                      </a:xfrm>
                      <a:solidFill>
                        <a:srgbClr val="424242"/>
                      </a:solidFill>
                    </p:grpSpPr>
                    <p:sp>
                      <p:nvSpPr>
                        <p:cNvPr id="1941" name="자유형: 도형 1940">
                          <a:extLst>
                            <a:ext uri="{FF2B5EF4-FFF2-40B4-BE49-F238E27FC236}">
                              <a16:creationId xmlns:a16="http://schemas.microsoft.com/office/drawing/2014/main" id="{96F5D056-9770-4973-B6B2-01236F448A5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491519" y="1729694"/>
                          <a:ext cx="63433" cy="76157"/>
                        </a:xfrm>
                        <a:custGeom>
                          <a:avLst/>
                          <a:gdLst>
                            <a:gd name="connsiteX0" fmla="*/ 66579 w 63432"/>
                            <a:gd name="connsiteY0" fmla="*/ 26748 h 76157"/>
                            <a:gd name="connsiteX1" fmla="*/ 61022 w 63432"/>
                            <a:gd name="connsiteY1" fmla="*/ 5945 h 76157"/>
                            <a:gd name="connsiteX2" fmla="*/ 54299 w 63432"/>
                            <a:gd name="connsiteY2" fmla="*/ 2048 h 76157"/>
                            <a:gd name="connsiteX3" fmla="*/ 33480 w 63432"/>
                            <a:gd name="connsiteY3" fmla="*/ 7608 h 76157"/>
                            <a:gd name="connsiteX4" fmla="*/ 0 w 63432"/>
                            <a:gd name="connsiteY4" fmla="*/ 65640 h 76157"/>
                            <a:gd name="connsiteX5" fmla="*/ 33074 w 63432"/>
                            <a:gd name="connsiteY5" fmla="*/ 84755 h 76157"/>
                            <a:gd name="connsiteX6" fmla="*/ 66579 w 63432"/>
                            <a:gd name="connsiteY6" fmla="*/ 26748 h 7615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63432" h="76157">
                              <a:moveTo>
                                <a:pt x="66579" y="26748"/>
                              </a:moveTo>
                              <a:cubicBezTo>
                                <a:pt x="70791" y="19463"/>
                                <a:pt x="68305" y="10146"/>
                                <a:pt x="61022" y="5945"/>
                              </a:cubicBezTo>
                              <a:lnTo>
                                <a:pt x="54299" y="2048"/>
                              </a:lnTo>
                              <a:cubicBezTo>
                                <a:pt x="47016" y="-2166"/>
                                <a:pt x="37692" y="335"/>
                                <a:pt x="33480" y="7608"/>
                              </a:cubicBezTo>
                              <a:lnTo>
                                <a:pt x="0" y="65640"/>
                              </a:lnTo>
                              <a:lnTo>
                                <a:pt x="33074" y="84755"/>
                              </a:lnTo>
                              <a:lnTo>
                                <a:pt x="66579" y="26748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424242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942" name="자유형: 도형 1941">
                          <a:extLst>
                            <a:ext uri="{FF2B5EF4-FFF2-40B4-BE49-F238E27FC236}">
                              <a16:creationId xmlns:a16="http://schemas.microsoft.com/office/drawing/2014/main" id="{A703312A-ED44-42DA-B9CD-4E0D21FBCC6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378484" y="1729910"/>
                          <a:ext cx="63433" cy="76157"/>
                        </a:xfrm>
                        <a:custGeom>
                          <a:avLst/>
                          <a:gdLst>
                            <a:gd name="connsiteX0" fmla="*/ 35139 w 63432"/>
                            <a:gd name="connsiteY0" fmla="*/ 7620 h 76157"/>
                            <a:gd name="connsiteX1" fmla="*/ 14333 w 63432"/>
                            <a:gd name="connsiteY1" fmla="*/ 2048 h 76157"/>
                            <a:gd name="connsiteX2" fmla="*/ 7609 w 63432"/>
                            <a:gd name="connsiteY2" fmla="*/ 5944 h 76157"/>
                            <a:gd name="connsiteX3" fmla="*/ 2053 w 63432"/>
                            <a:gd name="connsiteY3" fmla="*/ 26735 h 76157"/>
                            <a:gd name="connsiteX4" fmla="*/ 35545 w 63432"/>
                            <a:gd name="connsiteY4" fmla="*/ 84780 h 76157"/>
                            <a:gd name="connsiteX5" fmla="*/ 68632 w 63432"/>
                            <a:gd name="connsiteY5" fmla="*/ 65652 h 76157"/>
                            <a:gd name="connsiteX6" fmla="*/ 35139 w 63432"/>
                            <a:gd name="connsiteY6" fmla="*/ 7620 h 7615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63432" h="76157">
                              <a:moveTo>
                                <a:pt x="35139" y="7620"/>
                              </a:moveTo>
                              <a:cubicBezTo>
                                <a:pt x="30927" y="334"/>
                                <a:pt x="21641" y="-2166"/>
                                <a:pt x="14333" y="2048"/>
                              </a:cubicBezTo>
                              <a:lnTo>
                                <a:pt x="7609" y="5944"/>
                              </a:lnTo>
                              <a:cubicBezTo>
                                <a:pt x="340" y="10133"/>
                                <a:pt x="-2172" y="19450"/>
                                <a:pt x="2053" y="26735"/>
                              </a:cubicBezTo>
                              <a:lnTo>
                                <a:pt x="35545" y="84780"/>
                              </a:lnTo>
                              <a:lnTo>
                                <a:pt x="68632" y="65652"/>
                              </a:lnTo>
                              <a:lnTo>
                                <a:pt x="35139" y="762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424242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</p:grpSp>
                  <p:grpSp>
                    <p:nvGrpSpPr>
                      <p:cNvPr id="1943" name="그래픽 629">
                        <a:extLst>
                          <a:ext uri="{FF2B5EF4-FFF2-40B4-BE49-F238E27FC236}">
                            <a16:creationId xmlns:a16="http://schemas.microsoft.com/office/drawing/2014/main" id="{A057F0D5-7676-438C-8587-7F86F4A2B05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376680" y="1779848"/>
                        <a:ext cx="177612" cy="177701"/>
                        <a:chOff x="9376680" y="1779848"/>
                        <a:chExt cx="177612" cy="177701"/>
                      </a:xfrm>
                      <a:solidFill>
                        <a:schemeClr val="accent1"/>
                      </a:solidFill>
                    </p:grpSpPr>
                    <p:grpSp>
                      <p:nvGrpSpPr>
                        <p:cNvPr id="1944" name="그래픽 629">
                          <a:extLst>
                            <a:ext uri="{FF2B5EF4-FFF2-40B4-BE49-F238E27FC236}">
                              <a16:creationId xmlns:a16="http://schemas.microsoft.com/office/drawing/2014/main" id="{A057F0D5-7676-438C-8587-7F86F4A2B05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376680" y="1779848"/>
                          <a:ext cx="177612" cy="177701"/>
                          <a:chOff x="9376680" y="1779848"/>
                          <a:chExt cx="177612" cy="177701"/>
                        </a:xfrm>
                        <a:solidFill>
                          <a:schemeClr val="accent1"/>
                        </a:solidFill>
                      </p:grpSpPr>
                      <p:sp>
                        <p:nvSpPr>
                          <p:cNvPr id="1945" name="자유형: 도형 1944">
                            <a:extLst>
                              <a:ext uri="{FF2B5EF4-FFF2-40B4-BE49-F238E27FC236}">
                                <a16:creationId xmlns:a16="http://schemas.microsoft.com/office/drawing/2014/main" id="{92F83EA6-AC25-4159-8573-E789D5B48B2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76680" y="1779848"/>
                            <a:ext cx="177612" cy="177701"/>
                          </a:xfrm>
                          <a:custGeom>
                            <a:avLst/>
                            <a:gdLst>
                              <a:gd name="connsiteX0" fmla="*/ 186011 w 177612"/>
                              <a:gd name="connsiteY0" fmla="*/ 93052 h 177700"/>
                              <a:gd name="connsiteX1" fmla="*/ 93005 w 177612"/>
                              <a:gd name="connsiteY1" fmla="*/ 186104 h 177700"/>
                              <a:gd name="connsiteX2" fmla="*/ 0 w 177612"/>
                              <a:gd name="connsiteY2" fmla="*/ 93052 h 177700"/>
                              <a:gd name="connsiteX3" fmla="*/ 93005 w 177612"/>
                              <a:gd name="connsiteY3" fmla="*/ 0 h 177700"/>
                              <a:gd name="connsiteX4" fmla="*/ 186011 w 177612"/>
                              <a:gd name="connsiteY4" fmla="*/ 93052 h 17770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77612" h="177700">
                                <a:moveTo>
                                  <a:pt x="186011" y="93052"/>
                                </a:moveTo>
                                <a:cubicBezTo>
                                  <a:pt x="186011" y="144443"/>
                                  <a:pt x="144371" y="186104"/>
                                  <a:pt x="93005" y="186104"/>
                                </a:cubicBezTo>
                                <a:cubicBezTo>
                                  <a:pt x="41640" y="186104"/>
                                  <a:pt x="0" y="144443"/>
                                  <a:pt x="0" y="93052"/>
                                </a:cubicBezTo>
                                <a:cubicBezTo>
                                  <a:pt x="0" y="41661"/>
                                  <a:pt x="41640" y="0"/>
                                  <a:pt x="93005" y="0"/>
                                </a:cubicBezTo>
                                <a:cubicBezTo>
                                  <a:pt x="144371" y="0"/>
                                  <a:pt x="186011" y="41661"/>
                                  <a:pt x="186011" y="93052"/>
                                </a:cubicBezTo>
                                <a:close/>
                              </a:path>
                            </a:pathLst>
                          </a:custGeom>
                          <a:noFill/>
                          <a:ln w="20299" cap="flat">
                            <a:solidFill>
                              <a:srgbClr val="333333"/>
                            </a:solidFill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ko-KR" altLang="en-US"/>
                          </a:p>
                        </p:txBody>
                      </p:sp>
                      <p:sp>
                        <p:nvSpPr>
                          <p:cNvPr id="1946" name="자유형: 도형 1945">
                            <a:extLst>
                              <a:ext uri="{FF2B5EF4-FFF2-40B4-BE49-F238E27FC236}">
                                <a16:creationId xmlns:a16="http://schemas.microsoft.com/office/drawing/2014/main" id="{4F0D154A-6C3A-44EF-8A95-5853A75A9E9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76680" y="1779848"/>
                            <a:ext cx="177612" cy="177701"/>
                          </a:xfrm>
                          <a:custGeom>
                            <a:avLst/>
                            <a:gdLst>
                              <a:gd name="connsiteX0" fmla="*/ 186011 w 177612"/>
                              <a:gd name="connsiteY0" fmla="*/ 93052 h 177700"/>
                              <a:gd name="connsiteX1" fmla="*/ 93005 w 177612"/>
                              <a:gd name="connsiteY1" fmla="*/ 186104 h 177700"/>
                              <a:gd name="connsiteX2" fmla="*/ 0 w 177612"/>
                              <a:gd name="connsiteY2" fmla="*/ 93052 h 177700"/>
                              <a:gd name="connsiteX3" fmla="*/ 93005 w 177612"/>
                              <a:gd name="connsiteY3" fmla="*/ 0 h 177700"/>
                              <a:gd name="connsiteX4" fmla="*/ 186011 w 177612"/>
                              <a:gd name="connsiteY4" fmla="*/ 93052 h 17770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77612" h="177700">
                                <a:moveTo>
                                  <a:pt x="186011" y="93052"/>
                                </a:moveTo>
                                <a:cubicBezTo>
                                  <a:pt x="186011" y="144443"/>
                                  <a:pt x="144371" y="186104"/>
                                  <a:pt x="93005" y="186104"/>
                                </a:cubicBezTo>
                                <a:cubicBezTo>
                                  <a:pt x="41640" y="186104"/>
                                  <a:pt x="0" y="144443"/>
                                  <a:pt x="0" y="93052"/>
                                </a:cubicBezTo>
                                <a:cubicBezTo>
                                  <a:pt x="0" y="41661"/>
                                  <a:pt x="41640" y="0"/>
                                  <a:pt x="93005" y="0"/>
                                </a:cubicBezTo>
                                <a:cubicBezTo>
                                  <a:pt x="144371" y="0"/>
                                  <a:pt x="186011" y="41661"/>
                                  <a:pt x="186011" y="93052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000000"/>
                          </a:solidFill>
                          <a:ln w="12687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ko-KR" altLang="en-US"/>
                          </a:p>
                        </p:txBody>
                      </p:sp>
                    </p:grpSp>
                    <p:sp>
                      <p:nvSpPr>
                        <p:cNvPr id="1947" name="자유형: 도형 1946">
                          <a:extLst>
                            <a:ext uri="{FF2B5EF4-FFF2-40B4-BE49-F238E27FC236}">
                              <a16:creationId xmlns:a16="http://schemas.microsoft.com/office/drawing/2014/main" id="{B14CAB74-1F2F-4935-9BBC-766EC76CD29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396700" y="1887014"/>
                          <a:ext cx="126866" cy="50772"/>
                        </a:xfrm>
                        <a:custGeom>
                          <a:avLst/>
                          <a:gdLst>
                            <a:gd name="connsiteX0" fmla="*/ 136140 w 126865"/>
                            <a:gd name="connsiteY0" fmla="*/ 25107 h 50771"/>
                            <a:gd name="connsiteX1" fmla="*/ 72986 w 126865"/>
                            <a:gd name="connsiteY1" fmla="*/ 60253 h 50771"/>
                            <a:gd name="connsiteX2" fmla="*/ 0 w 126865"/>
                            <a:gd name="connsiteY2" fmla="*/ 0 h 5077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</a:cxnLst>
                          <a:rect l="l" t="t" r="r" b="b"/>
                          <a:pathLst>
                            <a:path w="126865" h="50771">
                              <a:moveTo>
                                <a:pt x="136140" y="25107"/>
                              </a:moveTo>
                              <a:cubicBezTo>
                                <a:pt x="123022" y="46202"/>
                                <a:pt x="99640" y="60253"/>
                                <a:pt x="72986" y="60253"/>
                              </a:cubicBezTo>
                              <a:cubicBezTo>
                                <a:pt x="36753" y="60253"/>
                                <a:pt x="6584" y="34322"/>
                                <a:pt x="0" y="0"/>
                              </a:cubicBezTo>
                            </a:path>
                          </a:pathLst>
                        </a:custGeom>
                        <a:noFill/>
                        <a:ln w="20299" cap="rnd">
                          <a:solidFill>
                            <a:srgbClr val="FFFFFF">
                              <a:alpha val="19000"/>
                            </a:srgbClr>
                          </a:solidFill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948" name="자유형: 도형 1947">
                          <a:extLst>
                            <a:ext uri="{FF2B5EF4-FFF2-40B4-BE49-F238E27FC236}">
                              <a16:creationId xmlns:a16="http://schemas.microsoft.com/office/drawing/2014/main" id="{C0ED6015-5A35-4150-81C8-9FD59F112FD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409052" y="1799522"/>
                          <a:ext cx="50746" cy="38079"/>
                        </a:xfrm>
                        <a:custGeom>
                          <a:avLst/>
                          <a:gdLst>
                            <a:gd name="connsiteX0" fmla="*/ 58921 w 50746"/>
                            <a:gd name="connsiteY0" fmla="*/ 5115 h 38078"/>
                            <a:gd name="connsiteX1" fmla="*/ 38965 w 50746"/>
                            <a:gd name="connsiteY1" fmla="*/ 38522 h 38078"/>
                            <a:gd name="connsiteX2" fmla="*/ 1591 w 50746"/>
                            <a:gd name="connsiteY2" fmla="*/ 43714 h 38078"/>
                            <a:gd name="connsiteX3" fmla="*/ 20405 w 50746"/>
                            <a:gd name="connsiteY3" fmla="*/ 9341 h 38078"/>
                            <a:gd name="connsiteX4" fmla="*/ 58921 w 50746"/>
                            <a:gd name="connsiteY4" fmla="*/ 5115 h 3807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50746" h="38078">
                              <a:moveTo>
                                <a:pt x="58921" y="5115"/>
                              </a:moveTo>
                              <a:cubicBezTo>
                                <a:pt x="64110" y="13251"/>
                                <a:pt x="54861" y="27898"/>
                                <a:pt x="38965" y="38522"/>
                              </a:cubicBezTo>
                              <a:cubicBezTo>
                                <a:pt x="23094" y="49146"/>
                                <a:pt x="6602" y="51710"/>
                                <a:pt x="1591" y="43714"/>
                              </a:cubicBezTo>
                              <a:cubicBezTo>
                                <a:pt x="-3687" y="35540"/>
                                <a:pt x="4572" y="20016"/>
                                <a:pt x="20405" y="9341"/>
                              </a:cubicBezTo>
                              <a:cubicBezTo>
                                <a:pt x="36238" y="-1333"/>
                                <a:pt x="53707" y="-3021"/>
                                <a:pt x="58921" y="5115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FFFF">
                            <a:alpha val="56000"/>
                          </a:srgbClr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</p:grpSp>
                </p:grpSp>
              </p:grpSp>
              <p:grpSp>
                <p:nvGrpSpPr>
                  <p:cNvPr id="1949" name="그래픽 629">
                    <a:extLst>
                      <a:ext uri="{FF2B5EF4-FFF2-40B4-BE49-F238E27FC236}">
                        <a16:creationId xmlns:a16="http://schemas.microsoft.com/office/drawing/2014/main" id="{A057F0D5-7676-438C-8587-7F86F4A2B054}"/>
                      </a:ext>
                    </a:extLst>
                  </p:cNvPr>
                  <p:cNvGrpSpPr/>
                  <p:nvPr/>
                </p:nvGrpSpPr>
                <p:grpSpPr>
                  <a:xfrm>
                    <a:off x="9106418" y="1511723"/>
                    <a:ext cx="723135" cy="723496"/>
                    <a:chOff x="9106418" y="1511723"/>
                    <a:chExt cx="723135" cy="723496"/>
                  </a:xfrm>
                  <a:solidFill>
                    <a:srgbClr val="8C8C8C"/>
                  </a:solidFill>
                </p:grpSpPr>
                <p:sp>
                  <p:nvSpPr>
                    <p:cNvPr id="1950" name="자유형: 도형 1949">
                      <a:extLst>
                        <a:ext uri="{FF2B5EF4-FFF2-40B4-BE49-F238E27FC236}">
                          <a16:creationId xmlns:a16="http://schemas.microsoft.com/office/drawing/2014/main" id="{6AD31D9E-56F7-44E7-9204-7102438126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06418" y="1511723"/>
                      <a:ext cx="25373" cy="25386"/>
                    </a:xfrm>
                    <a:custGeom>
                      <a:avLst/>
                      <a:gdLst>
                        <a:gd name="connsiteX0" fmla="*/ 31234 w 25373"/>
                        <a:gd name="connsiteY0" fmla="*/ 15625 h 25385"/>
                        <a:gd name="connsiteX1" fmla="*/ 15617 w 25373"/>
                        <a:gd name="connsiteY1" fmla="*/ 31250 h 25385"/>
                        <a:gd name="connsiteX2" fmla="*/ 0 w 25373"/>
                        <a:gd name="connsiteY2" fmla="*/ 15625 h 25385"/>
                        <a:gd name="connsiteX3" fmla="*/ 15617 w 25373"/>
                        <a:gd name="connsiteY3" fmla="*/ 0 h 25385"/>
                        <a:gd name="connsiteX4" fmla="*/ 31234 w 25373"/>
                        <a:gd name="connsiteY4" fmla="*/ 15625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5373" h="25385">
                          <a:moveTo>
                            <a:pt x="31234" y="15625"/>
                          </a:moveTo>
                          <a:cubicBezTo>
                            <a:pt x="31234" y="24254"/>
                            <a:pt x="24242" y="31250"/>
                            <a:pt x="15617" y="31250"/>
                          </a:cubicBezTo>
                          <a:cubicBezTo>
                            <a:pt x="6992" y="31250"/>
                            <a:pt x="0" y="24254"/>
                            <a:pt x="0" y="15625"/>
                          </a:cubicBezTo>
                          <a:cubicBezTo>
                            <a:pt x="0" y="6996"/>
                            <a:pt x="6992" y="0"/>
                            <a:pt x="15617" y="0"/>
                          </a:cubicBezTo>
                          <a:cubicBezTo>
                            <a:pt x="24242" y="0"/>
                            <a:pt x="31234" y="6996"/>
                            <a:pt x="31234" y="15625"/>
                          </a:cubicBezTo>
                          <a:close/>
                        </a:path>
                      </a:pathLst>
                    </a:custGeom>
                    <a:solidFill>
                      <a:srgbClr val="8C8C8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951" name="자유형: 도형 1950">
                      <a:extLst>
                        <a:ext uri="{FF2B5EF4-FFF2-40B4-BE49-F238E27FC236}">
                          <a16:creationId xmlns:a16="http://schemas.microsoft.com/office/drawing/2014/main" id="{BD9C2983-05BA-4D16-9F68-50D9E86933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01706" y="1511723"/>
                      <a:ext cx="25373" cy="25386"/>
                    </a:xfrm>
                    <a:custGeom>
                      <a:avLst/>
                      <a:gdLst>
                        <a:gd name="connsiteX0" fmla="*/ 31234 w 25373"/>
                        <a:gd name="connsiteY0" fmla="*/ 15625 h 25385"/>
                        <a:gd name="connsiteX1" fmla="*/ 15617 w 25373"/>
                        <a:gd name="connsiteY1" fmla="*/ 31250 h 25385"/>
                        <a:gd name="connsiteX2" fmla="*/ 0 w 25373"/>
                        <a:gd name="connsiteY2" fmla="*/ 15625 h 25385"/>
                        <a:gd name="connsiteX3" fmla="*/ 15617 w 25373"/>
                        <a:gd name="connsiteY3" fmla="*/ 0 h 25385"/>
                        <a:gd name="connsiteX4" fmla="*/ 31234 w 25373"/>
                        <a:gd name="connsiteY4" fmla="*/ 15625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5373" h="25385">
                          <a:moveTo>
                            <a:pt x="31234" y="15625"/>
                          </a:moveTo>
                          <a:cubicBezTo>
                            <a:pt x="31234" y="24254"/>
                            <a:pt x="24242" y="31250"/>
                            <a:pt x="15617" y="31250"/>
                          </a:cubicBezTo>
                          <a:cubicBezTo>
                            <a:pt x="6992" y="31250"/>
                            <a:pt x="0" y="24254"/>
                            <a:pt x="0" y="15625"/>
                          </a:cubicBezTo>
                          <a:cubicBezTo>
                            <a:pt x="0" y="6996"/>
                            <a:pt x="6992" y="0"/>
                            <a:pt x="15617" y="0"/>
                          </a:cubicBezTo>
                          <a:cubicBezTo>
                            <a:pt x="24242" y="0"/>
                            <a:pt x="31234" y="6996"/>
                            <a:pt x="31234" y="15625"/>
                          </a:cubicBezTo>
                          <a:close/>
                        </a:path>
                      </a:pathLst>
                    </a:custGeom>
                    <a:solidFill>
                      <a:srgbClr val="8C8C8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952" name="자유형: 도형 1951">
                      <a:extLst>
                        <a:ext uri="{FF2B5EF4-FFF2-40B4-BE49-F238E27FC236}">
                          <a16:creationId xmlns:a16="http://schemas.microsoft.com/office/drawing/2014/main" id="{78E621E6-0C69-4D08-AE2F-3124531B74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06418" y="2207383"/>
                      <a:ext cx="25373" cy="25386"/>
                    </a:xfrm>
                    <a:custGeom>
                      <a:avLst/>
                      <a:gdLst>
                        <a:gd name="connsiteX0" fmla="*/ 31234 w 25373"/>
                        <a:gd name="connsiteY0" fmla="*/ 15625 h 25385"/>
                        <a:gd name="connsiteX1" fmla="*/ 15617 w 25373"/>
                        <a:gd name="connsiteY1" fmla="*/ 31250 h 25385"/>
                        <a:gd name="connsiteX2" fmla="*/ 0 w 25373"/>
                        <a:gd name="connsiteY2" fmla="*/ 15625 h 25385"/>
                        <a:gd name="connsiteX3" fmla="*/ 15617 w 25373"/>
                        <a:gd name="connsiteY3" fmla="*/ 0 h 25385"/>
                        <a:gd name="connsiteX4" fmla="*/ 31234 w 25373"/>
                        <a:gd name="connsiteY4" fmla="*/ 15625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5373" h="25385">
                          <a:moveTo>
                            <a:pt x="31234" y="15625"/>
                          </a:moveTo>
                          <a:cubicBezTo>
                            <a:pt x="31234" y="24254"/>
                            <a:pt x="24242" y="31250"/>
                            <a:pt x="15617" y="31250"/>
                          </a:cubicBezTo>
                          <a:cubicBezTo>
                            <a:pt x="6992" y="31250"/>
                            <a:pt x="0" y="24254"/>
                            <a:pt x="0" y="15625"/>
                          </a:cubicBezTo>
                          <a:cubicBezTo>
                            <a:pt x="0" y="6995"/>
                            <a:pt x="6992" y="0"/>
                            <a:pt x="15617" y="0"/>
                          </a:cubicBezTo>
                          <a:cubicBezTo>
                            <a:pt x="24242" y="0"/>
                            <a:pt x="31234" y="6995"/>
                            <a:pt x="31234" y="15625"/>
                          </a:cubicBezTo>
                          <a:close/>
                        </a:path>
                      </a:pathLst>
                    </a:custGeom>
                    <a:solidFill>
                      <a:srgbClr val="8C8C8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953" name="자유형: 도형 1952">
                      <a:extLst>
                        <a:ext uri="{FF2B5EF4-FFF2-40B4-BE49-F238E27FC236}">
                          <a16:creationId xmlns:a16="http://schemas.microsoft.com/office/drawing/2014/main" id="{61C075B9-6440-47F5-8D00-AA0CBDA3744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01706" y="2207383"/>
                      <a:ext cx="25373" cy="25386"/>
                    </a:xfrm>
                    <a:custGeom>
                      <a:avLst/>
                      <a:gdLst>
                        <a:gd name="connsiteX0" fmla="*/ 31234 w 25373"/>
                        <a:gd name="connsiteY0" fmla="*/ 15625 h 25385"/>
                        <a:gd name="connsiteX1" fmla="*/ 15617 w 25373"/>
                        <a:gd name="connsiteY1" fmla="*/ 31250 h 25385"/>
                        <a:gd name="connsiteX2" fmla="*/ 0 w 25373"/>
                        <a:gd name="connsiteY2" fmla="*/ 15625 h 25385"/>
                        <a:gd name="connsiteX3" fmla="*/ 15617 w 25373"/>
                        <a:gd name="connsiteY3" fmla="*/ 0 h 25385"/>
                        <a:gd name="connsiteX4" fmla="*/ 31234 w 25373"/>
                        <a:gd name="connsiteY4" fmla="*/ 15625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5373" h="25385">
                          <a:moveTo>
                            <a:pt x="31234" y="15625"/>
                          </a:moveTo>
                          <a:cubicBezTo>
                            <a:pt x="31234" y="24254"/>
                            <a:pt x="24242" y="31250"/>
                            <a:pt x="15617" y="31250"/>
                          </a:cubicBezTo>
                          <a:cubicBezTo>
                            <a:pt x="6992" y="31250"/>
                            <a:pt x="0" y="24254"/>
                            <a:pt x="0" y="15625"/>
                          </a:cubicBezTo>
                          <a:cubicBezTo>
                            <a:pt x="0" y="6995"/>
                            <a:pt x="6992" y="0"/>
                            <a:pt x="15617" y="0"/>
                          </a:cubicBezTo>
                          <a:cubicBezTo>
                            <a:pt x="24242" y="0"/>
                            <a:pt x="31234" y="6995"/>
                            <a:pt x="31234" y="15625"/>
                          </a:cubicBezTo>
                          <a:close/>
                        </a:path>
                      </a:pathLst>
                    </a:custGeom>
                    <a:solidFill>
                      <a:srgbClr val="8C8C8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</p:grpSp>
            </p:grpSp>
            <p:sp>
              <p:nvSpPr>
                <p:cNvPr id="1954" name="자유형: 도형 1953">
                  <a:extLst>
                    <a:ext uri="{FF2B5EF4-FFF2-40B4-BE49-F238E27FC236}">
                      <a16:creationId xmlns:a16="http://schemas.microsoft.com/office/drawing/2014/main" id="{E560B2BC-C064-458A-AE4C-54F2BADDB28B}"/>
                    </a:ext>
                  </a:extLst>
                </p:cNvPr>
                <p:cNvSpPr/>
                <p:nvPr/>
              </p:nvSpPr>
              <p:spPr>
                <a:xfrm rot="16200000">
                  <a:off x="3359560" y="2449092"/>
                  <a:ext cx="143545" cy="24305"/>
                </a:xfrm>
                <a:custGeom>
                  <a:avLst/>
                  <a:gdLst>
                    <a:gd name="connsiteX0" fmla="*/ 277329 w 266418"/>
                    <a:gd name="connsiteY0" fmla="*/ 45669 h 50771"/>
                    <a:gd name="connsiteX1" fmla="*/ 262105 w 266418"/>
                    <a:gd name="connsiteY1" fmla="*/ 60888 h 50771"/>
                    <a:gd name="connsiteX2" fmla="*/ 15224 w 266418"/>
                    <a:gd name="connsiteY2" fmla="*/ 60888 h 50771"/>
                    <a:gd name="connsiteX3" fmla="*/ 0 w 266418"/>
                    <a:gd name="connsiteY3" fmla="*/ 45669 h 50771"/>
                    <a:gd name="connsiteX4" fmla="*/ 0 w 266418"/>
                    <a:gd name="connsiteY4" fmla="*/ 15219 h 50771"/>
                    <a:gd name="connsiteX5" fmla="*/ 15224 w 266418"/>
                    <a:gd name="connsiteY5" fmla="*/ 0 h 50771"/>
                    <a:gd name="connsiteX6" fmla="*/ 262105 w 266418"/>
                    <a:gd name="connsiteY6" fmla="*/ 0 h 50771"/>
                    <a:gd name="connsiteX7" fmla="*/ 277329 w 266418"/>
                    <a:gd name="connsiteY7" fmla="*/ 15219 h 50771"/>
                    <a:gd name="connsiteX8" fmla="*/ 277329 w 266418"/>
                    <a:gd name="connsiteY8" fmla="*/ 45669 h 507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66418" h="50771">
                      <a:moveTo>
                        <a:pt x="277329" y="45669"/>
                      </a:moveTo>
                      <a:cubicBezTo>
                        <a:pt x="277329" y="54084"/>
                        <a:pt x="270516" y="60888"/>
                        <a:pt x="262105" y="60888"/>
                      </a:cubicBezTo>
                      <a:lnTo>
                        <a:pt x="15224" y="60888"/>
                      </a:lnTo>
                      <a:cubicBezTo>
                        <a:pt x="6813" y="60888"/>
                        <a:pt x="0" y="54084"/>
                        <a:pt x="0" y="45669"/>
                      </a:cubicBezTo>
                      <a:lnTo>
                        <a:pt x="0" y="15219"/>
                      </a:lnTo>
                      <a:cubicBezTo>
                        <a:pt x="0" y="6803"/>
                        <a:pt x="6813" y="0"/>
                        <a:pt x="15224" y="0"/>
                      </a:cubicBezTo>
                      <a:lnTo>
                        <a:pt x="262105" y="0"/>
                      </a:lnTo>
                      <a:cubicBezTo>
                        <a:pt x="270516" y="0"/>
                        <a:pt x="277329" y="6803"/>
                        <a:pt x="277329" y="15219"/>
                      </a:cubicBezTo>
                      <a:lnTo>
                        <a:pt x="277329" y="4566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955" name="자유형: 도형 1954">
                  <a:extLst>
                    <a:ext uri="{FF2B5EF4-FFF2-40B4-BE49-F238E27FC236}">
                      <a16:creationId xmlns:a16="http://schemas.microsoft.com/office/drawing/2014/main" id="{6D852B43-D7D6-4618-B4A3-3259CDA5B986}"/>
                    </a:ext>
                  </a:extLst>
                </p:cNvPr>
                <p:cNvSpPr/>
                <p:nvPr/>
              </p:nvSpPr>
              <p:spPr>
                <a:xfrm rot="16200000">
                  <a:off x="2909592" y="2649355"/>
                  <a:ext cx="54684" cy="66838"/>
                </a:xfrm>
                <a:custGeom>
                  <a:avLst/>
                  <a:gdLst>
                    <a:gd name="connsiteX0" fmla="*/ 0 w 101492"/>
                    <a:gd name="connsiteY0" fmla="*/ 146717 h 139622"/>
                    <a:gd name="connsiteX1" fmla="*/ 0 w 101492"/>
                    <a:gd name="connsiteY1" fmla="*/ 35959 h 139622"/>
                    <a:gd name="connsiteX2" fmla="*/ 35941 w 101492"/>
                    <a:gd name="connsiteY2" fmla="*/ 0 h 139622"/>
                    <a:gd name="connsiteX3" fmla="*/ 110703 w 101492"/>
                    <a:gd name="connsiteY3" fmla="*/ 0 h 1396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1492" h="139622">
                      <a:moveTo>
                        <a:pt x="0" y="146717"/>
                      </a:moveTo>
                      <a:lnTo>
                        <a:pt x="0" y="35959"/>
                      </a:lnTo>
                      <a:cubicBezTo>
                        <a:pt x="0" y="16171"/>
                        <a:pt x="16163" y="0"/>
                        <a:pt x="35941" y="0"/>
                      </a:cubicBezTo>
                      <a:lnTo>
                        <a:pt x="110703" y="0"/>
                      </a:lnTo>
                    </a:path>
                  </a:pathLst>
                </a:custGeom>
                <a:noFill/>
                <a:ln w="25373" cap="rnd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956" name="자유형: 도형 1955">
                  <a:extLst>
                    <a:ext uri="{FF2B5EF4-FFF2-40B4-BE49-F238E27FC236}">
                      <a16:creationId xmlns:a16="http://schemas.microsoft.com/office/drawing/2014/main" id="{12B97581-F15F-40DF-9623-E0AC75314B63}"/>
                    </a:ext>
                  </a:extLst>
                </p:cNvPr>
                <p:cNvSpPr/>
                <p:nvPr/>
              </p:nvSpPr>
              <p:spPr>
                <a:xfrm rot="16200000">
                  <a:off x="2909592" y="2203185"/>
                  <a:ext cx="54684" cy="66838"/>
                </a:xfrm>
                <a:custGeom>
                  <a:avLst/>
                  <a:gdLst>
                    <a:gd name="connsiteX0" fmla="*/ 110716 w 101492"/>
                    <a:gd name="connsiteY0" fmla="*/ 146717 h 139622"/>
                    <a:gd name="connsiteX1" fmla="*/ 110716 w 101492"/>
                    <a:gd name="connsiteY1" fmla="*/ 35959 h 139622"/>
                    <a:gd name="connsiteX2" fmla="*/ 74775 w 101492"/>
                    <a:gd name="connsiteY2" fmla="*/ 0 h 139622"/>
                    <a:gd name="connsiteX3" fmla="*/ 0 w 101492"/>
                    <a:gd name="connsiteY3" fmla="*/ 0 h 1396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1492" h="139622">
                      <a:moveTo>
                        <a:pt x="110716" y="146717"/>
                      </a:moveTo>
                      <a:lnTo>
                        <a:pt x="110716" y="35959"/>
                      </a:lnTo>
                      <a:cubicBezTo>
                        <a:pt x="110716" y="16171"/>
                        <a:pt x="94540" y="0"/>
                        <a:pt x="74775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25373" cap="rnd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957" name="자유형: 도형 1956">
                  <a:extLst>
                    <a:ext uri="{FF2B5EF4-FFF2-40B4-BE49-F238E27FC236}">
                      <a16:creationId xmlns:a16="http://schemas.microsoft.com/office/drawing/2014/main" id="{E1775C25-AE83-4C83-8C3F-AAC32ED42C86}"/>
                    </a:ext>
                  </a:extLst>
                </p:cNvPr>
                <p:cNvSpPr/>
                <p:nvPr/>
              </p:nvSpPr>
              <p:spPr>
                <a:xfrm rot="16200000">
                  <a:off x="3379394" y="2169766"/>
                  <a:ext cx="54684" cy="133676"/>
                </a:xfrm>
                <a:custGeom>
                  <a:avLst/>
                  <a:gdLst>
                    <a:gd name="connsiteX0" fmla="*/ 110728 w 101492"/>
                    <a:gd name="connsiteY0" fmla="*/ 0 h 279244"/>
                    <a:gd name="connsiteX1" fmla="*/ 110728 w 101492"/>
                    <a:gd name="connsiteY1" fmla="*/ 254633 h 279244"/>
                    <a:gd name="connsiteX2" fmla="*/ 74775 w 101492"/>
                    <a:gd name="connsiteY2" fmla="*/ 290604 h 279244"/>
                    <a:gd name="connsiteX3" fmla="*/ 0 w 101492"/>
                    <a:gd name="connsiteY3" fmla="*/ 290604 h 2792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1492" h="279244">
                      <a:moveTo>
                        <a:pt x="110728" y="0"/>
                      </a:moveTo>
                      <a:lnTo>
                        <a:pt x="110728" y="254633"/>
                      </a:lnTo>
                      <a:cubicBezTo>
                        <a:pt x="110728" y="274434"/>
                        <a:pt x="94553" y="290604"/>
                        <a:pt x="74775" y="290604"/>
                      </a:cubicBezTo>
                      <a:lnTo>
                        <a:pt x="0" y="290604"/>
                      </a:lnTo>
                    </a:path>
                  </a:pathLst>
                </a:custGeom>
                <a:noFill/>
                <a:ln w="25373" cap="rnd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958" name="자유형: 도형 1957">
                  <a:extLst>
                    <a:ext uri="{FF2B5EF4-FFF2-40B4-BE49-F238E27FC236}">
                      <a16:creationId xmlns:a16="http://schemas.microsoft.com/office/drawing/2014/main" id="{91B9AA3E-54AD-4E5D-85C4-637F5E8B1B57}"/>
                    </a:ext>
                  </a:extLst>
                </p:cNvPr>
                <p:cNvSpPr/>
                <p:nvPr/>
              </p:nvSpPr>
              <p:spPr>
                <a:xfrm rot="16200000">
                  <a:off x="3379394" y="2615936"/>
                  <a:ext cx="54684" cy="133676"/>
                </a:xfrm>
                <a:custGeom>
                  <a:avLst/>
                  <a:gdLst>
                    <a:gd name="connsiteX0" fmla="*/ 0 w 101492"/>
                    <a:gd name="connsiteY0" fmla="*/ 0 h 279244"/>
                    <a:gd name="connsiteX1" fmla="*/ 0 w 101492"/>
                    <a:gd name="connsiteY1" fmla="*/ 254633 h 279244"/>
                    <a:gd name="connsiteX2" fmla="*/ 35941 w 101492"/>
                    <a:gd name="connsiteY2" fmla="*/ 290604 h 279244"/>
                    <a:gd name="connsiteX3" fmla="*/ 110716 w 101492"/>
                    <a:gd name="connsiteY3" fmla="*/ 290604 h 2792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1492" h="279244">
                      <a:moveTo>
                        <a:pt x="0" y="0"/>
                      </a:moveTo>
                      <a:lnTo>
                        <a:pt x="0" y="254633"/>
                      </a:lnTo>
                      <a:cubicBezTo>
                        <a:pt x="0" y="274434"/>
                        <a:pt x="16163" y="290604"/>
                        <a:pt x="35941" y="290604"/>
                      </a:cubicBezTo>
                      <a:lnTo>
                        <a:pt x="110716" y="290604"/>
                      </a:lnTo>
                    </a:path>
                  </a:pathLst>
                </a:custGeom>
                <a:noFill/>
                <a:ln w="25373" cap="rnd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sp>
            <p:nvSpPr>
              <p:cNvPr id="3209" name="직사각형 3208">
                <a:extLst>
                  <a:ext uri="{FF2B5EF4-FFF2-40B4-BE49-F238E27FC236}">
                    <a16:creationId xmlns:a16="http://schemas.microsoft.com/office/drawing/2014/main" id="{9DCE6581-2FDD-400E-9008-20CB63C88558}"/>
                  </a:ext>
                </a:extLst>
              </p:cNvPr>
              <p:cNvSpPr/>
              <p:nvPr/>
            </p:nvSpPr>
            <p:spPr>
              <a:xfrm>
                <a:off x="3562052" y="2191338"/>
                <a:ext cx="900000" cy="54000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tx1"/>
                    </a:solidFill>
                  </a:rPr>
                  <a:t>LM386</a:t>
                </a:r>
              </a:p>
            </p:txBody>
          </p:sp>
          <p:sp>
            <p:nvSpPr>
              <p:cNvPr id="3231" name="TextBox 3230">
                <a:extLst>
                  <a:ext uri="{FF2B5EF4-FFF2-40B4-BE49-F238E27FC236}">
                    <a16:creationId xmlns:a16="http://schemas.microsoft.com/office/drawing/2014/main" id="{451B6676-9D9E-4AF9-9F29-A56D6B225208}"/>
                  </a:ext>
                </a:extLst>
              </p:cNvPr>
              <p:cNvSpPr txBox="1"/>
              <p:nvPr/>
            </p:nvSpPr>
            <p:spPr>
              <a:xfrm>
                <a:off x="1896604" y="4589820"/>
                <a:ext cx="22634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800" b="1" dirty="0"/>
                  <a:t>-</a:t>
                </a:r>
                <a:endParaRPr lang="ko-KR" altLang="en-US" sz="800" b="1" dirty="0"/>
              </a:p>
            </p:txBody>
          </p:sp>
          <p:sp>
            <p:nvSpPr>
              <p:cNvPr id="3232" name="TextBox 3231">
                <a:extLst>
                  <a:ext uri="{FF2B5EF4-FFF2-40B4-BE49-F238E27FC236}">
                    <a16:creationId xmlns:a16="http://schemas.microsoft.com/office/drawing/2014/main" id="{FE40EBA0-E105-4714-A8D3-6EE874AD1440}"/>
                  </a:ext>
                </a:extLst>
              </p:cNvPr>
              <p:cNvSpPr txBox="1"/>
              <p:nvPr/>
            </p:nvSpPr>
            <p:spPr>
              <a:xfrm>
                <a:off x="2293214" y="4592478"/>
                <a:ext cx="25840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800" b="1" dirty="0"/>
                  <a:t>+</a:t>
                </a:r>
                <a:endParaRPr lang="ko-KR" altLang="en-US" sz="800" b="1" dirty="0"/>
              </a:p>
            </p:txBody>
          </p:sp>
          <p:sp>
            <p:nvSpPr>
              <p:cNvPr id="1966" name="자유형: 도형 1965">
                <a:extLst>
                  <a:ext uri="{FF2B5EF4-FFF2-40B4-BE49-F238E27FC236}">
                    <a16:creationId xmlns:a16="http://schemas.microsoft.com/office/drawing/2014/main" id="{F1B98290-AD15-4754-8CD6-3E7772903913}"/>
                  </a:ext>
                </a:extLst>
              </p:cNvPr>
              <p:cNvSpPr/>
              <p:nvPr/>
            </p:nvSpPr>
            <p:spPr>
              <a:xfrm rot="5400000">
                <a:off x="2538577" y="1113946"/>
                <a:ext cx="12687" cy="63465"/>
              </a:xfrm>
              <a:custGeom>
                <a:avLst/>
                <a:gdLst>
                  <a:gd name="connsiteX0" fmla="*/ 0 w 12686"/>
                  <a:gd name="connsiteY0" fmla="*/ 0 h 63464"/>
                  <a:gd name="connsiteX1" fmla="*/ 23019 w 12686"/>
                  <a:gd name="connsiteY1" fmla="*/ 0 h 63464"/>
                  <a:gd name="connsiteX2" fmla="*/ 23019 w 12686"/>
                  <a:gd name="connsiteY2" fmla="*/ 67975 h 63464"/>
                  <a:gd name="connsiteX3" fmla="*/ 0 w 12686"/>
                  <a:gd name="connsiteY3" fmla="*/ 67975 h 63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63464">
                    <a:moveTo>
                      <a:pt x="0" y="0"/>
                    </a:moveTo>
                    <a:lnTo>
                      <a:pt x="23019" y="0"/>
                    </a:lnTo>
                    <a:lnTo>
                      <a:pt x="23019" y="67975"/>
                    </a:lnTo>
                    <a:lnTo>
                      <a:pt x="0" y="67975"/>
                    </a:lnTo>
                    <a:close/>
                  </a:path>
                </a:pathLst>
              </a:custGeom>
              <a:solidFill>
                <a:srgbClr val="8C8C8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67" name="자유형: 도형 1966">
                <a:extLst>
                  <a:ext uri="{FF2B5EF4-FFF2-40B4-BE49-F238E27FC236}">
                    <a16:creationId xmlns:a16="http://schemas.microsoft.com/office/drawing/2014/main" id="{534700F3-EA9A-4FC9-AB28-64E84E2121C5}"/>
                  </a:ext>
                </a:extLst>
              </p:cNvPr>
              <p:cNvSpPr/>
              <p:nvPr/>
            </p:nvSpPr>
            <p:spPr>
              <a:xfrm rot="5400000">
                <a:off x="2538577" y="1205279"/>
                <a:ext cx="12687" cy="63465"/>
              </a:xfrm>
              <a:custGeom>
                <a:avLst/>
                <a:gdLst>
                  <a:gd name="connsiteX0" fmla="*/ 0 w 12686"/>
                  <a:gd name="connsiteY0" fmla="*/ 0 h 63464"/>
                  <a:gd name="connsiteX1" fmla="*/ 23028 w 12686"/>
                  <a:gd name="connsiteY1" fmla="*/ 0 h 63464"/>
                  <a:gd name="connsiteX2" fmla="*/ 23028 w 12686"/>
                  <a:gd name="connsiteY2" fmla="*/ 67975 h 63464"/>
                  <a:gd name="connsiteX3" fmla="*/ 0 w 12686"/>
                  <a:gd name="connsiteY3" fmla="*/ 67975 h 63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63464">
                    <a:moveTo>
                      <a:pt x="0" y="0"/>
                    </a:moveTo>
                    <a:lnTo>
                      <a:pt x="23028" y="0"/>
                    </a:lnTo>
                    <a:lnTo>
                      <a:pt x="23028" y="67975"/>
                    </a:lnTo>
                    <a:lnTo>
                      <a:pt x="0" y="67975"/>
                    </a:lnTo>
                    <a:close/>
                  </a:path>
                </a:pathLst>
              </a:custGeom>
              <a:solidFill>
                <a:srgbClr val="8C8C8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68" name="자유형: 도형 1967">
                <a:extLst>
                  <a:ext uri="{FF2B5EF4-FFF2-40B4-BE49-F238E27FC236}">
                    <a16:creationId xmlns:a16="http://schemas.microsoft.com/office/drawing/2014/main" id="{35403A96-D204-4C74-AE6D-4CC1042A04EB}"/>
                  </a:ext>
                </a:extLst>
              </p:cNvPr>
              <p:cNvSpPr/>
              <p:nvPr/>
            </p:nvSpPr>
            <p:spPr>
              <a:xfrm rot="5400000">
                <a:off x="2538577" y="1296605"/>
                <a:ext cx="12687" cy="63465"/>
              </a:xfrm>
              <a:custGeom>
                <a:avLst/>
                <a:gdLst>
                  <a:gd name="connsiteX0" fmla="*/ 0 w 12686"/>
                  <a:gd name="connsiteY0" fmla="*/ 0 h 63464"/>
                  <a:gd name="connsiteX1" fmla="*/ 23028 w 12686"/>
                  <a:gd name="connsiteY1" fmla="*/ 0 h 63464"/>
                  <a:gd name="connsiteX2" fmla="*/ 23028 w 12686"/>
                  <a:gd name="connsiteY2" fmla="*/ 67975 h 63464"/>
                  <a:gd name="connsiteX3" fmla="*/ 0 w 12686"/>
                  <a:gd name="connsiteY3" fmla="*/ 67975 h 63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63464">
                    <a:moveTo>
                      <a:pt x="0" y="0"/>
                    </a:moveTo>
                    <a:lnTo>
                      <a:pt x="23028" y="0"/>
                    </a:lnTo>
                    <a:lnTo>
                      <a:pt x="23028" y="67975"/>
                    </a:lnTo>
                    <a:lnTo>
                      <a:pt x="0" y="67975"/>
                    </a:lnTo>
                    <a:close/>
                  </a:path>
                </a:pathLst>
              </a:custGeom>
              <a:solidFill>
                <a:srgbClr val="8C8C8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69" name="자유형: 도형 1968">
                <a:extLst>
                  <a:ext uri="{FF2B5EF4-FFF2-40B4-BE49-F238E27FC236}">
                    <a16:creationId xmlns:a16="http://schemas.microsoft.com/office/drawing/2014/main" id="{250B3271-FDE8-4D4D-B2BE-B87A79A56B63}"/>
                  </a:ext>
                </a:extLst>
              </p:cNvPr>
              <p:cNvSpPr/>
              <p:nvPr/>
            </p:nvSpPr>
            <p:spPr>
              <a:xfrm rot="5400000">
                <a:off x="2604057" y="1056718"/>
                <a:ext cx="12687" cy="177701"/>
              </a:xfrm>
              <a:custGeom>
                <a:avLst/>
                <a:gdLst>
                  <a:gd name="connsiteX0" fmla="*/ 0 w 12686"/>
                  <a:gd name="connsiteY0" fmla="*/ 0 h 177700"/>
                  <a:gd name="connsiteX1" fmla="*/ 23019 w 12686"/>
                  <a:gd name="connsiteY1" fmla="*/ 0 h 177700"/>
                  <a:gd name="connsiteX2" fmla="*/ 23019 w 12686"/>
                  <a:gd name="connsiteY2" fmla="*/ 189952 h 177700"/>
                  <a:gd name="connsiteX3" fmla="*/ 0 w 12686"/>
                  <a:gd name="connsiteY3" fmla="*/ 189952 h 177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177700">
                    <a:moveTo>
                      <a:pt x="0" y="0"/>
                    </a:moveTo>
                    <a:lnTo>
                      <a:pt x="23019" y="0"/>
                    </a:lnTo>
                    <a:lnTo>
                      <a:pt x="23019" y="189952"/>
                    </a:lnTo>
                    <a:lnTo>
                      <a:pt x="0" y="189952"/>
                    </a:lnTo>
                    <a:close/>
                  </a:path>
                </a:pathLst>
              </a:custGeom>
              <a:solidFill>
                <a:srgbClr val="8C8C8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70" name="자유형: 도형 1969">
                <a:extLst>
                  <a:ext uri="{FF2B5EF4-FFF2-40B4-BE49-F238E27FC236}">
                    <a16:creationId xmlns:a16="http://schemas.microsoft.com/office/drawing/2014/main" id="{5F5AA696-D381-4A19-A9CE-DE3AF8A371FA}"/>
                  </a:ext>
                </a:extLst>
              </p:cNvPr>
              <p:cNvSpPr/>
              <p:nvPr/>
            </p:nvSpPr>
            <p:spPr>
              <a:xfrm rot="5400000">
                <a:off x="2604057" y="1148052"/>
                <a:ext cx="12687" cy="177701"/>
              </a:xfrm>
              <a:custGeom>
                <a:avLst/>
                <a:gdLst>
                  <a:gd name="connsiteX0" fmla="*/ 0 w 12686"/>
                  <a:gd name="connsiteY0" fmla="*/ 0 h 177700"/>
                  <a:gd name="connsiteX1" fmla="*/ 23028 w 12686"/>
                  <a:gd name="connsiteY1" fmla="*/ 0 h 177700"/>
                  <a:gd name="connsiteX2" fmla="*/ 23028 w 12686"/>
                  <a:gd name="connsiteY2" fmla="*/ 189952 h 177700"/>
                  <a:gd name="connsiteX3" fmla="*/ 0 w 12686"/>
                  <a:gd name="connsiteY3" fmla="*/ 189952 h 177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177700">
                    <a:moveTo>
                      <a:pt x="0" y="0"/>
                    </a:moveTo>
                    <a:lnTo>
                      <a:pt x="23028" y="0"/>
                    </a:lnTo>
                    <a:lnTo>
                      <a:pt x="23028" y="189952"/>
                    </a:lnTo>
                    <a:lnTo>
                      <a:pt x="0" y="189952"/>
                    </a:lnTo>
                    <a:close/>
                  </a:path>
                </a:pathLst>
              </a:custGeom>
              <a:solidFill>
                <a:srgbClr val="8C8C8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71" name="자유형: 도형 1970">
                <a:extLst>
                  <a:ext uri="{FF2B5EF4-FFF2-40B4-BE49-F238E27FC236}">
                    <a16:creationId xmlns:a16="http://schemas.microsoft.com/office/drawing/2014/main" id="{D9537ECE-9696-4555-935F-F2D038A54911}"/>
                  </a:ext>
                </a:extLst>
              </p:cNvPr>
              <p:cNvSpPr/>
              <p:nvPr/>
            </p:nvSpPr>
            <p:spPr>
              <a:xfrm rot="5400000">
                <a:off x="2604057" y="1239378"/>
                <a:ext cx="12687" cy="177701"/>
              </a:xfrm>
              <a:custGeom>
                <a:avLst/>
                <a:gdLst>
                  <a:gd name="connsiteX0" fmla="*/ 0 w 12686"/>
                  <a:gd name="connsiteY0" fmla="*/ 0 h 177700"/>
                  <a:gd name="connsiteX1" fmla="*/ 23028 w 12686"/>
                  <a:gd name="connsiteY1" fmla="*/ 0 h 177700"/>
                  <a:gd name="connsiteX2" fmla="*/ 23028 w 12686"/>
                  <a:gd name="connsiteY2" fmla="*/ 189952 h 177700"/>
                  <a:gd name="connsiteX3" fmla="*/ 0 w 12686"/>
                  <a:gd name="connsiteY3" fmla="*/ 189952 h 177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6" h="177700">
                    <a:moveTo>
                      <a:pt x="0" y="0"/>
                    </a:moveTo>
                    <a:lnTo>
                      <a:pt x="23028" y="0"/>
                    </a:lnTo>
                    <a:lnTo>
                      <a:pt x="23028" y="189952"/>
                    </a:lnTo>
                    <a:lnTo>
                      <a:pt x="0" y="189952"/>
                    </a:lnTo>
                    <a:close/>
                  </a:path>
                </a:pathLst>
              </a:custGeom>
              <a:solidFill>
                <a:srgbClr val="8C8C8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72" name="자유형: 도형 1971">
                <a:extLst>
                  <a:ext uri="{FF2B5EF4-FFF2-40B4-BE49-F238E27FC236}">
                    <a16:creationId xmlns:a16="http://schemas.microsoft.com/office/drawing/2014/main" id="{B976CE52-8234-4736-BC2C-CB5E420E47A6}"/>
                  </a:ext>
                </a:extLst>
              </p:cNvPr>
              <p:cNvSpPr/>
              <p:nvPr/>
            </p:nvSpPr>
            <p:spPr>
              <a:xfrm rot="5400000">
                <a:off x="2629013" y="1093362"/>
                <a:ext cx="63433" cy="114236"/>
              </a:xfrm>
              <a:custGeom>
                <a:avLst/>
                <a:gdLst>
                  <a:gd name="connsiteX0" fmla="*/ 63940 w 63432"/>
                  <a:gd name="connsiteY0" fmla="*/ 111303 h 114236"/>
                  <a:gd name="connsiteX1" fmla="*/ 43479 w 63432"/>
                  <a:gd name="connsiteY1" fmla="*/ 120442 h 114236"/>
                  <a:gd name="connsiteX2" fmla="*/ 20470 w 63432"/>
                  <a:gd name="connsiteY2" fmla="*/ 120442 h 114236"/>
                  <a:gd name="connsiteX3" fmla="*/ 0 w 63432"/>
                  <a:gd name="connsiteY3" fmla="*/ 111303 h 114236"/>
                  <a:gd name="connsiteX4" fmla="*/ 0 w 63432"/>
                  <a:gd name="connsiteY4" fmla="*/ 0 h 114236"/>
                  <a:gd name="connsiteX5" fmla="*/ 63940 w 63432"/>
                  <a:gd name="connsiteY5" fmla="*/ 0 h 1142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3432" h="114236">
                    <a:moveTo>
                      <a:pt x="63940" y="111303"/>
                    </a:moveTo>
                    <a:lnTo>
                      <a:pt x="43479" y="120442"/>
                    </a:lnTo>
                    <a:lnTo>
                      <a:pt x="20470" y="120442"/>
                    </a:lnTo>
                    <a:lnTo>
                      <a:pt x="0" y="111303"/>
                    </a:lnTo>
                    <a:lnTo>
                      <a:pt x="0" y="0"/>
                    </a:lnTo>
                    <a:lnTo>
                      <a:pt x="63940" y="0"/>
                    </a:lnTo>
                    <a:close/>
                  </a:path>
                </a:pathLst>
              </a:custGeom>
              <a:solidFill>
                <a:srgbClr val="8C8C8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73" name="자유형: 도형 1972">
                <a:extLst>
                  <a:ext uri="{FF2B5EF4-FFF2-40B4-BE49-F238E27FC236}">
                    <a16:creationId xmlns:a16="http://schemas.microsoft.com/office/drawing/2014/main" id="{DC7FE0AB-2766-40DF-BABB-E8BF3844CB40}"/>
                  </a:ext>
                </a:extLst>
              </p:cNvPr>
              <p:cNvSpPr/>
              <p:nvPr/>
            </p:nvSpPr>
            <p:spPr>
              <a:xfrm rot="5400000">
                <a:off x="2629013" y="1184705"/>
                <a:ext cx="63433" cy="114236"/>
              </a:xfrm>
              <a:custGeom>
                <a:avLst/>
                <a:gdLst>
                  <a:gd name="connsiteX0" fmla="*/ 63949 w 63432"/>
                  <a:gd name="connsiteY0" fmla="*/ 111303 h 114236"/>
                  <a:gd name="connsiteX1" fmla="*/ 43461 w 63432"/>
                  <a:gd name="connsiteY1" fmla="*/ 120442 h 114236"/>
                  <a:gd name="connsiteX2" fmla="*/ 20461 w 63432"/>
                  <a:gd name="connsiteY2" fmla="*/ 120442 h 114236"/>
                  <a:gd name="connsiteX3" fmla="*/ 0 w 63432"/>
                  <a:gd name="connsiteY3" fmla="*/ 111303 h 114236"/>
                  <a:gd name="connsiteX4" fmla="*/ 0 w 63432"/>
                  <a:gd name="connsiteY4" fmla="*/ 0 h 114236"/>
                  <a:gd name="connsiteX5" fmla="*/ 63949 w 63432"/>
                  <a:gd name="connsiteY5" fmla="*/ 0 h 1142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3432" h="114236">
                    <a:moveTo>
                      <a:pt x="63949" y="111303"/>
                    </a:moveTo>
                    <a:lnTo>
                      <a:pt x="43461" y="120442"/>
                    </a:lnTo>
                    <a:lnTo>
                      <a:pt x="20461" y="120442"/>
                    </a:lnTo>
                    <a:lnTo>
                      <a:pt x="0" y="111303"/>
                    </a:lnTo>
                    <a:lnTo>
                      <a:pt x="0" y="0"/>
                    </a:lnTo>
                    <a:lnTo>
                      <a:pt x="63949" y="0"/>
                    </a:lnTo>
                    <a:close/>
                  </a:path>
                </a:pathLst>
              </a:custGeom>
              <a:solidFill>
                <a:srgbClr val="8C8C8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74" name="자유형: 도형 1973">
                <a:extLst>
                  <a:ext uri="{FF2B5EF4-FFF2-40B4-BE49-F238E27FC236}">
                    <a16:creationId xmlns:a16="http://schemas.microsoft.com/office/drawing/2014/main" id="{3EE27A93-EE18-417A-A12A-271AEF4BDD9E}"/>
                  </a:ext>
                </a:extLst>
              </p:cNvPr>
              <p:cNvSpPr/>
              <p:nvPr/>
            </p:nvSpPr>
            <p:spPr>
              <a:xfrm rot="5400000">
                <a:off x="2629013" y="1276040"/>
                <a:ext cx="63433" cy="114236"/>
              </a:xfrm>
              <a:custGeom>
                <a:avLst/>
                <a:gdLst>
                  <a:gd name="connsiteX0" fmla="*/ 63940 w 63432"/>
                  <a:gd name="connsiteY0" fmla="*/ 111303 h 114236"/>
                  <a:gd name="connsiteX1" fmla="*/ 43452 w 63432"/>
                  <a:gd name="connsiteY1" fmla="*/ 120442 h 114236"/>
                  <a:gd name="connsiteX2" fmla="*/ 20461 w 63432"/>
                  <a:gd name="connsiteY2" fmla="*/ 120442 h 114236"/>
                  <a:gd name="connsiteX3" fmla="*/ 0 w 63432"/>
                  <a:gd name="connsiteY3" fmla="*/ 111303 h 114236"/>
                  <a:gd name="connsiteX4" fmla="*/ 0 w 63432"/>
                  <a:gd name="connsiteY4" fmla="*/ 0 h 114236"/>
                  <a:gd name="connsiteX5" fmla="*/ 63940 w 63432"/>
                  <a:gd name="connsiteY5" fmla="*/ 0 h 1142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3432" h="114236">
                    <a:moveTo>
                      <a:pt x="63940" y="111303"/>
                    </a:moveTo>
                    <a:lnTo>
                      <a:pt x="43452" y="120442"/>
                    </a:lnTo>
                    <a:lnTo>
                      <a:pt x="20461" y="120442"/>
                    </a:lnTo>
                    <a:lnTo>
                      <a:pt x="0" y="111303"/>
                    </a:lnTo>
                    <a:lnTo>
                      <a:pt x="0" y="0"/>
                    </a:lnTo>
                    <a:lnTo>
                      <a:pt x="63940" y="0"/>
                    </a:lnTo>
                    <a:close/>
                  </a:path>
                </a:pathLst>
              </a:custGeom>
              <a:solidFill>
                <a:srgbClr val="8C8C8C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75" name="자유형: 도형 1974">
                <a:extLst>
                  <a:ext uri="{FF2B5EF4-FFF2-40B4-BE49-F238E27FC236}">
                    <a16:creationId xmlns:a16="http://schemas.microsoft.com/office/drawing/2014/main" id="{A02190C0-4893-4340-8D1B-FE28A27DDA8B}"/>
                  </a:ext>
                </a:extLst>
              </p:cNvPr>
              <p:cNvSpPr/>
              <p:nvPr/>
            </p:nvSpPr>
            <p:spPr>
              <a:xfrm rot="5400000">
                <a:off x="2554716" y="1155523"/>
                <a:ext cx="329851" cy="165008"/>
              </a:xfrm>
              <a:custGeom>
                <a:avLst/>
                <a:gdLst>
                  <a:gd name="connsiteX0" fmla="*/ 0 w 329850"/>
                  <a:gd name="connsiteY0" fmla="*/ 0 h 165007"/>
                  <a:gd name="connsiteX1" fmla="*/ 337953 w 329850"/>
                  <a:gd name="connsiteY1" fmla="*/ 0 h 165007"/>
                  <a:gd name="connsiteX2" fmla="*/ 337953 w 329850"/>
                  <a:gd name="connsiteY2" fmla="*/ 168813 h 165007"/>
                  <a:gd name="connsiteX3" fmla="*/ 0 w 329850"/>
                  <a:gd name="connsiteY3" fmla="*/ 168813 h 1650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9850" h="165007">
                    <a:moveTo>
                      <a:pt x="0" y="0"/>
                    </a:moveTo>
                    <a:lnTo>
                      <a:pt x="337953" y="0"/>
                    </a:lnTo>
                    <a:lnTo>
                      <a:pt x="337953" y="168813"/>
                    </a:lnTo>
                    <a:lnTo>
                      <a:pt x="0" y="168813"/>
                    </a:lnTo>
                    <a:close/>
                  </a:path>
                </a:pathLst>
              </a:custGeom>
              <a:solidFill>
                <a:srgbClr val="1A1A1A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76" name="자유형: 도형 1975">
                <a:extLst>
                  <a:ext uri="{FF2B5EF4-FFF2-40B4-BE49-F238E27FC236}">
                    <a16:creationId xmlns:a16="http://schemas.microsoft.com/office/drawing/2014/main" id="{C3657004-3363-462E-B9C5-7D67B661C4A2}"/>
                  </a:ext>
                </a:extLst>
              </p:cNvPr>
              <p:cNvSpPr/>
              <p:nvPr/>
            </p:nvSpPr>
            <p:spPr>
              <a:xfrm rot="5400000">
                <a:off x="2585244" y="1218988"/>
                <a:ext cx="329851" cy="38079"/>
              </a:xfrm>
              <a:custGeom>
                <a:avLst/>
                <a:gdLst>
                  <a:gd name="connsiteX0" fmla="*/ 0 w 329850"/>
                  <a:gd name="connsiteY0" fmla="*/ 0 h 38078"/>
                  <a:gd name="connsiteX1" fmla="*/ 337953 w 329850"/>
                  <a:gd name="connsiteY1" fmla="*/ 0 h 38078"/>
                  <a:gd name="connsiteX2" fmla="*/ 337953 w 329850"/>
                  <a:gd name="connsiteY2" fmla="*/ 42487 h 38078"/>
                  <a:gd name="connsiteX3" fmla="*/ 0 w 329850"/>
                  <a:gd name="connsiteY3" fmla="*/ 42487 h 380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9850" h="38078">
                    <a:moveTo>
                      <a:pt x="0" y="0"/>
                    </a:moveTo>
                    <a:lnTo>
                      <a:pt x="337953" y="0"/>
                    </a:lnTo>
                    <a:lnTo>
                      <a:pt x="337953" y="42487"/>
                    </a:lnTo>
                    <a:lnTo>
                      <a:pt x="0" y="42487"/>
                    </a:lnTo>
                    <a:close/>
                  </a:path>
                </a:pathLst>
              </a:custGeom>
              <a:solidFill>
                <a:srgbClr val="000000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77" name="자유형: 도형 1976">
                <a:extLst>
                  <a:ext uri="{FF2B5EF4-FFF2-40B4-BE49-F238E27FC236}">
                    <a16:creationId xmlns:a16="http://schemas.microsoft.com/office/drawing/2014/main" id="{F64A7EC9-5729-4203-9CBB-1A6D0372B4AB}"/>
                  </a:ext>
                </a:extLst>
              </p:cNvPr>
              <p:cNvSpPr/>
              <p:nvPr/>
            </p:nvSpPr>
            <p:spPr>
              <a:xfrm rot="5400000">
                <a:off x="2613159" y="1212641"/>
                <a:ext cx="329851" cy="50772"/>
              </a:xfrm>
              <a:custGeom>
                <a:avLst/>
                <a:gdLst>
                  <a:gd name="connsiteX0" fmla="*/ 0 w 329850"/>
                  <a:gd name="connsiteY0" fmla="*/ 0 h 50771"/>
                  <a:gd name="connsiteX1" fmla="*/ 337953 w 329850"/>
                  <a:gd name="connsiteY1" fmla="*/ 0 h 50771"/>
                  <a:gd name="connsiteX2" fmla="*/ 337953 w 329850"/>
                  <a:gd name="connsiteY2" fmla="*/ 52530 h 50771"/>
                  <a:gd name="connsiteX3" fmla="*/ 0 w 329850"/>
                  <a:gd name="connsiteY3" fmla="*/ 52530 h 50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9850" h="50771">
                    <a:moveTo>
                      <a:pt x="0" y="0"/>
                    </a:moveTo>
                    <a:lnTo>
                      <a:pt x="337953" y="0"/>
                    </a:lnTo>
                    <a:lnTo>
                      <a:pt x="337953" y="52530"/>
                    </a:lnTo>
                    <a:lnTo>
                      <a:pt x="0" y="52530"/>
                    </a:lnTo>
                    <a:close/>
                  </a:path>
                </a:pathLst>
              </a:custGeom>
              <a:solidFill>
                <a:srgbClr val="333333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78" name="자유형: 도형 1977">
                <a:extLst>
                  <a:ext uri="{FF2B5EF4-FFF2-40B4-BE49-F238E27FC236}">
                    <a16:creationId xmlns:a16="http://schemas.microsoft.com/office/drawing/2014/main" id="{3D957A93-E475-48D4-B005-1C79341283EC}"/>
                  </a:ext>
                </a:extLst>
              </p:cNvPr>
              <p:cNvSpPr/>
              <p:nvPr/>
            </p:nvSpPr>
            <p:spPr>
              <a:xfrm rot="5400000">
                <a:off x="2709528" y="1227549"/>
                <a:ext cx="139552" cy="38079"/>
              </a:xfrm>
              <a:custGeom>
                <a:avLst/>
                <a:gdLst>
                  <a:gd name="connsiteX0" fmla="*/ 0 w 139552"/>
                  <a:gd name="connsiteY0" fmla="*/ 0 h 38078"/>
                  <a:gd name="connsiteX1" fmla="*/ 142148 w 139552"/>
                  <a:gd name="connsiteY1" fmla="*/ 0 h 38078"/>
                  <a:gd name="connsiteX2" fmla="*/ 142148 w 139552"/>
                  <a:gd name="connsiteY2" fmla="*/ 42487 h 38078"/>
                  <a:gd name="connsiteX3" fmla="*/ 0 w 139552"/>
                  <a:gd name="connsiteY3" fmla="*/ 42487 h 380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9552" h="38078">
                    <a:moveTo>
                      <a:pt x="0" y="0"/>
                    </a:moveTo>
                    <a:lnTo>
                      <a:pt x="142148" y="0"/>
                    </a:lnTo>
                    <a:lnTo>
                      <a:pt x="142148" y="42487"/>
                    </a:lnTo>
                    <a:lnTo>
                      <a:pt x="0" y="42487"/>
                    </a:lnTo>
                    <a:close/>
                  </a:path>
                </a:pathLst>
              </a:custGeom>
              <a:solidFill>
                <a:srgbClr val="000000"/>
              </a:solidFill>
              <a:ln w="12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1979" name="그래픽 629">
                <a:extLst>
                  <a:ext uri="{FF2B5EF4-FFF2-40B4-BE49-F238E27FC236}">
                    <a16:creationId xmlns:a16="http://schemas.microsoft.com/office/drawing/2014/main" id="{A057F0D5-7676-438C-8587-7F86F4A2B054}"/>
                  </a:ext>
                </a:extLst>
              </p:cNvPr>
              <p:cNvGrpSpPr/>
              <p:nvPr/>
            </p:nvGrpSpPr>
            <p:grpSpPr>
              <a:xfrm rot="5400000">
                <a:off x="2782420" y="1237138"/>
                <a:ext cx="50746" cy="88850"/>
                <a:chOff x="11812943" y="2061995"/>
                <a:chExt cx="50746" cy="88850"/>
              </a:xfrm>
              <a:solidFill>
                <a:schemeClr val="accent1"/>
              </a:solidFill>
            </p:grpSpPr>
            <p:sp>
              <p:nvSpPr>
                <p:cNvPr id="1980" name="자유형: 도형 1979">
                  <a:extLst>
                    <a:ext uri="{FF2B5EF4-FFF2-40B4-BE49-F238E27FC236}">
                      <a16:creationId xmlns:a16="http://schemas.microsoft.com/office/drawing/2014/main" id="{05308E13-499E-433D-B481-FAB2BB7ADB15}"/>
                    </a:ext>
                  </a:extLst>
                </p:cNvPr>
                <p:cNvSpPr/>
                <p:nvPr/>
              </p:nvSpPr>
              <p:spPr>
                <a:xfrm>
                  <a:off x="11812943" y="2089842"/>
                  <a:ext cx="50746" cy="63465"/>
                </a:xfrm>
                <a:custGeom>
                  <a:avLst/>
                  <a:gdLst>
                    <a:gd name="connsiteX0" fmla="*/ 0 w 50746"/>
                    <a:gd name="connsiteY0" fmla="*/ 0 h 63464"/>
                    <a:gd name="connsiteX1" fmla="*/ 60871 w 50746"/>
                    <a:gd name="connsiteY1" fmla="*/ 0 h 63464"/>
                    <a:gd name="connsiteX2" fmla="*/ 60871 w 50746"/>
                    <a:gd name="connsiteY2" fmla="*/ 67006 h 63464"/>
                    <a:gd name="connsiteX3" fmla="*/ 0 w 50746"/>
                    <a:gd name="connsiteY3" fmla="*/ 67006 h 634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0746" h="63464">
                      <a:moveTo>
                        <a:pt x="0" y="0"/>
                      </a:moveTo>
                      <a:lnTo>
                        <a:pt x="60871" y="0"/>
                      </a:lnTo>
                      <a:lnTo>
                        <a:pt x="60871" y="67006"/>
                      </a:lnTo>
                      <a:lnTo>
                        <a:pt x="0" y="67006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981" name="자유형: 도형 1980">
                  <a:extLst>
                    <a:ext uri="{FF2B5EF4-FFF2-40B4-BE49-F238E27FC236}">
                      <a16:creationId xmlns:a16="http://schemas.microsoft.com/office/drawing/2014/main" id="{9BC2A7F8-90ED-4DAC-A41B-272A12E349C2}"/>
                    </a:ext>
                  </a:extLst>
                </p:cNvPr>
                <p:cNvSpPr/>
                <p:nvPr/>
              </p:nvSpPr>
              <p:spPr>
                <a:xfrm>
                  <a:off x="11812943" y="2061995"/>
                  <a:ext cx="50746" cy="25386"/>
                </a:xfrm>
                <a:custGeom>
                  <a:avLst/>
                  <a:gdLst>
                    <a:gd name="connsiteX0" fmla="*/ 0 w 50746"/>
                    <a:gd name="connsiteY0" fmla="*/ 0 h 25385"/>
                    <a:gd name="connsiteX1" fmla="*/ 60871 w 50746"/>
                    <a:gd name="connsiteY1" fmla="*/ 0 h 25385"/>
                    <a:gd name="connsiteX2" fmla="*/ 60871 w 50746"/>
                    <a:gd name="connsiteY2" fmla="*/ 27837 h 25385"/>
                    <a:gd name="connsiteX3" fmla="*/ 0 w 50746"/>
                    <a:gd name="connsiteY3" fmla="*/ 27837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0746" h="25385">
                      <a:moveTo>
                        <a:pt x="0" y="0"/>
                      </a:moveTo>
                      <a:lnTo>
                        <a:pt x="60871" y="0"/>
                      </a:lnTo>
                      <a:lnTo>
                        <a:pt x="60871" y="27837"/>
                      </a:lnTo>
                      <a:lnTo>
                        <a:pt x="0" y="27837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cxnSp>
            <p:nvCxnSpPr>
              <p:cNvPr id="3555" name="연결선: 꺾임 3554">
                <a:extLst>
                  <a:ext uri="{FF2B5EF4-FFF2-40B4-BE49-F238E27FC236}">
                    <a16:creationId xmlns:a16="http://schemas.microsoft.com/office/drawing/2014/main" id="{E2F50D80-C875-41E5-8CEB-5B21AEAD86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86460" y="963468"/>
                <a:ext cx="718588" cy="12700"/>
              </a:xfrm>
              <a:prstGeom prst="bentConnector5">
                <a:avLst>
                  <a:gd name="adj1" fmla="val 28"/>
                  <a:gd name="adj2" fmla="val 1800000"/>
                  <a:gd name="adj3" fmla="val 100441"/>
                </a:avLst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56" name="연결선: 꺾임 3555">
                <a:extLst>
                  <a:ext uri="{FF2B5EF4-FFF2-40B4-BE49-F238E27FC236}">
                    <a16:creationId xmlns:a16="http://schemas.microsoft.com/office/drawing/2014/main" id="{F974B690-F1BE-4FDB-8093-1252A76A37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44552" y="963468"/>
                <a:ext cx="718588" cy="12700"/>
              </a:xfrm>
              <a:prstGeom prst="bentConnector5">
                <a:avLst>
                  <a:gd name="adj1" fmla="val 28"/>
                  <a:gd name="adj2" fmla="val 1800000"/>
                  <a:gd name="adj3" fmla="val 100441"/>
                </a:avLst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42" name="연결선: 꺾임 3541">
                <a:extLst>
                  <a:ext uri="{FF2B5EF4-FFF2-40B4-BE49-F238E27FC236}">
                    <a16:creationId xmlns:a16="http://schemas.microsoft.com/office/drawing/2014/main" id="{88A2DE86-9946-477B-A2EE-2653C8CC2B4E}"/>
                  </a:ext>
                </a:extLst>
              </p:cNvPr>
              <p:cNvCxnSpPr>
                <a:cxnSpLocks/>
                <a:stCxn id="97" idx="0"/>
                <a:endCxn id="3279" idx="0"/>
              </p:cNvCxnSpPr>
              <p:nvPr/>
            </p:nvCxnSpPr>
            <p:spPr>
              <a:xfrm>
                <a:off x="3645931" y="963468"/>
                <a:ext cx="718588" cy="12700"/>
              </a:xfrm>
              <a:prstGeom prst="bentConnector5">
                <a:avLst>
                  <a:gd name="adj1" fmla="val 28"/>
                  <a:gd name="adj2" fmla="val 1800000"/>
                  <a:gd name="adj3" fmla="val 100441"/>
                </a:avLst>
              </a:prstGeom>
              <a:ln w="285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63" name="연결선: 꺾임 3562">
                <a:extLst>
                  <a:ext uri="{FF2B5EF4-FFF2-40B4-BE49-F238E27FC236}">
                    <a16:creationId xmlns:a16="http://schemas.microsoft.com/office/drawing/2014/main" id="{B98CDC38-EA9C-402D-BE92-1CD79B055C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85619" y="963468"/>
                <a:ext cx="718588" cy="12700"/>
              </a:xfrm>
              <a:prstGeom prst="bentConnector5">
                <a:avLst>
                  <a:gd name="adj1" fmla="val 28"/>
                  <a:gd name="adj2" fmla="val 2625000"/>
                  <a:gd name="adj3" fmla="val 100441"/>
                </a:avLst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65" name="연결선: 꺾임 3564">
                <a:extLst>
                  <a:ext uri="{FF2B5EF4-FFF2-40B4-BE49-F238E27FC236}">
                    <a16:creationId xmlns:a16="http://schemas.microsoft.com/office/drawing/2014/main" id="{E22110C0-FE54-4ABE-897F-14A8AFB396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83032" y="963468"/>
                <a:ext cx="718588" cy="12700"/>
              </a:xfrm>
              <a:prstGeom prst="bentConnector5">
                <a:avLst>
                  <a:gd name="adj1" fmla="val 28"/>
                  <a:gd name="adj2" fmla="val 1800000"/>
                  <a:gd name="adj3" fmla="val 100441"/>
                </a:avLst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4" name="자유형: 도형 123">
                <a:extLst>
                  <a:ext uri="{FF2B5EF4-FFF2-40B4-BE49-F238E27FC236}">
                    <a16:creationId xmlns:a16="http://schemas.microsoft.com/office/drawing/2014/main" id="{046A5D31-D561-4C80-8355-13AC12A5ACD1}"/>
                  </a:ext>
                </a:extLst>
              </p:cNvPr>
              <p:cNvSpPr/>
              <p:nvPr/>
            </p:nvSpPr>
            <p:spPr>
              <a:xfrm>
                <a:off x="7878712" y="653564"/>
                <a:ext cx="26670" cy="12700"/>
              </a:xfrm>
              <a:custGeom>
                <a:avLst/>
                <a:gdLst>
                  <a:gd name="connsiteX0" fmla="*/ 0 w 26670"/>
                  <a:gd name="connsiteY0" fmla="*/ 0 h 0"/>
                  <a:gd name="connsiteX1" fmla="*/ 28698 w 26670"/>
                  <a:gd name="connsiteY1" fmla="*/ 0 h 0"/>
                  <a:gd name="connsiteX2" fmla="*/ 28698 w 26670"/>
                  <a:gd name="connsiteY2" fmla="*/ 9144 h 0"/>
                  <a:gd name="connsiteX3" fmla="*/ 0 w 26670"/>
                  <a:gd name="connsiteY3" fmla="*/ 9144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">
                    <a:moveTo>
                      <a:pt x="0" y="0"/>
                    </a:moveTo>
                    <a:lnTo>
                      <a:pt x="28698" y="0"/>
                    </a:lnTo>
                    <a:lnTo>
                      <a:pt x="28698" y="9144"/>
                    </a:lnTo>
                    <a:lnTo>
                      <a:pt x="0" y="9144"/>
                    </a:lnTo>
                    <a:close/>
                  </a:path>
                </a:pathLst>
              </a:custGeom>
              <a:noFill/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25" name="자유형: 도형 124">
                <a:extLst>
                  <a:ext uri="{FF2B5EF4-FFF2-40B4-BE49-F238E27FC236}">
                    <a16:creationId xmlns:a16="http://schemas.microsoft.com/office/drawing/2014/main" id="{0F4C98AC-28FF-457E-99EC-08A5A475A670}"/>
                  </a:ext>
                </a:extLst>
              </p:cNvPr>
              <p:cNvSpPr/>
              <p:nvPr/>
            </p:nvSpPr>
            <p:spPr>
              <a:xfrm>
                <a:off x="7974724" y="653564"/>
                <a:ext cx="26670" cy="12700"/>
              </a:xfrm>
              <a:custGeom>
                <a:avLst/>
                <a:gdLst>
                  <a:gd name="connsiteX0" fmla="*/ 0 w 26670"/>
                  <a:gd name="connsiteY0" fmla="*/ 0 h 0"/>
                  <a:gd name="connsiteX1" fmla="*/ 28727 w 26670"/>
                  <a:gd name="connsiteY1" fmla="*/ 0 h 0"/>
                  <a:gd name="connsiteX2" fmla="*/ 28727 w 26670"/>
                  <a:gd name="connsiteY2" fmla="*/ 9144 h 0"/>
                  <a:gd name="connsiteX3" fmla="*/ 0 w 26670"/>
                  <a:gd name="connsiteY3" fmla="*/ 9144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">
                    <a:moveTo>
                      <a:pt x="0" y="0"/>
                    </a:moveTo>
                    <a:lnTo>
                      <a:pt x="28727" y="0"/>
                    </a:lnTo>
                    <a:lnTo>
                      <a:pt x="28727" y="9144"/>
                    </a:lnTo>
                    <a:lnTo>
                      <a:pt x="0" y="9144"/>
                    </a:lnTo>
                    <a:close/>
                  </a:path>
                </a:pathLst>
              </a:custGeom>
              <a:noFill/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26" name="자유형: 도형 125">
                <a:extLst>
                  <a:ext uri="{FF2B5EF4-FFF2-40B4-BE49-F238E27FC236}">
                    <a16:creationId xmlns:a16="http://schemas.microsoft.com/office/drawing/2014/main" id="{6D4AA263-F616-4B7C-A1EC-B2BF9A95B492}"/>
                  </a:ext>
                </a:extLst>
              </p:cNvPr>
              <p:cNvSpPr/>
              <p:nvPr/>
            </p:nvSpPr>
            <p:spPr>
              <a:xfrm>
                <a:off x="7878712" y="576837"/>
                <a:ext cx="26670" cy="114300"/>
              </a:xfrm>
              <a:custGeom>
                <a:avLst/>
                <a:gdLst>
                  <a:gd name="connsiteX0" fmla="*/ 0 w 26670"/>
                  <a:gd name="connsiteY0" fmla="*/ 0 h 114300"/>
                  <a:gd name="connsiteX1" fmla="*/ 28688 w 26670"/>
                  <a:gd name="connsiteY1" fmla="*/ 0 h 114300"/>
                  <a:gd name="connsiteX2" fmla="*/ 28688 w 26670"/>
                  <a:gd name="connsiteY2" fmla="*/ 124806 h 114300"/>
                  <a:gd name="connsiteX3" fmla="*/ 0 w 26670"/>
                  <a:gd name="connsiteY3" fmla="*/ 124806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" h="114300">
                    <a:moveTo>
                      <a:pt x="0" y="0"/>
                    </a:moveTo>
                    <a:lnTo>
                      <a:pt x="28688" y="0"/>
                    </a:lnTo>
                    <a:lnTo>
                      <a:pt x="28688" y="124806"/>
                    </a:lnTo>
                    <a:lnTo>
                      <a:pt x="0" y="124806"/>
                    </a:lnTo>
                    <a:close/>
                  </a:path>
                </a:pathLst>
              </a:custGeom>
              <a:solidFill>
                <a:srgbClr val="8C8C8C"/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27" name="자유형: 도형 126">
                <a:extLst>
                  <a:ext uri="{FF2B5EF4-FFF2-40B4-BE49-F238E27FC236}">
                    <a16:creationId xmlns:a16="http://schemas.microsoft.com/office/drawing/2014/main" id="{634E4BAE-B6B9-4D46-A433-8DE839E94BDF}"/>
                  </a:ext>
                </a:extLst>
              </p:cNvPr>
              <p:cNvSpPr/>
              <p:nvPr/>
            </p:nvSpPr>
            <p:spPr>
              <a:xfrm>
                <a:off x="7930779" y="576078"/>
                <a:ext cx="66675" cy="127000"/>
              </a:xfrm>
              <a:custGeom>
                <a:avLst/>
                <a:gdLst>
                  <a:gd name="connsiteX0" fmla="*/ 72662 w 66675"/>
                  <a:gd name="connsiteY0" fmla="*/ 125565 h 127000"/>
                  <a:gd name="connsiteX1" fmla="*/ 44818 w 66675"/>
                  <a:gd name="connsiteY1" fmla="*/ 87572 h 127000"/>
                  <a:gd name="connsiteX2" fmla="*/ 28823 w 66675"/>
                  <a:gd name="connsiteY2" fmla="*/ 69476 h 127000"/>
                  <a:gd name="connsiteX3" fmla="*/ 28823 w 66675"/>
                  <a:gd name="connsiteY3" fmla="*/ 0 h 127000"/>
                  <a:gd name="connsiteX4" fmla="*/ 0 w 66675"/>
                  <a:gd name="connsiteY4" fmla="*/ 0 h 127000"/>
                  <a:gd name="connsiteX5" fmla="*/ 0 w 66675"/>
                  <a:gd name="connsiteY5" fmla="*/ 73408 h 127000"/>
                  <a:gd name="connsiteX6" fmla="*/ 25952 w 66675"/>
                  <a:gd name="connsiteY6" fmla="*/ 108311 h 127000"/>
                  <a:gd name="connsiteX7" fmla="*/ 43935 w 66675"/>
                  <a:gd name="connsiteY7" fmla="*/ 130787 h 12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6675" h="127000">
                    <a:moveTo>
                      <a:pt x="72662" y="125565"/>
                    </a:moveTo>
                    <a:cubicBezTo>
                      <a:pt x="72662" y="110661"/>
                      <a:pt x="58462" y="98865"/>
                      <a:pt x="44818" y="87572"/>
                    </a:cubicBezTo>
                    <a:cubicBezTo>
                      <a:pt x="39269" y="82909"/>
                      <a:pt x="28823" y="74853"/>
                      <a:pt x="28823" y="69476"/>
                    </a:cubicBezTo>
                    <a:lnTo>
                      <a:pt x="28823" y="0"/>
                    </a:lnTo>
                    <a:lnTo>
                      <a:pt x="0" y="0"/>
                    </a:lnTo>
                    <a:lnTo>
                      <a:pt x="0" y="73408"/>
                    </a:lnTo>
                    <a:cubicBezTo>
                      <a:pt x="0" y="86850"/>
                      <a:pt x="12635" y="97265"/>
                      <a:pt x="25952" y="108311"/>
                    </a:cubicBezTo>
                    <a:cubicBezTo>
                      <a:pt x="31876" y="113084"/>
                      <a:pt x="43935" y="124185"/>
                      <a:pt x="43935" y="130787"/>
                    </a:cubicBezTo>
                  </a:path>
                </a:pathLst>
              </a:custGeom>
              <a:solidFill>
                <a:srgbClr val="8C8C8C"/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28" name="자유형: 도형 127">
                <a:extLst>
                  <a:ext uri="{FF2B5EF4-FFF2-40B4-BE49-F238E27FC236}">
                    <a16:creationId xmlns:a16="http://schemas.microsoft.com/office/drawing/2014/main" id="{82ED54CE-ABD2-47E6-AAC3-820FC0E3FE6A}"/>
                  </a:ext>
                </a:extLst>
              </p:cNvPr>
              <p:cNvSpPr/>
              <p:nvPr/>
            </p:nvSpPr>
            <p:spPr>
              <a:xfrm>
                <a:off x="7832693" y="330717"/>
                <a:ext cx="200025" cy="292100"/>
              </a:xfrm>
              <a:custGeom>
                <a:avLst/>
                <a:gdLst>
                  <a:gd name="connsiteX0" fmla="*/ 189000 w 200025"/>
                  <a:gd name="connsiteY0" fmla="*/ 165113 h 292100"/>
                  <a:gd name="connsiteX1" fmla="*/ 189000 w 200025"/>
                  <a:gd name="connsiteY1" fmla="*/ 90023 h 292100"/>
                  <a:gd name="connsiteX2" fmla="*/ 94514 w 200025"/>
                  <a:gd name="connsiteY2" fmla="*/ 0 h 292100"/>
                  <a:gd name="connsiteX3" fmla="*/ 0 w 200025"/>
                  <a:gd name="connsiteY3" fmla="*/ 90023 h 292100"/>
                  <a:gd name="connsiteX4" fmla="*/ 0 w 200025"/>
                  <a:gd name="connsiteY4" fmla="*/ 263365 h 292100"/>
                  <a:gd name="connsiteX5" fmla="*/ 94514 w 200025"/>
                  <a:gd name="connsiteY5" fmla="*/ 298323 h 292100"/>
                  <a:gd name="connsiteX6" fmla="*/ 206109 w 200025"/>
                  <a:gd name="connsiteY6" fmla="*/ 223909 h 292100"/>
                  <a:gd name="connsiteX7" fmla="*/ 206109 w 200025"/>
                  <a:gd name="connsiteY7" fmla="*/ 204560 h 292100"/>
                  <a:gd name="connsiteX8" fmla="*/ 189000 w 200025"/>
                  <a:gd name="connsiteY8" fmla="*/ 165113 h 292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0025" h="292100">
                    <a:moveTo>
                      <a:pt x="189000" y="165113"/>
                    </a:moveTo>
                    <a:lnTo>
                      <a:pt x="189000" y="90023"/>
                    </a:lnTo>
                    <a:cubicBezTo>
                      <a:pt x="189000" y="40325"/>
                      <a:pt x="146754" y="0"/>
                      <a:pt x="94514" y="0"/>
                    </a:cubicBezTo>
                    <a:cubicBezTo>
                      <a:pt x="42341" y="0"/>
                      <a:pt x="0" y="40252"/>
                      <a:pt x="0" y="90023"/>
                    </a:cubicBezTo>
                    <a:lnTo>
                      <a:pt x="0" y="263365"/>
                    </a:lnTo>
                    <a:cubicBezTo>
                      <a:pt x="19654" y="284332"/>
                      <a:pt x="54631" y="298323"/>
                      <a:pt x="94514" y="298323"/>
                    </a:cubicBezTo>
                    <a:cubicBezTo>
                      <a:pt x="156116" y="298323"/>
                      <a:pt x="206109" y="265075"/>
                      <a:pt x="206109" y="223909"/>
                    </a:cubicBezTo>
                    <a:lnTo>
                      <a:pt x="206109" y="204560"/>
                    </a:lnTo>
                    <a:cubicBezTo>
                      <a:pt x="206099" y="190049"/>
                      <a:pt x="199782" y="176571"/>
                      <a:pt x="189000" y="165113"/>
                    </a:cubicBezTo>
                    <a:close/>
                  </a:path>
                </a:pathLst>
              </a:custGeom>
              <a:solidFill>
                <a:srgbClr val="E60000">
                  <a:alpha val="30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29" name="자유형: 도형 128">
                <a:extLst>
                  <a:ext uri="{FF2B5EF4-FFF2-40B4-BE49-F238E27FC236}">
                    <a16:creationId xmlns:a16="http://schemas.microsoft.com/office/drawing/2014/main" id="{C13B8006-BAE8-4675-AECB-4D33CB51B969}"/>
                  </a:ext>
                </a:extLst>
              </p:cNvPr>
              <p:cNvSpPr/>
              <p:nvPr/>
            </p:nvSpPr>
            <p:spPr>
              <a:xfrm>
                <a:off x="7832693" y="330717"/>
                <a:ext cx="200025" cy="292100"/>
              </a:xfrm>
              <a:custGeom>
                <a:avLst/>
                <a:gdLst>
                  <a:gd name="connsiteX0" fmla="*/ 189000 w 200025"/>
                  <a:gd name="connsiteY0" fmla="*/ 165113 h 292100"/>
                  <a:gd name="connsiteX1" fmla="*/ 189000 w 200025"/>
                  <a:gd name="connsiteY1" fmla="*/ 90023 h 292100"/>
                  <a:gd name="connsiteX2" fmla="*/ 94514 w 200025"/>
                  <a:gd name="connsiteY2" fmla="*/ 0 h 292100"/>
                  <a:gd name="connsiteX3" fmla="*/ 0 w 200025"/>
                  <a:gd name="connsiteY3" fmla="*/ 90023 h 292100"/>
                  <a:gd name="connsiteX4" fmla="*/ 0 w 200025"/>
                  <a:gd name="connsiteY4" fmla="*/ 263365 h 292100"/>
                  <a:gd name="connsiteX5" fmla="*/ 94514 w 200025"/>
                  <a:gd name="connsiteY5" fmla="*/ 298323 h 292100"/>
                  <a:gd name="connsiteX6" fmla="*/ 206109 w 200025"/>
                  <a:gd name="connsiteY6" fmla="*/ 223909 h 292100"/>
                  <a:gd name="connsiteX7" fmla="*/ 206109 w 200025"/>
                  <a:gd name="connsiteY7" fmla="*/ 204560 h 292100"/>
                  <a:gd name="connsiteX8" fmla="*/ 189000 w 200025"/>
                  <a:gd name="connsiteY8" fmla="*/ 165113 h 292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0025" h="292100">
                    <a:moveTo>
                      <a:pt x="189000" y="165113"/>
                    </a:moveTo>
                    <a:lnTo>
                      <a:pt x="189000" y="90023"/>
                    </a:lnTo>
                    <a:cubicBezTo>
                      <a:pt x="189000" y="40325"/>
                      <a:pt x="146754" y="0"/>
                      <a:pt x="94514" y="0"/>
                    </a:cubicBezTo>
                    <a:cubicBezTo>
                      <a:pt x="42341" y="0"/>
                      <a:pt x="0" y="40252"/>
                      <a:pt x="0" y="90023"/>
                    </a:cubicBezTo>
                    <a:lnTo>
                      <a:pt x="0" y="263365"/>
                    </a:lnTo>
                    <a:cubicBezTo>
                      <a:pt x="19654" y="284332"/>
                      <a:pt x="54631" y="298323"/>
                      <a:pt x="94514" y="298323"/>
                    </a:cubicBezTo>
                    <a:cubicBezTo>
                      <a:pt x="156116" y="298323"/>
                      <a:pt x="206109" y="265075"/>
                      <a:pt x="206109" y="223909"/>
                    </a:cubicBezTo>
                    <a:lnTo>
                      <a:pt x="206109" y="204560"/>
                    </a:lnTo>
                    <a:cubicBezTo>
                      <a:pt x="206099" y="190049"/>
                      <a:pt x="199782" y="176571"/>
                      <a:pt x="189000" y="165113"/>
                    </a:cubicBezTo>
                    <a:close/>
                  </a:path>
                </a:pathLst>
              </a:custGeom>
              <a:solidFill>
                <a:srgbClr val="E6E6E6">
                  <a:alpha val="50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30" name="자유형: 도형 129">
                <a:extLst>
                  <a:ext uri="{FF2B5EF4-FFF2-40B4-BE49-F238E27FC236}">
                    <a16:creationId xmlns:a16="http://schemas.microsoft.com/office/drawing/2014/main" id="{D9D1C8B9-217C-44E2-85AA-F4F907CBA878}"/>
                  </a:ext>
                </a:extLst>
              </p:cNvPr>
              <p:cNvSpPr/>
              <p:nvPr/>
            </p:nvSpPr>
            <p:spPr>
              <a:xfrm>
                <a:off x="7832693" y="495830"/>
                <a:ext cx="200025" cy="127000"/>
              </a:xfrm>
              <a:custGeom>
                <a:avLst/>
                <a:gdLst>
                  <a:gd name="connsiteX0" fmla="*/ 189000 w 200025"/>
                  <a:gd name="connsiteY0" fmla="*/ 0 h 127000"/>
                  <a:gd name="connsiteX1" fmla="*/ 189000 w 200025"/>
                  <a:gd name="connsiteY1" fmla="*/ 39438 h 127000"/>
                  <a:gd name="connsiteX2" fmla="*/ 94514 w 200025"/>
                  <a:gd name="connsiteY2" fmla="*/ 102495 h 127000"/>
                  <a:gd name="connsiteX3" fmla="*/ 0 w 200025"/>
                  <a:gd name="connsiteY3" fmla="*/ 39439 h 127000"/>
                  <a:gd name="connsiteX4" fmla="*/ 0 w 200025"/>
                  <a:gd name="connsiteY4" fmla="*/ 78877 h 127000"/>
                  <a:gd name="connsiteX5" fmla="*/ 0 w 200025"/>
                  <a:gd name="connsiteY5" fmla="*/ 98234 h 127000"/>
                  <a:gd name="connsiteX6" fmla="*/ 94514 w 200025"/>
                  <a:gd name="connsiteY6" fmla="*/ 133192 h 127000"/>
                  <a:gd name="connsiteX7" fmla="*/ 206109 w 200025"/>
                  <a:gd name="connsiteY7" fmla="*/ 58787 h 127000"/>
                  <a:gd name="connsiteX8" fmla="*/ 206108 w 200025"/>
                  <a:gd name="connsiteY8" fmla="*/ 39439 h 127000"/>
                  <a:gd name="connsiteX9" fmla="*/ 189000 w 200025"/>
                  <a:gd name="connsiteY9" fmla="*/ 0 h 12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0025" h="127000">
                    <a:moveTo>
                      <a:pt x="189000" y="0"/>
                    </a:moveTo>
                    <a:lnTo>
                      <a:pt x="189000" y="39438"/>
                    </a:lnTo>
                    <a:cubicBezTo>
                      <a:pt x="189000" y="74222"/>
                      <a:pt x="146783" y="102495"/>
                      <a:pt x="94514" y="102495"/>
                    </a:cubicBezTo>
                    <a:cubicBezTo>
                      <a:pt x="42341" y="102495"/>
                      <a:pt x="0" y="74314"/>
                      <a:pt x="0" y="39439"/>
                    </a:cubicBezTo>
                    <a:lnTo>
                      <a:pt x="0" y="78877"/>
                    </a:lnTo>
                    <a:lnTo>
                      <a:pt x="0" y="98234"/>
                    </a:lnTo>
                    <a:cubicBezTo>
                      <a:pt x="19654" y="119211"/>
                      <a:pt x="54631" y="133192"/>
                      <a:pt x="94514" y="133192"/>
                    </a:cubicBezTo>
                    <a:cubicBezTo>
                      <a:pt x="156116" y="133192"/>
                      <a:pt x="206109" y="99944"/>
                      <a:pt x="206109" y="58787"/>
                    </a:cubicBezTo>
                    <a:lnTo>
                      <a:pt x="206108" y="39439"/>
                    </a:lnTo>
                    <a:cubicBezTo>
                      <a:pt x="206099" y="24936"/>
                      <a:pt x="199782" y="11458"/>
                      <a:pt x="189000" y="0"/>
                    </a:cubicBezTo>
                    <a:close/>
                  </a:path>
                </a:pathLst>
              </a:custGeom>
              <a:solidFill>
                <a:srgbClr val="D1D1D1">
                  <a:alpha val="90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31" name="자유형: 도형 130">
                <a:extLst>
                  <a:ext uri="{FF2B5EF4-FFF2-40B4-BE49-F238E27FC236}">
                    <a16:creationId xmlns:a16="http://schemas.microsoft.com/office/drawing/2014/main" id="{2A1FEC47-8B0B-4949-9B52-4D78F791CFEF}"/>
                  </a:ext>
                </a:extLst>
              </p:cNvPr>
              <p:cNvSpPr/>
              <p:nvPr/>
            </p:nvSpPr>
            <p:spPr>
              <a:xfrm>
                <a:off x="7832693" y="495830"/>
                <a:ext cx="200025" cy="127000"/>
              </a:xfrm>
              <a:custGeom>
                <a:avLst/>
                <a:gdLst>
                  <a:gd name="connsiteX0" fmla="*/ 189000 w 200025"/>
                  <a:gd name="connsiteY0" fmla="*/ 0 h 127000"/>
                  <a:gd name="connsiteX1" fmla="*/ 189000 w 200025"/>
                  <a:gd name="connsiteY1" fmla="*/ 39438 h 127000"/>
                  <a:gd name="connsiteX2" fmla="*/ 94514 w 200025"/>
                  <a:gd name="connsiteY2" fmla="*/ 102495 h 127000"/>
                  <a:gd name="connsiteX3" fmla="*/ 0 w 200025"/>
                  <a:gd name="connsiteY3" fmla="*/ 39439 h 127000"/>
                  <a:gd name="connsiteX4" fmla="*/ 0 w 200025"/>
                  <a:gd name="connsiteY4" fmla="*/ 78877 h 127000"/>
                  <a:gd name="connsiteX5" fmla="*/ 0 w 200025"/>
                  <a:gd name="connsiteY5" fmla="*/ 98234 h 127000"/>
                  <a:gd name="connsiteX6" fmla="*/ 94514 w 200025"/>
                  <a:gd name="connsiteY6" fmla="*/ 133192 h 127000"/>
                  <a:gd name="connsiteX7" fmla="*/ 206109 w 200025"/>
                  <a:gd name="connsiteY7" fmla="*/ 58787 h 127000"/>
                  <a:gd name="connsiteX8" fmla="*/ 206108 w 200025"/>
                  <a:gd name="connsiteY8" fmla="*/ 39439 h 127000"/>
                  <a:gd name="connsiteX9" fmla="*/ 189000 w 200025"/>
                  <a:gd name="connsiteY9" fmla="*/ 0 h 12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0025" h="127000">
                    <a:moveTo>
                      <a:pt x="189000" y="0"/>
                    </a:moveTo>
                    <a:lnTo>
                      <a:pt x="189000" y="39438"/>
                    </a:lnTo>
                    <a:cubicBezTo>
                      <a:pt x="189000" y="74222"/>
                      <a:pt x="146783" y="102495"/>
                      <a:pt x="94514" y="102495"/>
                    </a:cubicBezTo>
                    <a:cubicBezTo>
                      <a:pt x="42341" y="102495"/>
                      <a:pt x="0" y="74314"/>
                      <a:pt x="0" y="39439"/>
                    </a:cubicBezTo>
                    <a:lnTo>
                      <a:pt x="0" y="78877"/>
                    </a:lnTo>
                    <a:lnTo>
                      <a:pt x="0" y="98234"/>
                    </a:lnTo>
                    <a:cubicBezTo>
                      <a:pt x="19654" y="119211"/>
                      <a:pt x="54631" y="133192"/>
                      <a:pt x="94514" y="133192"/>
                    </a:cubicBezTo>
                    <a:cubicBezTo>
                      <a:pt x="156116" y="133192"/>
                      <a:pt x="206109" y="99944"/>
                      <a:pt x="206109" y="58787"/>
                    </a:cubicBezTo>
                    <a:lnTo>
                      <a:pt x="206108" y="39439"/>
                    </a:lnTo>
                    <a:cubicBezTo>
                      <a:pt x="206099" y="24936"/>
                      <a:pt x="199782" y="11458"/>
                      <a:pt x="189000" y="0"/>
                    </a:cubicBezTo>
                    <a:close/>
                  </a:path>
                </a:pathLst>
              </a:custGeom>
              <a:solidFill>
                <a:srgbClr val="E60000">
                  <a:alpha val="70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32" name="자유형: 도형 131">
                <a:extLst>
                  <a:ext uri="{FF2B5EF4-FFF2-40B4-BE49-F238E27FC236}">
                    <a16:creationId xmlns:a16="http://schemas.microsoft.com/office/drawing/2014/main" id="{AB964CC6-2EAA-4488-AD0D-D7992B07C57A}"/>
                  </a:ext>
                </a:extLst>
              </p:cNvPr>
              <p:cNvSpPr/>
              <p:nvPr/>
            </p:nvSpPr>
            <p:spPr>
              <a:xfrm>
                <a:off x="7832693" y="495830"/>
                <a:ext cx="200025" cy="101600"/>
              </a:xfrm>
              <a:custGeom>
                <a:avLst/>
                <a:gdLst>
                  <a:gd name="connsiteX0" fmla="*/ 189000 w 200025"/>
                  <a:gd name="connsiteY0" fmla="*/ 0 h 101600"/>
                  <a:gd name="connsiteX1" fmla="*/ 189000 w 200025"/>
                  <a:gd name="connsiteY1" fmla="*/ 39438 h 101600"/>
                  <a:gd name="connsiteX2" fmla="*/ 94514 w 200025"/>
                  <a:gd name="connsiteY2" fmla="*/ 102495 h 101600"/>
                  <a:gd name="connsiteX3" fmla="*/ 0 w 200025"/>
                  <a:gd name="connsiteY3" fmla="*/ 39439 h 101600"/>
                  <a:gd name="connsiteX4" fmla="*/ 0 w 200025"/>
                  <a:gd name="connsiteY4" fmla="*/ 78877 h 101600"/>
                  <a:gd name="connsiteX5" fmla="*/ 94514 w 200025"/>
                  <a:gd name="connsiteY5" fmla="*/ 113834 h 101600"/>
                  <a:gd name="connsiteX6" fmla="*/ 206109 w 200025"/>
                  <a:gd name="connsiteY6" fmla="*/ 39429 h 101600"/>
                  <a:gd name="connsiteX7" fmla="*/ 189000 w 200025"/>
                  <a:gd name="connsiteY7" fmla="*/ 0 h 10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0025" h="101600">
                    <a:moveTo>
                      <a:pt x="189000" y="0"/>
                    </a:moveTo>
                    <a:lnTo>
                      <a:pt x="189000" y="39438"/>
                    </a:lnTo>
                    <a:cubicBezTo>
                      <a:pt x="189000" y="74222"/>
                      <a:pt x="146783" y="102495"/>
                      <a:pt x="94514" y="102495"/>
                    </a:cubicBezTo>
                    <a:cubicBezTo>
                      <a:pt x="42341" y="102495"/>
                      <a:pt x="0" y="74314"/>
                      <a:pt x="0" y="39439"/>
                    </a:cubicBezTo>
                    <a:lnTo>
                      <a:pt x="0" y="78877"/>
                    </a:lnTo>
                    <a:cubicBezTo>
                      <a:pt x="19654" y="99835"/>
                      <a:pt x="54631" y="113834"/>
                      <a:pt x="94514" y="113834"/>
                    </a:cubicBezTo>
                    <a:cubicBezTo>
                      <a:pt x="156116" y="113834"/>
                      <a:pt x="206109" y="80587"/>
                      <a:pt x="206109" y="39429"/>
                    </a:cubicBezTo>
                    <a:cubicBezTo>
                      <a:pt x="206099" y="24936"/>
                      <a:pt x="199782" y="11458"/>
                      <a:pt x="189000" y="0"/>
                    </a:cubicBezTo>
                    <a:close/>
                  </a:path>
                </a:pathLst>
              </a:custGeom>
              <a:solidFill>
                <a:srgbClr val="E60000">
                  <a:alpha val="25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33" name="자유형: 도형 132">
                <a:extLst>
                  <a:ext uri="{FF2B5EF4-FFF2-40B4-BE49-F238E27FC236}">
                    <a16:creationId xmlns:a16="http://schemas.microsoft.com/office/drawing/2014/main" id="{3D49BE06-4BF7-4C58-A418-18219A7045ED}"/>
                  </a:ext>
                </a:extLst>
              </p:cNvPr>
              <p:cNvSpPr/>
              <p:nvPr/>
            </p:nvSpPr>
            <p:spPr>
              <a:xfrm>
                <a:off x="7832703" y="472266"/>
                <a:ext cx="186690" cy="114300"/>
              </a:xfrm>
              <a:custGeom>
                <a:avLst/>
                <a:gdLst>
                  <a:gd name="connsiteX0" fmla="*/ 189009 w 186690"/>
                  <a:gd name="connsiteY0" fmla="*/ 63002 h 114300"/>
                  <a:gd name="connsiteX1" fmla="*/ 94505 w 186690"/>
                  <a:gd name="connsiteY1" fmla="*/ 126004 h 114300"/>
                  <a:gd name="connsiteX2" fmla="*/ 0 w 186690"/>
                  <a:gd name="connsiteY2" fmla="*/ 63002 h 114300"/>
                  <a:gd name="connsiteX3" fmla="*/ 94505 w 186690"/>
                  <a:gd name="connsiteY3" fmla="*/ 0 h 114300"/>
                  <a:gd name="connsiteX4" fmla="*/ 189009 w 186690"/>
                  <a:gd name="connsiteY4" fmla="*/ 63002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6690" h="114300">
                    <a:moveTo>
                      <a:pt x="189009" y="63002"/>
                    </a:moveTo>
                    <a:cubicBezTo>
                      <a:pt x="189009" y="97797"/>
                      <a:pt x="146698" y="126004"/>
                      <a:pt x="94505" y="126004"/>
                    </a:cubicBezTo>
                    <a:cubicBezTo>
                      <a:pt x="42311" y="126004"/>
                      <a:pt x="0" y="97797"/>
                      <a:pt x="0" y="63002"/>
                    </a:cubicBezTo>
                    <a:cubicBezTo>
                      <a:pt x="0" y="28207"/>
                      <a:pt x="42311" y="0"/>
                      <a:pt x="94505" y="0"/>
                    </a:cubicBezTo>
                    <a:cubicBezTo>
                      <a:pt x="146698" y="0"/>
                      <a:pt x="189009" y="28207"/>
                      <a:pt x="189009" y="63002"/>
                    </a:cubicBezTo>
                    <a:close/>
                  </a:path>
                </a:pathLst>
              </a:custGeom>
              <a:solidFill>
                <a:srgbClr val="E6E6E6">
                  <a:alpha val="25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34" name="자유형: 도형 133">
                <a:extLst>
                  <a:ext uri="{FF2B5EF4-FFF2-40B4-BE49-F238E27FC236}">
                    <a16:creationId xmlns:a16="http://schemas.microsoft.com/office/drawing/2014/main" id="{709E2348-11E0-447A-B1EA-9567156C0A21}"/>
                  </a:ext>
                </a:extLst>
              </p:cNvPr>
              <p:cNvSpPr/>
              <p:nvPr/>
            </p:nvSpPr>
            <p:spPr>
              <a:xfrm>
                <a:off x="7832703" y="472266"/>
                <a:ext cx="186690" cy="114300"/>
              </a:xfrm>
              <a:custGeom>
                <a:avLst/>
                <a:gdLst>
                  <a:gd name="connsiteX0" fmla="*/ 189009 w 186690"/>
                  <a:gd name="connsiteY0" fmla="*/ 63002 h 114300"/>
                  <a:gd name="connsiteX1" fmla="*/ 94505 w 186690"/>
                  <a:gd name="connsiteY1" fmla="*/ 126004 h 114300"/>
                  <a:gd name="connsiteX2" fmla="*/ 0 w 186690"/>
                  <a:gd name="connsiteY2" fmla="*/ 63002 h 114300"/>
                  <a:gd name="connsiteX3" fmla="*/ 94505 w 186690"/>
                  <a:gd name="connsiteY3" fmla="*/ 0 h 114300"/>
                  <a:gd name="connsiteX4" fmla="*/ 189009 w 186690"/>
                  <a:gd name="connsiteY4" fmla="*/ 63002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6690" h="114300">
                    <a:moveTo>
                      <a:pt x="189009" y="63002"/>
                    </a:moveTo>
                    <a:cubicBezTo>
                      <a:pt x="189009" y="97797"/>
                      <a:pt x="146698" y="126004"/>
                      <a:pt x="94505" y="126004"/>
                    </a:cubicBezTo>
                    <a:cubicBezTo>
                      <a:pt x="42311" y="126004"/>
                      <a:pt x="0" y="97797"/>
                      <a:pt x="0" y="63002"/>
                    </a:cubicBezTo>
                    <a:cubicBezTo>
                      <a:pt x="0" y="28207"/>
                      <a:pt x="42311" y="0"/>
                      <a:pt x="94505" y="0"/>
                    </a:cubicBezTo>
                    <a:cubicBezTo>
                      <a:pt x="146698" y="0"/>
                      <a:pt x="189009" y="28207"/>
                      <a:pt x="189009" y="63002"/>
                    </a:cubicBezTo>
                    <a:close/>
                  </a:path>
                </a:pathLst>
              </a:custGeom>
              <a:solidFill>
                <a:srgbClr val="E60000">
                  <a:alpha val="25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35" name="자유형: 도형 134">
                <a:extLst>
                  <a:ext uri="{FF2B5EF4-FFF2-40B4-BE49-F238E27FC236}">
                    <a16:creationId xmlns:a16="http://schemas.microsoft.com/office/drawing/2014/main" id="{5DBF11BC-06D4-4EAC-8685-777AA192854B}"/>
                  </a:ext>
                </a:extLst>
              </p:cNvPr>
              <p:cNvSpPr/>
              <p:nvPr/>
            </p:nvSpPr>
            <p:spPr>
              <a:xfrm>
                <a:off x="7862073" y="442539"/>
                <a:ext cx="93345" cy="88900"/>
              </a:xfrm>
              <a:custGeom>
                <a:avLst/>
                <a:gdLst>
                  <a:gd name="connsiteX0" fmla="*/ 0 w 93345"/>
                  <a:gd name="connsiteY0" fmla="*/ 10708 h 88900"/>
                  <a:gd name="connsiteX1" fmla="*/ 0 w 93345"/>
                  <a:gd name="connsiteY1" fmla="*/ 92738 h 88900"/>
                  <a:gd name="connsiteX2" fmla="*/ 13240 w 93345"/>
                  <a:gd name="connsiteY2" fmla="*/ 92738 h 88900"/>
                  <a:gd name="connsiteX3" fmla="*/ 13240 w 93345"/>
                  <a:gd name="connsiteY3" fmla="*/ 54479 h 88900"/>
                  <a:gd name="connsiteX4" fmla="*/ 50838 w 93345"/>
                  <a:gd name="connsiteY4" fmla="*/ 54479 h 88900"/>
                  <a:gd name="connsiteX5" fmla="*/ 104134 w 93345"/>
                  <a:gd name="connsiteY5" fmla="*/ 0 h 88900"/>
                  <a:gd name="connsiteX6" fmla="*/ 16053 w 93345"/>
                  <a:gd name="connsiteY6" fmla="*/ 0 h 88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3345" h="88900">
                    <a:moveTo>
                      <a:pt x="0" y="10708"/>
                    </a:moveTo>
                    <a:lnTo>
                      <a:pt x="0" y="92738"/>
                    </a:lnTo>
                    <a:lnTo>
                      <a:pt x="13240" y="92738"/>
                    </a:lnTo>
                    <a:lnTo>
                      <a:pt x="13240" y="54479"/>
                    </a:lnTo>
                    <a:lnTo>
                      <a:pt x="50838" y="54479"/>
                    </a:lnTo>
                    <a:lnTo>
                      <a:pt x="104134" y="0"/>
                    </a:lnTo>
                    <a:lnTo>
                      <a:pt x="16053" y="0"/>
                    </a:lnTo>
                    <a:close/>
                  </a:path>
                </a:pathLst>
              </a:custGeom>
              <a:solidFill>
                <a:srgbClr val="666666"/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36" name="자유형: 도형 135">
                <a:extLst>
                  <a:ext uri="{FF2B5EF4-FFF2-40B4-BE49-F238E27FC236}">
                    <a16:creationId xmlns:a16="http://schemas.microsoft.com/office/drawing/2014/main" id="{3C40A6F6-37E6-4059-BE06-E93F43609F37}"/>
                  </a:ext>
                </a:extLst>
              </p:cNvPr>
              <p:cNvSpPr/>
              <p:nvPr/>
            </p:nvSpPr>
            <p:spPr>
              <a:xfrm>
                <a:off x="7931528" y="438973"/>
                <a:ext cx="53340" cy="88900"/>
              </a:xfrm>
              <a:custGeom>
                <a:avLst/>
                <a:gdLst>
                  <a:gd name="connsiteX0" fmla="*/ 44895 w 53340"/>
                  <a:gd name="connsiteY0" fmla="*/ 0 h 88900"/>
                  <a:gd name="connsiteX1" fmla="*/ 50713 w 53340"/>
                  <a:gd name="connsiteY1" fmla="*/ 6474 h 88900"/>
                  <a:gd name="connsiteX2" fmla="*/ 0 w 53340"/>
                  <a:gd name="connsiteY2" fmla="*/ 58046 h 88900"/>
                  <a:gd name="connsiteX3" fmla="*/ 48649 w 53340"/>
                  <a:gd name="connsiteY3" fmla="*/ 58046 h 88900"/>
                  <a:gd name="connsiteX4" fmla="*/ 48649 w 53340"/>
                  <a:gd name="connsiteY4" fmla="*/ 96304 h 88900"/>
                  <a:gd name="connsiteX5" fmla="*/ 60833 w 53340"/>
                  <a:gd name="connsiteY5" fmla="*/ 96304 h 88900"/>
                  <a:gd name="connsiteX6" fmla="*/ 60833 w 53340"/>
                  <a:gd name="connsiteY6" fmla="*/ 0 h 88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340" h="88900">
                    <a:moveTo>
                      <a:pt x="44895" y="0"/>
                    </a:moveTo>
                    <a:lnTo>
                      <a:pt x="50713" y="6474"/>
                    </a:lnTo>
                    <a:lnTo>
                      <a:pt x="0" y="58046"/>
                    </a:lnTo>
                    <a:lnTo>
                      <a:pt x="48649" y="58046"/>
                    </a:lnTo>
                    <a:lnTo>
                      <a:pt x="48649" y="96304"/>
                    </a:lnTo>
                    <a:lnTo>
                      <a:pt x="60833" y="96304"/>
                    </a:lnTo>
                    <a:lnTo>
                      <a:pt x="60833" y="0"/>
                    </a:lnTo>
                    <a:close/>
                  </a:path>
                </a:pathLst>
              </a:custGeom>
              <a:solidFill>
                <a:srgbClr val="666666"/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37" name="자유형: 도형 136">
                <a:extLst>
                  <a:ext uri="{FF2B5EF4-FFF2-40B4-BE49-F238E27FC236}">
                    <a16:creationId xmlns:a16="http://schemas.microsoft.com/office/drawing/2014/main" id="{03D4B4F5-269A-4C50-BB88-AE8F15FD1651}"/>
                  </a:ext>
                </a:extLst>
              </p:cNvPr>
              <p:cNvSpPr/>
              <p:nvPr/>
            </p:nvSpPr>
            <p:spPr>
              <a:xfrm>
                <a:off x="7832693" y="330717"/>
                <a:ext cx="200025" cy="292100"/>
              </a:xfrm>
              <a:custGeom>
                <a:avLst/>
                <a:gdLst>
                  <a:gd name="connsiteX0" fmla="*/ 189000 w 200025"/>
                  <a:gd name="connsiteY0" fmla="*/ 165113 h 292100"/>
                  <a:gd name="connsiteX1" fmla="*/ 189000 w 200025"/>
                  <a:gd name="connsiteY1" fmla="*/ 90023 h 292100"/>
                  <a:gd name="connsiteX2" fmla="*/ 94514 w 200025"/>
                  <a:gd name="connsiteY2" fmla="*/ 0 h 292100"/>
                  <a:gd name="connsiteX3" fmla="*/ 0 w 200025"/>
                  <a:gd name="connsiteY3" fmla="*/ 90023 h 292100"/>
                  <a:gd name="connsiteX4" fmla="*/ 0 w 200025"/>
                  <a:gd name="connsiteY4" fmla="*/ 263365 h 292100"/>
                  <a:gd name="connsiteX5" fmla="*/ 94514 w 200025"/>
                  <a:gd name="connsiteY5" fmla="*/ 298323 h 292100"/>
                  <a:gd name="connsiteX6" fmla="*/ 206109 w 200025"/>
                  <a:gd name="connsiteY6" fmla="*/ 223909 h 292100"/>
                  <a:gd name="connsiteX7" fmla="*/ 206109 w 200025"/>
                  <a:gd name="connsiteY7" fmla="*/ 204560 h 292100"/>
                  <a:gd name="connsiteX8" fmla="*/ 189000 w 200025"/>
                  <a:gd name="connsiteY8" fmla="*/ 165113 h 292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0025" h="292100">
                    <a:moveTo>
                      <a:pt x="189000" y="165113"/>
                    </a:moveTo>
                    <a:lnTo>
                      <a:pt x="189000" y="90023"/>
                    </a:lnTo>
                    <a:cubicBezTo>
                      <a:pt x="189000" y="40325"/>
                      <a:pt x="146754" y="0"/>
                      <a:pt x="94514" y="0"/>
                    </a:cubicBezTo>
                    <a:cubicBezTo>
                      <a:pt x="42341" y="0"/>
                      <a:pt x="0" y="40252"/>
                      <a:pt x="0" y="90023"/>
                    </a:cubicBezTo>
                    <a:lnTo>
                      <a:pt x="0" y="263365"/>
                    </a:lnTo>
                    <a:cubicBezTo>
                      <a:pt x="19654" y="284332"/>
                      <a:pt x="54631" y="298323"/>
                      <a:pt x="94514" y="298323"/>
                    </a:cubicBezTo>
                    <a:cubicBezTo>
                      <a:pt x="156116" y="298323"/>
                      <a:pt x="206109" y="265075"/>
                      <a:pt x="206109" y="223909"/>
                    </a:cubicBezTo>
                    <a:lnTo>
                      <a:pt x="206109" y="204560"/>
                    </a:lnTo>
                    <a:cubicBezTo>
                      <a:pt x="206099" y="190049"/>
                      <a:pt x="199782" y="176571"/>
                      <a:pt x="189000" y="165113"/>
                    </a:cubicBezTo>
                    <a:close/>
                  </a:path>
                </a:pathLst>
              </a:custGeom>
              <a:solidFill>
                <a:srgbClr val="E60000">
                  <a:alpha val="65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38" name="자유형: 도형 137">
                <a:extLst>
                  <a:ext uri="{FF2B5EF4-FFF2-40B4-BE49-F238E27FC236}">
                    <a16:creationId xmlns:a16="http://schemas.microsoft.com/office/drawing/2014/main" id="{0F417157-1A66-4D08-B56D-27576931EFEE}"/>
                  </a:ext>
                </a:extLst>
              </p:cNvPr>
              <p:cNvSpPr/>
              <p:nvPr/>
            </p:nvSpPr>
            <p:spPr>
              <a:xfrm>
                <a:off x="7943146" y="346490"/>
                <a:ext cx="40005" cy="25400"/>
              </a:xfrm>
              <a:custGeom>
                <a:avLst/>
                <a:gdLst>
                  <a:gd name="connsiteX0" fmla="*/ 28074 w 40005"/>
                  <a:gd name="connsiteY0" fmla="*/ 31903 h 25400"/>
                  <a:gd name="connsiteX1" fmla="*/ 47228 w 40005"/>
                  <a:gd name="connsiteY1" fmla="*/ 28429 h 25400"/>
                  <a:gd name="connsiteX2" fmla="*/ 0 w 40005"/>
                  <a:gd name="connsiteY2" fmla="*/ 0 h 25400"/>
                  <a:gd name="connsiteX3" fmla="*/ 3389 w 40005"/>
                  <a:gd name="connsiteY3" fmla="*/ 13725 h 25400"/>
                  <a:gd name="connsiteX4" fmla="*/ 28074 w 40005"/>
                  <a:gd name="connsiteY4" fmla="*/ 31903 h 25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005" h="25400">
                    <a:moveTo>
                      <a:pt x="28074" y="31903"/>
                    </a:moveTo>
                    <a:lnTo>
                      <a:pt x="47228" y="28429"/>
                    </a:lnTo>
                    <a:cubicBezTo>
                      <a:pt x="36004" y="14054"/>
                      <a:pt x="19462" y="3566"/>
                      <a:pt x="0" y="0"/>
                    </a:cubicBezTo>
                    <a:lnTo>
                      <a:pt x="3389" y="13725"/>
                    </a:lnTo>
                    <a:cubicBezTo>
                      <a:pt x="13576" y="17163"/>
                      <a:pt x="22149" y="23637"/>
                      <a:pt x="28074" y="31903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39" name="자유형: 도형 138">
                <a:extLst>
                  <a:ext uri="{FF2B5EF4-FFF2-40B4-BE49-F238E27FC236}">
                    <a16:creationId xmlns:a16="http://schemas.microsoft.com/office/drawing/2014/main" id="{9251FA2E-41B1-405F-862C-4DCFEAA9D8D8}"/>
                  </a:ext>
                </a:extLst>
              </p:cNvPr>
              <p:cNvSpPr/>
              <p:nvPr/>
            </p:nvSpPr>
            <p:spPr>
              <a:xfrm>
                <a:off x="7842937" y="583777"/>
                <a:ext cx="26670" cy="25400"/>
              </a:xfrm>
              <a:custGeom>
                <a:avLst/>
                <a:gdLst>
                  <a:gd name="connsiteX0" fmla="*/ 0 w 26670"/>
                  <a:gd name="connsiteY0" fmla="*/ 0 h 25400"/>
                  <a:gd name="connsiteX1" fmla="*/ 0 w 26670"/>
                  <a:gd name="connsiteY1" fmla="*/ 19303 h 25400"/>
                  <a:gd name="connsiteX2" fmla="*/ 30772 w 26670"/>
                  <a:gd name="connsiteY2" fmla="*/ 36027 h 25400"/>
                  <a:gd name="connsiteX3" fmla="*/ 30772 w 26670"/>
                  <a:gd name="connsiteY3" fmla="*/ 16660 h 25400"/>
                  <a:gd name="connsiteX4" fmla="*/ 0 w 26670"/>
                  <a:gd name="connsiteY4" fmla="*/ 0 h 25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670" h="25400">
                    <a:moveTo>
                      <a:pt x="0" y="0"/>
                    </a:moveTo>
                    <a:lnTo>
                      <a:pt x="0" y="19303"/>
                    </a:lnTo>
                    <a:cubicBezTo>
                      <a:pt x="8651" y="26024"/>
                      <a:pt x="19116" y="31702"/>
                      <a:pt x="30772" y="36027"/>
                    </a:cubicBezTo>
                    <a:lnTo>
                      <a:pt x="30772" y="16660"/>
                    </a:lnTo>
                    <a:cubicBezTo>
                      <a:pt x="19058" y="12390"/>
                      <a:pt x="8679" y="6730"/>
                      <a:pt x="0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40" name="자유형: 도형 139">
                <a:extLst>
                  <a:ext uri="{FF2B5EF4-FFF2-40B4-BE49-F238E27FC236}">
                    <a16:creationId xmlns:a16="http://schemas.microsoft.com/office/drawing/2014/main" id="{848C83E6-14E6-4530-B694-6E82D99AF239}"/>
                  </a:ext>
                </a:extLst>
              </p:cNvPr>
              <p:cNvSpPr/>
              <p:nvPr/>
            </p:nvSpPr>
            <p:spPr>
              <a:xfrm>
                <a:off x="7840105" y="358368"/>
                <a:ext cx="146685" cy="241300"/>
              </a:xfrm>
              <a:custGeom>
                <a:avLst/>
                <a:gdLst>
                  <a:gd name="connsiteX0" fmla="*/ 140245 w 146685"/>
                  <a:gd name="connsiteY0" fmla="*/ 229012 h 241300"/>
                  <a:gd name="connsiteX1" fmla="*/ 129501 w 146685"/>
                  <a:gd name="connsiteY1" fmla="*/ 233200 h 241300"/>
                  <a:gd name="connsiteX2" fmla="*/ 127130 w 146685"/>
                  <a:gd name="connsiteY2" fmla="*/ 233940 h 241300"/>
                  <a:gd name="connsiteX3" fmla="*/ 103194 w 146685"/>
                  <a:gd name="connsiteY3" fmla="*/ 238951 h 241300"/>
                  <a:gd name="connsiteX4" fmla="*/ 100198 w 146685"/>
                  <a:gd name="connsiteY4" fmla="*/ 239198 h 241300"/>
                  <a:gd name="connsiteX5" fmla="*/ 87256 w 146685"/>
                  <a:gd name="connsiteY5" fmla="*/ 239939 h 241300"/>
                  <a:gd name="connsiteX6" fmla="*/ 80967 w 146685"/>
                  <a:gd name="connsiteY6" fmla="*/ 239637 h 241300"/>
                  <a:gd name="connsiteX7" fmla="*/ 36994 w 146685"/>
                  <a:gd name="connsiteY7" fmla="*/ 230246 h 241300"/>
                  <a:gd name="connsiteX8" fmla="*/ 36993 w 146685"/>
                  <a:gd name="connsiteY8" fmla="*/ 123700 h 241300"/>
                  <a:gd name="connsiteX9" fmla="*/ 36993 w 146685"/>
                  <a:gd name="connsiteY9" fmla="*/ 62417 h 241300"/>
                  <a:gd name="connsiteX10" fmla="*/ 64645 w 146685"/>
                  <a:gd name="connsiteY10" fmla="*/ 19879 h 241300"/>
                  <a:gd name="connsiteX11" fmla="*/ 64347 w 146685"/>
                  <a:gd name="connsiteY11" fmla="*/ 19202 h 241300"/>
                  <a:gd name="connsiteX12" fmla="*/ 47708 w 146685"/>
                  <a:gd name="connsiteY12" fmla="*/ 0 h 241300"/>
                  <a:gd name="connsiteX13" fmla="*/ 10504 w 146685"/>
                  <a:gd name="connsiteY13" fmla="*/ 62380 h 241300"/>
                  <a:gd name="connsiteX14" fmla="*/ 10504 w 146685"/>
                  <a:gd name="connsiteY14" fmla="*/ 213576 h 241300"/>
                  <a:gd name="connsiteX15" fmla="*/ 4100 w 146685"/>
                  <a:gd name="connsiteY15" fmla="*/ 206846 h 241300"/>
                  <a:gd name="connsiteX16" fmla="*/ 0 w 146685"/>
                  <a:gd name="connsiteY16" fmla="*/ 215579 h 241300"/>
                  <a:gd name="connsiteX17" fmla="*/ 87246 w 146685"/>
                  <a:gd name="connsiteY17" fmla="*/ 246842 h 241300"/>
                  <a:gd name="connsiteX18" fmla="*/ 147407 w 146685"/>
                  <a:gd name="connsiteY18" fmla="*/ 234114 h 241300"/>
                  <a:gd name="connsiteX19" fmla="*/ 140379 w 146685"/>
                  <a:gd name="connsiteY19" fmla="*/ 228920 h 241300"/>
                  <a:gd name="connsiteX20" fmla="*/ 140245 w 146685"/>
                  <a:gd name="connsiteY20" fmla="*/ 229012 h 241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46685" h="241300">
                    <a:moveTo>
                      <a:pt x="140245" y="229012"/>
                    </a:moveTo>
                    <a:cubicBezTo>
                      <a:pt x="136837" y="230566"/>
                      <a:pt x="133179" y="231929"/>
                      <a:pt x="129501" y="233200"/>
                    </a:cubicBezTo>
                    <a:cubicBezTo>
                      <a:pt x="128724" y="233447"/>
                      <a:pt x="127936" y="233712"/>
                      <a:pt x="127130" y="233940"/>
                    </a:cubicBezTo>
                    <a:cubicBezTo>
                      <a:pt x="119612" y="236217"/>
                      <a:pt x="111643" y="237991"/>
                      <a:pt x="103194" y="238951"/>
                    </a:cubicBezTo>
                    <a:cubicBezTo>
                      <a:pt x="102195" y="239070"/>
                      <a:pt x="101178" y="239189"/>
                      <a:pt x="100198" y="239198"/>
                    </a:cubicBezTo>
                    <a:cubicBezTo>
                      <a:pt x="95926" y="239582"/>
                      <a:pt x="91615" y="239939"/>
                      <a:pt x="87256" y="239939"/>
                    </a:cubicBezTo>
                    <a:cubicBezTo>
                      <a:pt x="85278" y="239939"/>
                      <a:pt x="83156" y="239747"/>
                      <a:pt x="80967" y="239637"/>
                    </a:cubicBezTo>
                    <a:cubicBezTo>
                      <a:pt x="64962" y="238915"/>
                      <a:pt x="49888" y="235641"/>
                      <a:pt x="36994" y="230246"/>
                    </a:cubicBezTo>
                    <a:lnTo>
                      <a:pt x="36993" y="123700"/>
                    </a:lnTo>
                    <a:lnTo>
                      <a:pt x="36993" y="62417"/>
                    </a:lnTo>
                    <a:cubicBezTo>
                      <a:pt x="36993" y="43736"/>
                      <a:pt x="48304" y="27752"/>
                      <a:pt x="64645" y="19879"/>
                    </a:cubicBezTo>
                    <a:lnTo>
                      <a:pt x="64347" y="19202"/>
                    </a:lnTo>
                    <a:lnTo>
                      <a:pt x="47708" y="0"/>
                    </a:lnTo>
                    <a:cubicBezTo>
                      <a:pt x="25443" y="12738"/>
                      <a:pt x="10504" y="35844"/>
                      <a:pt x="10504" y="62380"/>
                    </a:cubicBezTo>
                    <a:lnTo>
                      <a:pt x="10504" y="213576"/>
                    </a:lnTo>
                    <a:cubicBezTo>
                      <a:pt x="9841" y="212945"/>
                      <a:pt x="6394" y="209654"/>
                      <a:pt x="4100" y="206846"/>
                    </a:cubicBezTo>
                    <a:lnTo>
                      <a:pt x="0" y="215579"/>
                    </a:lnTo>
                    <a:cubicBezTo>
                      <a:pt x="18684" y="234397"/>
                      <a:pt x="50790" y="246842"/>
                      <a:pt x="87246" y="246842"/>
                    </a:cubicBezTo>
                    <a:cubicBezTo>
                      <a:pt x="109646" y="246842"/>
                      <a:pt x="130413" y="242097"/>
                      <a:pt x="147407" y="234114"/>
                    </a:cubicBezTo>
                    <a:lnTo>
                      <a:pt x="140379" y="228920"/>
                    </a:lnTo>
                    <a:cubicBezTo>
                      <a:pt x="140245" y="229012"/>
                      <a:pt x="140245" y="229012"/>
                      <a:pt x="140245" y="22901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41" name="자유형: 도형 140">
                <a:extLst>
                  <a:ext uri="{FF2B5EF4-FFF2-40B4-BE49-F238E27FC236}">
                    <a16:creationId xmlns:a16="http://schemas.microsoft.com/office/drawing/2014/main" id="{B40146F1-7049-4A0C-84A2-3F73CE55B65C}"/>
                  </a:ext>
                </a:extLst>
              </p:cNvPr>
              <p:cNvSpPr/>
              <p:nvPr/>
            </p:nvSpPr>
            <p:spPr>
              <a:xfrm>
                <a:off x="7893056" y="701643"/>
                <a:ext cx="13335" cy="304800"/>
              </a:xfrm>
              <a:custGeom>
                <a:avLst/>
                <a:gdLst>
                  <a:gd name="connsiteX0" fmla="*/ 0 w 0"/>
                  <a:gd name="connsiteY0" fmla="*/ 0 h 304800"/>
                  <a:gd name="connsiteX1" fmla="*/ 0 w 0"/>
                  <a:gd name="connsiteY1" fmla="*/ 312624 h 304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304800">
                    <a:moveTo>
                      <a:pt x="0" y="0"/>
                    </a:moveTo>
                    <a:lnTo>
                      <a:pt x="0" y="312624"/>
                    </a:lnTo>
                  </a:path>
                </a:pathLst>
              </a:custGeom>
              <a:noFill/>
              <a:ln w="28688" cap="rnd">
                <a:solidFill>
                  <a:srgbClr val="8C8C8C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42" name="자유형: 도형 141">
                <a:extLst>
                  <a:ext uri="{FF2B5EF4-FFF2-40B4-BE49-F238E27FC236}">
                    <a16:creationId xmlns:a16="http://schemas.microsoft.com/office/drawing/2014/main" id="{39981C7E-7D91-4223-BDC0-83D6ED5C9A42}"/>
                  </a:ext>
                </a:extLst>
              </p:cNvPr>
              <p:cNvSpPr/>
              <p:nvPr/>
            </p:nvSpPr>
            <p:spPr>
              <a:xfrm>
                <a:off x="7893056" y="963468"/>
                <a:ext cx="13335" cy="50800"/>
              </a:xfrm>
              <a:custGeom>
                <a:avLst/>
                <a:gdLst>
                  <a:gd name="connsiteX0" fmla="*/ 0 w 0"/>
                  <a:gd name="connsiteY0" fmla="*/ 0 h 50800"/>
                  <a:gd name="connsiteX1" fmla="*/ 0 w 0"/>
                  <a:gd name="connsiteY1" fmla="*/ 50800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28688" cap="rnd">
                <a:solidFill>
                  <a:srgbClr val="FF0000">
                    <a:alpha val="3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43" name="자유형: 도형 142">
                <a:extLst>
                  <a:ext uri="{FF2B5EF4-FFF2-40B4-BE49-F238E27FC236}">
                    <a16:creationId xmlns:a16="http://schemas.microsoft.com/office/drawing/2014/main" id="{300B1AD3-FB6B-47A9-92F0-8269E87C5FB7}"/>
                  </a:ext>
                </a:extLst>
              </p:cNvPr>
              <p:cNvSpPr/>
              <p:nvPr/>
            </p:nvSpPr>
            <p:spPr>
              <a:xfrm>
                <a:off x="7989097" y="701643"/>
                <a:ext cx="13335" cy="304800"/>
              </a:xfrm>
              <a:custGeom>
                <a:avLst/>
                <a:gdLst>
                  <a:gd name="connsiteX0" fmla="*/ 0 w 0"/>
                  <a:gd name="connsiteY0" fmla="*/ 0 h 304800"/>
                  <a:gd name="connsiteX1" fmla="*/ 0 w 0"/>
                  <a:gd name="connsiteY1" fmla="*/ 312624 h 304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304800">
                    <a:moveTo>
                      <a:pt x="0" y="0"/>
                    </a:moveTo>
                    <a:lnTo>
                      <a:pt x="0" y="312624"/>
                    </a:lnTo>
                  </a:path>
                </a:pathLst>
              </a:custGeom>
              <a:noFill/>
              <a:ln w="28688" cap="rnd">
                <a:solidFill>
                  <a:srgbClr val="8C8C8C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44" name="자유형: 도형 143">
                <a:extLst>
                  <a:ext uri="{FF2B5EF4-FFF2-40B4-BE49-F238E27FC236}">
                    <a16:creationId xmlns:a16="http://schemas.microsoft.com/office/drawing/2014/main" id="{65875366-1F70-4418-A6ED-24E16470A532}"/>
                  </a:ext>
                </a:extLst>
              </p:cNvPr>
              <p:cNvSpPr/>
              <p:nvPr/>
            </p:nvSpPr>
            <p:spPr>
              <a:xfrm>
                <a:off x="7989097" y="963468"/>
                <a:ext cx="13335" cy="50800"/>
              </a:xfrm>
              <a:custGeom>
                <a:avLst/>
                <a:gdLst>
                  <a:gd name="connsiteX0" fmla="*/ 0 w 0"/>
                  <a:gd name="connsiteY0" fmla="*/ 0 h 50800"/>
                  <a:gd name="connsiteX1" fmla="*/ 0 w 0"/>
                  <a:gd name="connsiteY1" fmla="*/ 50800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28688" cap="rnd">
                <a:solidFill>
                  <a:srgbClr val="FF0000">
                    <a:alpha val="3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47" name="자유형: 도형 3346">
                <a:extLst>
                  <a:ext uri="{FF2B5EF4-FFF2-40B4-BE49-F238E27FC236}">
                    <a16:creationId xmlns:a16="http://schemas.microsoft.com/office/drawing/2014/main" id="{EF9E64CA-6019-4159-9FA7-2079EFA3ACB3}"/>
                  </a:ext>
                </a:extLst>
              </p:cNvPr>
              <p:cNvSpPr/>
              <p:nvPr/>
            </p:nvSpPr>
            <p:spPr>
              <a:xfrm>
                <a:off x="8597292" y="653564"/>
                <a:ext cx="26670" cy="12700"/>
              </a:xfrm>
              <a:custGeom>
                <a:avLst/>
                <a:gdLst>
                  <a:gd name="connsiteX0" fmla="*/ 0 w 26670"/>
                  <a:gd name="connsiteY0" fmla="*/ 0 h 0"/>
                  <a:gd name="connsiteX1" fmla="*/ 28698 w 26670"/>
                  <a:gd name="connsiteY1" fmla="*/ 0 h 0"/>
                  <a:gd name="connsiteX2" fmla="*/ 28698 w 26670"/>
                  <a:gd name="connsiteY2" fmla="*/ 9144 h 0"/>
                  <a:gd name="connsiteX3" fmla="*/ 0 w 26670"/>
                  <a:gd name="connsiteY3" fmla="*/ 9144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">
                    <a:moveTo>
                      <a:pt x="0" y="0"/>
                    </a:moveTo>
                    <a:lnTo>
                      <a:pt x="28698" y="0"/>
                    </a:lnTo>
                    <a:lnTo>
                      <a:pt x="28698" y="9144"/>
                    </a:lnTo>
                    <a:lnTo>
                      <a:pt x="0" y="9144"/>
                    </a:lnTo>
                    <a:close/>
                  </a:path>
                </a:pathLst>
              </a:custGeom>
              <a:noFill/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48" name="자유형: 도형 3347">
                <a:extLst>
                  <a:ext uri="{FF2B5EF4-FFF2-40B4-BE49-F238E27FC236}">
                    <a16:creationId xmlns:a16="http://schemas.microsoft.com/office/drawing/2014/main" id="{D479C67A-5F34-4A50-A2DB-D22F42E91426}"/>
                  </a:ext>
                </a:extLst>
              </p:cNvPr>
              <p:cNvSpPr/>
              <p:nvPr/>
            </p:nvSpPr>
            <p:spPr>
              <a:xfrm>
                <a:off x="8693304" y="653564"/>
                <a:ext cx="26670" cy="12700"/>
              </a:xfrm>
              <a:custGeom>
                <a:avLst/>
                <a:gdLst>
                  <a:gd name="connsiteX0" fmla="*/ 0 w 26670"/>
                  <a:gd name="connsiteY0" fmla="*/ 0 h 0"/>
                  <a:gd name="connsiteX1" fmla="*/ 28727 w 26670"/>
                  <a:gd name="connsiteY1" fmla="*/ 0 h 0"/>
                  <a:gd name="connsiteX2" fmla="*/ 28727 w 26670"/>
                  <a:gd name="connsiteY2" fmla="*/ 9144 h 0"/>
                  <a:gd name="connsiteX3" fmla="*/ 0 w 26670"/>
                  <a:gd name="connsiteY3" fmla="*/ 9144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">
                    <a:moveTo>
                      <a:pt x="0" y="0"/>
                    </a:moveTo>
                    <a:lnTo>
                      <a:pt x="28727" y="0"/>
                    </a:lnTo>
                    <a:lnTo>
                      <a:pt x="28727" y="9144"/>
                    </a:lnTo>
                    <a:lnTo>
                      <a:pt x="0" y="9144"/>
                    </a:lnTo>
                    <a:close/>
                  </a:path>
                </a:pathLst>
              </a:custGeom>
              <a:noFill/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49" name="자유형: 도형 3348">
                <a:extLst>
                  <a:ext uri="{FF2B5EF4-FFF2-40B4-BE49-F238E27FC236}">
                    <a16:creationId xmlns:a16="http://schemas.microsoft.com/office/drawing/2014/main" id="{BC49729F-F97A-4EE6-879E-27E4009B0A64}"/>
                  </a:ext>
                </a:extLst>
              </p:cNvPr>
              <p:cNvSpPr/>
              <p:nvPr/>
            </p:nvSpPr>
            <p:spPr>
              <a:xfrm>
                <a:off x="8597292" y="576837"/>
                <a:ext cx="26670" cy="114300"/>
              </a:xfrm>
              <a:custGeom>
                <a:avLst/>
                <a:gdLst>
                  <a:gd name="connsiteX0" fmla="*/ 0 w 26670"/>
                  <a:gd name="connsiteY0" fmla="*/ 0 h 114300"/>
                  <a:gd name="connsiteX1" fmla="*/ 28688 w 26670"/>
                  <a:gd name="connsiteY1" fmla="*/ 0 h 114300"/>
                  <a:gd name="connsiteX2" fmla="*/ 28688 w 26670"/>
                  <a:gd name="connsiteY2" fmla="*/ 124806 h 114300"/>
                  <a:gd name="connsiteX3" fmla="*/ 0 w 26670"/>
                  <a:gd name="connsiteY3" fmla="*/ 124806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" h="114300">
                    <a:moveTo>
                      <a:pt x="0" y="0"/>
                    </a:moveTo>
                    <a:lnTo>
                      <a:pt x="28688" y="0"/>
                    </a:lnTo>
                    <a:lnTo>
                      <a:pt x="28688" y="124806"/>
                    </a:lnTo>
                    <a:lnTo>
                      <a:pt x="0" y="124806"/>
                    </a:lnTo>
                    <a:close/>
                  </a:path>
                </a:pathLst>
              </a:custGeom>
              <a:solidFill>
                <a:srgbClr val="8C8C8C"/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50" name="자유형: 도형 3349">
                <a:extLst>
                  <a:ext uri="{FF2B5EF4-FFF2-40B4-BE49-F238E27FC236}">
                    <a16:creationId xmlns:a16="http://schemas.microsoft.com/office/drawing/2014/main" id="{D90480B8-6FDC-4348-8F49-B1EBF95A4BA5}"/>
                  </a:ext>
                </a:extLst>
              </p:cNvPr>
              <p:cNvSpPr/>
              <p:nvPr/>
            </p:nvSpPr>
            <p:spPr>
              <a:xfrm>
                <a:off x="8649359" y="576078"/>
                <a:ext cx="66675" cy="127000"/>
              </a:xfrm>
              <a:custGeom>
                <a:avLst/>
                <a:gdLst>
                  <a:gd name="connsiteX0" fmla="*/ 72662 w 66675"/>
                  <a:gd name="connsiteY0" fmla="*/ 125565 h 127000"/>
                  <a:gd name="connsiteX1" fmla="*/ 44818 w 66675"/>
                  <a:gd name="connsiteY1" fmla="*/ 87572 h 127000"/>
                  <a:gd name="connsiteX2" fmla="*/ 28823 w 66675"/>
                  <a:gd name="connsiteY2" fmla="*/ 69476 h 127000"/>
                  <a:gd name="connsiteX3" fmla="*/ 28823 w 66675"/>
                  <a:gd name="connsiteY3" fmla="*/ 0 h 127000"/>
                  <a:gd name="connsiteX4" fmla="*/ 0 w 66675"/>
                  <a:gd name="connsiteY4" fmla="*/ 0 h 127000"/>
                  <a:gd name="connsiteX5" fmla="*/ 0 w 66675"/>
                  <a:gd name="connsiteY5" fmla="*/ 73408 h 127000"/>
                  <a:gd name="connsiteX6" fmla="*/ 25952 w 66675"/>
                  <a:gd name="connsiteY6" fmla="*/ 108311 h 127000"/>
                  <a:gd name="connsiteX7" fmla="*/ 43935 w 66675"/>
                  <a:gd name="connsiteY7" fmla="*/ 130787 h 12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6675" h="127000">
                    <a:moveTo>
                      <a:pt x="72662" y="125565"/>
                    </a:moveTo>
                    <a:cubicBezTo>
                      <a:pt x="72662" y="110661"/>
                      <a:pt x="58462" y="98865"/>
                      <a:pt x="44818" y="87572"/>
                    </a:cubicBezTo>
                    <a:cubicBezTo>
                      <a:pt x="39269" y="82909"/>
                      <a:pt x="28823" y="74853"/>
                      <a:pt x="28823" y="69476"/>
                    </a:cubicBezTo>
                    <a:lnTo>
                      <a:pt x="28823" y="0"/>
                    </a:lnTo>
                    <a:lnTo>
                      <a:pt x="0" y="0"/>
                    </a:lnTo>
                    <a:lnTo>
                      <a:pt x="0" y="73408"/>
                    </a:lnTo>
                    <a:cubicBezTo>
                      <a:pt x="0" y="86850"/>
                      <a:pt x="12635" y="97265"/>
                      <a:pt x="25952" y="108311"/>
                    </a:cubicBezTo>
                    <a:cubicBezTo>
                      <a:pt x="31876" y="113084"/>
                      <a:pt x="43935" y="124185"/>
                      <a:pt x="43935" y="130787"/>
                    </a:cubicBezTo>
                  </a:path>
                </a:pathLst>
              </a:custGeom>
              <a:solidFill>
                <a:srgbClr val="8C8C8C"/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51" name="자유형: 도형 3350">
                <a:extLst>
                  <a:ext uri="{FF2B5EF4-FFF2-40B4-BE49-F238E27FC236}">
                    <a16:creationId xmlns:a16="http://schemas.microsoft.com/office/drawing/2014/main" id="{F6500EC3-1AE2-4882-B25A-7DDB60E8A38A}"/>
                  </a:ext>
                </a:extLst>
              </p:cNvPr>
              <p:cNvSpPr/>
              <p:nvPr/>
            </p:nvSpPr>
            <p:spPr>
              <a:xfrm>
                <a:off x="8551273" y="330717"/>
                <a:ext cx="200025" cy="292100"/>
              </a:xfrm>
              <a:custGeom>
                <a:avLst/>
                <a:gdLst>
                  <a:gd name="connsiteX0" fmla="*/ 189000 w 200025"/>
                  <a:gd name="connsiteY0" fmla="*/ 165113 h 292100"/>
                  <a:gd name="connsiteX1" fmla="*/ 189000 w 200025"/>
                  <a:gd name="connsiteY1" fmla="*/ 90023 h 292100"/>
                  <a:gd name="connsiteX2" fmla="*/ 94514 w 200025"/>
                  <a:gd name="connsiteY2" fmla="*/ 0 h 292100"/>
                  <a:gd name="connsiteX3" fmla="*/ 0 w 200025"/>
                  <a:gd name="connsiteY3" fmla="*/ 90023 h 292100"/>
                  <a:gd name="connsiteX4" fmla="*/ 0 w 200025"/>
                  <a:gd name="connsiteY4" fmla="*/ 263365 h 292100"/>
                  <a:gd name="connsiteX5" fmla="*/ 94514 w 200025"/>
                  <a:gd name="connsiteY5" fmla="*/ 298323 h 292100"/>
                  <a:gd name="connsiteX6" fmla="*/ 206109 w 200025"/>
                  <a:gd name="connsiteY6" fmla="*/ 223909 h 292100"/>
                  <a:gd name="connsiteX7" fmla="*/ 206109 w 200025"/>
                  <a:gd name="connsiteY7" fmla="*/ 204560 h 292100"/>
                  <a:gd name="connsiteX8" fmla="*/ 189000 w 200025"/>
                  <a:gd name="connsiteY8" fmla="*/ 165113 h 292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0025" h="292100">
                    <a:moveTo>
                      <a:pt x="189000" y="165113"/>
                    </a:moveTo>
                    <a:lnTo>
                      <a:pt x="189000" y="90023"/>
                    </a:lnTo>
                    <a:cubicBezTo>
                      <a:pt x="189000" y="40325"/>
                      <a:pt x="146754" y="0"/>
                      <a:pt x="94514" y="0"/>
                    </a:cubicBezTo>
                    <a:cubicBezTo>
                      <a:pt x="42341" y="0"/>
                      <a:pt x="0" y="40252"/>
                      <a:pt x="0" y="90023"/>
                    </a:cubicBezTo>
                    <a:lnTo>
                      <a:pt x="0" y="263365"/>
                    </a:lnTo>
                    <a:cubicBezTo>
                      <a:pt x="19654" y="284332"/>
                      <a:pt x="54631" y="298323"/>
                      <a:pt x="94514" y="298323"/>
                    </a:cubicBezTo>
                    <a:cubicBezTo>
                      <a:pt x="156116" y="298323"/>
                      <a:pt x="206109" y="265075"/>
                      <a:pt x="206109" y="223909"/>
                    </a:cubicBezTo>
                    <a:lnTo>
                      <a:pt x="206109" y="204560"/>
                    </a:lnTo>
                    <a:cubicBezTo>
                      <a:pt x="206099" y="190049"/>
                      <a:pt x="199782" y="176571"/>
                      <a:pt x="189000" y="165113"/>
                    </a:cubicBezTo>
                    <a:close/>
                  </a:path>
                </a:pathLst>
              </a:custGeom>
              <a:solidFill>
                <a:srgbClr val="E60000">
                  <a:alpha val="30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52" name="자유형: 도형 3351">
                <a:extLst>
                  <a:ext uri="{FF2B5EF4-FFF2-40B4-BE49-F238E27FC236}">
                    <a16:creationId xmlns:a16="http://schemas.microsoft.com/office/drawing/2014/main" id="{CF20A03A-F140-47A1-9DAD-24E5336772DC}"/>
                  </a:ext>
                </a:extLst>
              </p:cNvPr>
              <p:cNvSpPr/>
              <p:nvPr/>
            </p:nvSpPr>
            <p:spPr>
              <a:xfrm>
                <a:off x="8551273" y="330717"/>
                <a:ext cx="200025" cy="292100"/>
              </a:xfrm>
              <a:custGeom>
                <a:avLst/>
                <a:gdLst>
                  <a:gd name="connsiteX0" fmla="*/ 189000 w 200025"/>
                  <a:gd name="connsiteY0" fmla="*/ 165113 h 292100"/>
                  <a:gd name="connsiteX1" fmla="*/ 189000 w 200025"/>
                  <a:gd name="connsiteY1" fmla="*/ 90023 h 292100"/>
                  <a:gd name="connsiteX2" fmla="*/ 94514 w 200025"/>
                  <a:gd name="connsiteY2" fmla="*/ 0 h 292100"/>
                  <a:gd name="connsiteX3" fmla="*/ 0 w 200025"/>
                  <a:gd name="connsiteY3" fmla="*/ 90023 h 292100"/>
                  <a:gd name="connsiteX4" fmla="*/ 0 w 200025"/>
                  <a:gd name="connsiteY4" fmla="*/ 263365 h 292100"/>
                  <a:gd name="connsiteX5" fmla="*/ 94514 w 200025"/>
                  <a:gd name="connsiteY5" fmla="*/ 298323 h 292100"/>
                  <a:gd name="connsiteX6" fmla="*/ 206109 w 200025"/>
                  <a:gd name="connsiteY6" fmla="*/ 223909 h 292100"/>
                  <a:gd name="connsiteX7" fmla="*/ 206109 w 200025"/>
                  <a:gd name="connsiteY7" fmla="*/ 204560 h 292100"/>
                  <a:gd name="connsiteX8" fmla="*/ 189000 w 200025"/>
                  <a:gd name="connsiteY8" fmla="*/ 165113 h 292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0025" h="292100">
                    <a:moveTo>
                      <a:pt x="189000" y="165113"/>
                    </a:moveTo>
                    <a:lnTo>
                      <a:pt x="189000" y="90023"/>
                    </a:lnTo>
                    <a:cubicBezTo>
                      <a:pt x="189000" y="40325"/>
                      <a:pt x="146754" y="0"/>
                      <a:pt x="94514" y="0"/>
                    </a:cubicBezTo>
                    <a:cubicBezTo>
                      <a:pt x="42341" y="0"/>
                      <a:pt x="0" y="40252"/>
                      <a:pt x="0" y="90023"/>
                    </a:cubicBezTo>
                    <a:lnTo>
                      <a:pt x="0" y="263365"/>
                    </a:lnTo>
                    <a:cubicBezTo>
                      <a:pt x="19654" y="284332"/>
                      <a:pt x="54631" y="298323"/>
                      <a:pt x="94514" y="298323"/>
                    </a:cubicBezTo>
                    <a:cubicBezTo>
                      <a:pt x="156116" y="298323"/>
                      <a:pt x="206109" y="265075"/>
                      <a:pt x="206109" y="223909"/>
                    </a:cubicBezTo>
                    <a:lnTo>
                      <a:pt x="206109" y="204560"/>
                    </a:lnTo>
                    <a:cubicBezTo>
                      <a:pt x="206099" y="190049"/>
                      <a:pt x="199782" y="176571"/>
                      <a:pt x="189000" y="165113"/>
                    </a:cubicBezTo>
                    <a:close/>
                  </a:path>
                </a:pathLst>
              </a:custGeom>
              <a:solidFill>
                <a:srgbClr val="E6E6E6">
                  <a:alpha val="50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53" name="자유형: 도형 3352">
                <a:extLst>
                  <a:ext uri="{FF2B5EF4-FFF2-40B4-BE49-F238E27FC236}">
                    <a16:creationId xmlns:a16="http://schemas.microsoft.com/office/drawing/2014/main" id="{828612F0-5D00-480A-A564-D7FFCFE03191}"/>
                  </a:ext>
                </a:extLst>
              </p:cNvPr>
              <p:cNvSpPr/>
              <p:nvPr/>
            </p:nvSpPr>
            <p:spPr>
              <a:xfrm>
                <a:off x="8551273" y="495830"/>
                <a:ext cx="200025" cy="127000"/>
              </a:xfrm>
              <a:custGeom>
                <a:avLst/>
                <a:gdLst>
                  <a:gd name="connsiteX0" fmla="*/ 189000 w 200025"/>
                  <a:gd name="connsiteY0" fmla="*/ 0 h 127000"/>
                  <a:gd name="connsiteX1" fmla="*/ 189000 w 200025"/>
                  <a:gd name="connsiteY1" fmla="*/ 39438 h 127000"/>
                  <a:gd name="connsiteX2" fmla="*/ 94514 w 200025"/>
                  <a:gd name="connsiteY2" fmla="*/ 102495 h 127000"/>
                  <a:gd name="connsiteX3" fmla="*/ 0 w 200025"/>
                  <a:gd name="connsiteY3" fmla="*/ 39439 h 127000"/>
                  <a:gd name="connsiteX4" fmla="*/ 0 w 200025"/>
                  <a:gd name="connsiteY4" fmla="*/ 78877 h 127000"/>
                  <a:gd name="connsiteX5" fmla="*/ 0 w 200025"/>
                  <a:gd name="connsiteY5" fmla="*/ 98234 h 127000"/>
                  <a:gd name="connsiteX6" fmla="*/ 94514 w 200025"/>
                  <a:gd name="connsiteY6" fmla="*/ 133192 h 127000"/>
                  <a:gd name="connsiteX7" fmla="*/ 206109 w 200025"/>
                  <a:gd name="connsiteY7" fmla="*/ 58787 h 127000"/>
                  <a:gd name="connsiteX8" fmla="*/ 206108 w 200025"/>
                  <a:gd name="connsiteY8" fmla="*/ 39439 h 127000"/>
                  <a:gd name="connsiteX9" fmla="*/ 189000 w 200025"/>
                  <a:gd name="connsiteY9" fmla="*/ 0 h 12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0025" h="127000">
                    <a:moveTo>
                      <a:pt x="189000" y="0"/>
                    </a:moveTo>
                    <a:lnTo>
                      <a:pt x="189000" y="39438"/>
                    </a:lnTo>
                    <a:cubicBezTo>
                      <a:pt x="189000" y="74222"/>
                      <a:pt x="146783" y="102495"/>
                      <a:pt x="94514" y="102495"/>
                    </a:cubicBezTo>
                    <a:cubicBezTo>
                      <a:pt x="42341" y="102495"/>
                      <a:pt x="0" y="74314"/>
                      <a:pt x="0" y="39439"/>
                    </a:cubicBezTo>
                    <a:lnTo>
                      <a:pt x="0" y="78877"/>
                    </a:lnTo>
                    <a:lnTo>
                      <a:pt x="0" y="98234"/>
                    </a:lnTo>
                    <a:cubicBezTo>
                      <a:pt x="19654" y="119211"/>
                      <a:pt x="54631" y="133192"/>
                      <a:pt x="94514" y="133192"/>
                    </a:cubicBezTo>
                    <a:cubicBezTo>
                      <a:pt x="156116" y="133192"/>
                      <a:pt x="206109" y="99944"/>
                      <a:pt x="206109" y="58787"/>
                    </a:cubicBezTo>
                    <a:lnTo>
                      <a:pt x="206108" y="39439"/>
                    </a:lnTo>
                    <a:cubicBezTo>
                      <a:pt x="206099" y="24936"/>
                      <a:pt x="199782" y="11458"/>
                      <a:pt x="189000" y="0"/>
                    </a:cubicBezTo>
                    <a:close/>
                  </a:path>
                </a:pathLst>
              </a:custGeom>
              <a:solidFill>
                <a:srgbClr val="D1D1D1">
                  <a:alpha val="90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54" name="자유형: 도형 3353">
                <a:extLst>
                  <a:ext uri="{FF2B5EF4-FFF2-40B4-BE49-F238E27FC236}">
                    <a16:creationId xmlns:a16="http://schemas.microsoft.com/office/drawing/2014/main" id="{B9E393E6-C2FF-4B09-A462-BA44C546FE68}"/>
                  </a:ext>
                </a:extLst>
              </p:cNvPr>
              <p:cNvSpPr/>
              <p:nvPr/>
            </p:nvSpPr>
            <p:spPr>
              <a:xfrm>
                <a:off x="8551273" y="495830"/>
                <a:ext cx="200025" cy="127000"/>
              </a:xfrm>
              <a:custGeom>
                <a:avLst/>
                <a:gdLst>
                  <a:gd name="connsiteX0" fmla="*/ 189000 w 200025"/>
                  <a:gd name="connsiteY0" fmla="*/ 0 h 127000"/>
                  <a:gd name="connsiteX1" fmla="*/ 189000 w 200025"/>
                  <a:gd name="connsiteY1" fmla="*/ 39438 h 127000"/>
                  <a:gd name="connsiteX2" fmla="*/ 94514 w 200025"/>
                  <a:gd name="connsiteY2" fmla="*/ 102495 h 127000"/>
                  <a:gd name="connsiteX3" fmla="*/ 0 w 200025"/>
                  <a:gd name="connsiteY3" fmla="*/ 39439 h 127000"/>
                  <a:gd name="connsiteX4" fmla="*/ 0 w 200025"/>
                  <a:gd name="connsiteY4" fmla="*/ 78877 h 127000"/>
                  <a:gd name="connsiteX5" fmla="*/ 0 w 200025"/>
                  <a:gd name="connsiteY5" fmla="*/ 98234 h 127000"/>
                  <a:gd name="connsiteX6" fmla="*/ 94514 w 200025"/>
                  <a:gd name="connsiteY6" fmla="*/ 133192 h 127000"/>
                  <a:gd name="connsiteX7" fmla="*/ 206109 w 200025"/>
                  <a:gd name="connsiteY7" fmla="*/ 58787 h 127000"/>
                  <a:gd name="connsiteX8" fmla="*/ 206108 w 200025"/>
                  <a:gd name="connsiteY8" fmla="*/ 39439 h 127000"/>
                  <a:gd name="connsiteX9" fmla="*/ 189000 w 200025"/>
                  <a:gd name="connsiteY9" fmla="*/ 0 h 12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0025" h="127000">
                    <a:moveTo>
                      <a:pt x="189000" y="0"/>
                    </a:moveTo>
                    <a:lnTo>
                      <a:pt x="189000" y="39438"/>
                    </a:lnTo>
                    <a:cubicBezTo>
                      <a:pt x="189000" y="74222"/>
                      <a:pt x="146783" y="102495"/>
                      <a:pt x="94514" y="102495"/>
                    </a:cubicBezTo>
                    <a:cubicBezTo>
                      <a:pt x="42341" y="102495"/>
                      <a:pt x="0" y="74314"/>
                      <a:pt x="0" y="39439"/>
                    </a:cubicBezTo>
                    <a:lnTo>
                      <a:pt x="0" y="78877"/>
                    </a:lnTo>
                    <a:lnTo>
                      <a:pt x="0" y="98234"/>
                    </a:lnTo>
                    <a:cubicBezTo>
                      <a:pt x="19654" y="119211"/>
                      <a:pt x="54631" y="133192"/>
                      <a:pt x="94514" y="133192"/>
                    </a:cubicBezTo>
                    <a:cubicBezTo>
                      <a:pt x="156116" y="133192"/>
                      <a:pt x="206109" y="99944"/>
                      <a:pt x="206109" y="58787"/>
                    </a:cubicBezTo>
                    <a:lnTo>
                      <a:pt x="206108" y="39439"/>
                    </a:lnTo>
                    <a:cubicBezTo>
                      <a:pt x="206099" y="24936"/>
                      <a:pt x="199782" y="11458"/>
                      <a:pt x="189000" y="0"/>
                    </a:cubicBezTo>
                    <a:close/>
                  </a:path>
                </a:pathLst>
              </a:custGeom>
              <a:solidFill>
                <a:srgbClr val="E60000">
                  <a:alpha val="70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55" name="자유형: 도형 3354">
                <a:extLst>
                  <a:ext uri="{FF2B5EF4-FFF2-40B4-BE49-F238E27FC236}">
                    <a16:creationId xmlns:a16="http://schemas.microsoft.com/office/drawing/2014/main" id="{21F6CABB-A5C0-44A9-8951-766333F1639B}"/>
                  </a:ext>
                </a:extLst>
              </p:cNvPr>
              <p:cNvSpPr/>
              <p:nvPr/>
            </p:nvSpPr>
            <p:spPr>
              <a:xfrm>
                <a:off x="8551273" y="495830"/>
                <a:ext cx="200025" cy="101600"/>
              </a:xfrm>
              <a:custGeom>
                <a:avLst/>
                <a:gdLst>
                  <a:gd name="connsiteX0" fmla="*/ 189000 w 200025"/>
                  <a:gd name="connsiteY0" fmla="*/ 0 h 101600"/>
                  <a:gd name="connsiteX1" fmla="*/ 189000 w 200025"/>
                  <a:gd name="connsiteY1" fmla="*/ 39438 h 101600"/>
                  <a:gd name="connsiteX2" fmla="*/ 94514 w 200025"/>
                  <a:gd name="connsiteY2" fmla="*/ 102495 h 101600"/>
                  <a:gd name="connsiteX3" fmla="*/ 0 w 200025"/>
                  <a:gd name="connsiteY3" fmla="*/ 39439 h 101600"/>
                  <a:gd name="connsiteX4" fmla="*/ 0 w 200025"/>
                  <a:gd name="connsiteY4" fmla="*/ 78877 h 101600"/>
                  <a:gd name="connsiteX5" fmla="*/ 94514 w 200025"/>
                  <a:gd name="connsiteY5" fmla="*/ 113834 h 101600"/>
                  <a:gd name="connsiteX6" fmla="*/ 206109 w 200025"/>
                  <a:gd name="connsiteY6" fmla="*/ 39429 h 101600"/>
                  <a:gd name="connsiteX7" fmla="*/ 189000 w 200025"/>
                  <a:gd name="connsiteY7" fmla="*/ 0 h 10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0025" h="101600">
                    <a:moveTo>
                      <a:pt x="189000" y="0"/>
                    </a:moveTo>
                    <a:lnTo>
                      <a:pt x="189000" y="39438"/>
                    </a:lnTo>
                    <a:cubicBezTo>
                      <a:pt x="189000" y="74222"/>
                      <a:pt x="146783" y="102495"/>
                      <a:pt x="94514" y="102495"/>
                    </a:cubicBezTo>
                    <a:cubicBezTo>
                      <a:pt x="42341" y="102495"/>
                      <a:pt x="0" y="74314"/>
                      <a:pt x="0" y="39439"/>
                    </a:cubicBezTo>
                    <a:lnTo>
                      <a:pt x="0" y="78877"/>
                    </a:lnTo>
                    <a:cubicBezTo>
                      <a:pt x="19654" y="99835"/>
                      <a:pt x="54631" y="113834"/>
                      <a:pt x="94514" y="113834"/>
                    </a:cubicBezTo>
                    <a:cubicBezTo>
                      <a:pt x="156116" y="113834"/>
                      <a:pt x="206109" y="80587"/>
                      <a:pt x="206109" y="39429"/>
                    </a:cubicBezTo>
                    <a:cubicBezTo>
                      <a:pt x="206099" y="24936"/>
                      <a:pt x="199782" y="11458"/>
                      <a:pt x="189000" y="0"/>
                    </a:cubicBezTo>
                    <a:close/>
                  </a:path>
                </a:pathLst>
              </a:custGeom>
              <a:solidFill>
                <a:srgbClr val="E60000">
                  <a:alpha val="25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56" name="자유형: 도형 3355">
                <a:extLst>
                  <a:ext uri="{FF2B5EF4-FFF2-40B4-BE49-F238E27FC236}">
                    <a16:creationId xmlns:a16="http://schemas.microsoft.com/office/drawing/2014/main" id="{BA3C66DB-695A-4403-A200-2ACA36424F46}"/>
                  </a:ext>
                </a:extLst>
              </p:cNvPr>
              <p:cNvSpPr/>
              <p:nvPr/>
            </p:nvSpPr>
            <p:spPr>
              <a:xfrm>
                <a:off x="8551283" y="472266"/>
                <a:ext cx="186690" cy="114300"/>
              </a:xfrm>
              <a:custGeom>
                <a:avLst/>
                <a:gdLst>
                  <a:gd name="connsiteX0" fmla="*/ 189009 w 186690"/>
                  <a:gd name="connsiteY0" fmla="*/ 63002 h 114300"/>
                  <a:gd name="connsiteX1" fmla="*/ 94505 w 186690"/>
                  <a:gd name="connsiteY1" fmla="*/ 126004 h 114300"/>
                  <a:gd name="connsiteX2" fmla="*/ 0 w 186690"/>
                  <a:gd name="connsiteY2" fmla="*/ 63002 h 114300"/>
                  <a:gd name="connsiteX3" fmla="*/ 94505 w 186690"/>
                  <a:gd name="connsiteY3" fmla="*/ 0 h 114300"/>
                  <a:gd name="connsiteX4" fmla="*/ 189009 w 186690"/>
                  <a:gd name="connsiteY4" fmla="*/ 63002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6690" h="114300">
                    <a:moveTo>
                      <a:pt x="189009" y="63002"/>
                    </a:moveTo>
                    <a:cubicBezTo>
                      <a:pt x="189009" y="97797"/>
                      <a:pt x="146698" y="126004"/>
                      <a:pt x="94505" y="126004"/>
                    </a:cubicBezTo>
                    <a:cubicBezTo>
                      <a:pt x="42311" y="126004"/>
                      <a:pt x="0" y="97797"/>
                      <a:pt x="0" y="63002"/>
                    </a:cubicBezTo>
                    <a:cubicBezTo>
                      <a:pt x="0" y="28207"/>
                      <a:pt x="42311" y="0"/>
                      <a:pt x="94505" y="0"/>
                    </a:cubicBezTo>
                    <a:cubicBezTo>
                      <a:pt x="146698" y="0"/>
                      <a:pt x="189009" y="28207"/>
                      <a:pt x="189009" y="63002"/>
                    </a:cubicBezTo>
                    <a:close/>
                  </a:path>
                </a:pathLst>
              </a:custGeom>
              <a:solidFill>
                <a:srgbClr val="E6E6E6">
                  <a:alpha val="25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57" name="자유형: 도형 3356">
                <a:extLst>
                  <a:ext uri="{FF2B5EF4-FFF2-40B4-BE49-F238E27FC236}">
                    <a16:creationId xmlns:a16="http://schemas.microsoft.com/office/drawing/2014/main" id="{AF9794DE-F50A-428C-B600-C8E55383FF75}"/>
                  </a:ext>
                </a:extLst>
              </p:cNvPr>
              <p:cNvSpPr/>
              <p:nvPr/>
            </p:nvSpPr>
            <p:spPr>
              <a:xfrm>
                <a:off x="8551283" y="472266"/>
                <a:ext cx="186690" cy="114300"/>
              </a:xfrm>
              <a:custGeom>
                <a:avLst/>
                <a:gdLst>
                  <a:gd name="connsiteX0" fmla="*/ 189009 w 186690"/>
                  <a:gd name="connsiteY0" fmla="*/ 63002 h 114300"/>
                  <a:gd name="connsiteX1" fmla="*/ 94505 w 186690"/>
                  <a:gd name="connsiteY1" fmla="*/ 126004 h 114300"/>
                  <a:gd name="connsiteX2" fmla="*/ 0 w 186690"/>
                  <a:gd name="connsiteY2" fmla="*/ 63002 h 114300"/>
                  <a:gd name="connsiteX3" fmla="*/ 94505 w 186690"/>
                  <a:gd name="connsiteY3" fmla="*/ 0 h 114300"/>
                  <a:gd name="connsiteX4" fmla="*/ 189009 w 186690"/>
                  <a:gd name="connsiteY4" fmla="*/ 63002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6690" h="114300">
                    <a:moveTo>
                      <a:pt x="189009" y="63002"/>
                    </a:moveTo>
                    <a:cubicBezTo>
                      <a:pt x="189009" y="97797"/>
                      <a:pt x="146698" y="126004"/>
                      <a:pt x="94505" y="126004"/>
                    </a:cubicBezTo>
                    <a:cubicBezTo>
                      <a:pt x="42311" y="126004"/>
                      <a:pt x="0" y="97797"/>
                      <a:pt x="0" y="63002"/>
                    </a:cubicBezTo>
                    <a:cubicBezTo>
                      <a:pt x="0" y="28207"/>
                      <a:pt x="42311" y="0"/>
                      <a:pt x="94505" y="0"/>
                    </a:cubicBezTo>
                    <a:cubicBezTo>
                      <a:pt x="146698" y="0"/>
                      <a:pt x="189009" y="28207"/>
                      <a:pt x="189009" y="63002"/>
                    </a:cubicBezTo>
                    <a:close/>
                  </a:path>
                </a:pathLst>
              </a:custGeom>
              <a:solidFill>
                <a:srgbClr val="E60000">
                  <a:alpha val="25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58" name="자유형: 도형 3357">
                <a:extLst>
                  <a:ext uri="{FF2B5EF4-FFF2-40B4-BE49-F238E27FC236}">
                    <a16:creationId xmlns:a16="http://schemas.microsoft.com/office/drawing/2014/main" id="{44E7A6EE-04BF-4ACC-9629-6F65CA180971}"/>
                  </a:ext>
                </a:extLst>
              </p:cNvPr>
              <p:cNvSpPr/>
              <p:nvPr/>
            </p:nvSpPr>
            <p:spPr>
              <a:xfrm>
                <a:off x="8580653" y="442539"/>
                <a:ext cx="93345" cy="88900"/>
              </a:xfrm>
              <a:custGeom>
                <a:avLst/>
                <a:gdLst>
                  <a:gd name="connsiteX0" fmla="*/ 0 w 93345"/>
                  <a:gd name="connsiteY0" fmla="*/ 10708 h 88900"/>
                  <a:gd name="connsiteX1" fmla="*/ 0 w 93345"/>
                  <a:gd name="connsiteY1" fmla="*/ 92738 h 88900"/>
                  <a:gd name="connsiteX2" fmla="*/ 13240 w 93345"/>
                  <a:gd name="connsiteY2" fmla="*/ 92738 h 88900"/>
                  <a:gd name="connsiteX3" fmla="*/ 13240 w 93345"/>
                  <a:gd name="connsiteY3" fmla="*/ 54479 h 88900"/>
                  <a:gd name="connsiteX4" fmla="*/ 50838 w 93345"/>
                  <a:gd name="connsiteY4" fmla="*/ 54479 h 88900"/>
                  <a:gd name="connsiteX5" fmla="*/ 104134 w 93345"/>
                  <a:gd name="connsiteY5" fmla="*/ 0 h 88900"/>
                  <a:gd name="connsiteX6" fmla="*/ 16053 w 93345"/>
                  <a:gd name="connsiteY6" fmla="*/ 0 h 88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3345" h="88900">
                    <a:moveTo>
                      <a:pt x="0" y="10708"/>
                    </a:moveTo>
                    <a:lnTo>
                      <a:pt x="0" y="92738"/>
                    </a:lnTo>
                    <a:lnTo>
                      <a:pt x="13240" y="92738"/>
                    </a:lnTo>
                    <a:lnTo>
                      <a:pt x="13240" y="54479"/>
                    </a:lnTo>
                    <a:lnTo>
                      <a:pt x="50838" y="54479"/>
                    </a:lnTo>
                    <a:lnTo>
                      <a:pt x="104134" y="0"/>
                    </a:lnTo>
                    <a:lnTo>
                      <a:pt x="16053" y="0"/>
                    </a:lnTo>
                    <a:close/>
                  </a:path>
                </a:pathLst>
              </a:custGeom>
              <a:solidFill>
                <a:srgbClr val="666666"/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59" name="자유형: 도형 3358">
                <a:extLst>
                  <a:ext uri="{FF2B5EF4-FFF2-40B4-BE49-F238E27FC236}">
                    <a16:creationId xmlns:a16="http://schemas.microsoft.com/office/drawing/2014/main" id="{D03DBF94-4DF3-4A76-8EAD-84BE617D4494}"/>
                  </a:ext>
                </a:extLst>
              </p:cNvPr>
              <p:cNvSpPr/>
              <p:nvPr/>
            </p:nvSpPr>
            <p:spPr>
              <a:xfrm>
                <a:off x="8650108" y="438973"/>
                <a:ext cx="53340" cy="88900"/>
              </a:xfrm>
              <a:custGeom>
                <a:avLst/>
                <a:gdLst>
                  <a:gd name="connsiteX0" fmla="*/ 44895 w 53340"/>
                  <a:gd name="connsiteY0" fmla="*/ 0 h 88900"/>
                  <a:gd name="connsiteX1" fmla="*/ 50713 w 53340"/>
                  <a:gd name="connsiteY1" fmla="*/ 6474 h 88900"/>
                  <a:gd name="connsiteX2" fmla="*/ 0 w 53340"/>
                  <a:gd name="connsiteY2" fmla="*/ 58046 h 88900"/>
                  <a:gd name="connsiteX3" fmla="*/ 48649 w 53340"/>
                  <a:gd name="connsiteY3" fmla="*/ 58046 h 88900"/>
                  <a:gd name="connsiteX4" fmla="*/ 48649 w 53340"/>
                  <a:gd name="connsiteY4" fmla="*/ 96304 h 88900"/>
                  <a:gd name="connsiteX5" fmla="*/ 60833 w 53340"/>
                  <a:gd name="connsiteY5" fmla="*/ 96304 h 88900"/>
                  <a:gd name="connsiteX6" fmla="*/ 60833 w 53340"/>
                  <a:gd name="connsiteY6" fmla="*/ 0 h 88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340" h="88900">
                    <a:moveTo>
                      <a:pt x="44895" y="0"/>
                    </a:moveTo>
                    <a:lnTo>
                      <a:pt x="50713" y="6474"/>
                    </a:lnTo>
                    <a:lnTo>
                      <a:pt x="0" y="58046"/>
                    </a:lnTo>
                    <a:lnTo>
                      <a:pt x="48649" y="58046"/>
                    </a:lnTo>
                    <a:lnTo>
                      <a:pt x="48649" y="96304"/>
                    </a:lnTo>
                    <a:lnTo>
                      <a:pt x="60833" y="96304"/>
                    </a:lnTo>
                    <a:lnTo>
                      <a:pt x="60833" y="0"/>
                    </a:lnTo>
                    <a:close/>
                  </a:path>
                </a:pathLst>
              </a:custGeom>
              <a:solidFill>
                <a:srgbClr val="666666"/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60" name="자유형: 도형 3359">
                <a:extLst>
                  <a:ext uri="{FF2B5EF4-FFF2-40B4-BE49-F238E27FC236}">
                    <a16:creationId xmlns:a16="http://schemas.microsoft.com/office/drawing/2014/main" id="{1D117C32-A3DC-44D8-A9C3-9DD9F204E54A}"/>
                  </a:ext>
                </a:extLst>
              </p:cNvPr>
              <p:cNvSpPr/>
              <p:nvPr/>
            </p:nvSpPr>
            <p:spPr>
              <a:xfrm>
                <a:off x="8551273" y="330717"/>
                <a:ext cx="200025" cy="292100"/>
              </a:xfrm>
              <a:custGeom>
                <a:avLst/>
                <a:gdLst>
                  <a:gd name="connsiteX0" fmla="*/ 189000 w 200025"/>
                  <a:gd name="connsiteY0" fmla="*/ 165113 h 292100"/>
                  <a:gd name="connsiteX1" fmla="*/ 189000 w 200025"/>
                  <a:gd name="connsiteY1" fmla="*/ 90023 h 292100"/>
                  <a:gd name="connsiteX2" fmla="*/ 94514 w 200025"/>
                  <a:gd name="connsiteY2" fmla="*/ 0 h 292100"/>
                  <a:gd name="connsiteX3" fmla="*/ 0 w 200025"/>
                  <a:gd name="connsiteY3" fmla="*/ 90023 h 292100"/>
                  <a:gd name="connsiteX4" fmla="*/ 0 w 200025"/>
                  <a:gd name="connsiteY4" fmla="*/ 263365 h 292100"/>
                  <a:gd name="connsiteX5" fmla="*/ 94514 w 200025"/>
                  <a:gd name="connsiteY5" fmla="*/ 298323 h 292100"/>
                  <a:gd name="connsiteX6" fmla="*/ 206109 w 200025"/>
                  <a:gd name="connsiteY6" fmla="*/ 223909 h 292100"/>
                  <a:gd name="connsiteX7" fmla="*/ 206109 w 200025"/>
                  <a:gd name="connsiteY7" fmla="*/ 204560 h 292100"/>
                  <a:gd name="connsiteX8" fmla="*/ 189000 w 200025"/>
                  <a:gd name="connsiteY8" fmla="*/ 165113 h 292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0025" h="292100">
                    <a:moveTo>
                      <a:pt x="189000" y="165113"/>
                    </a:moveTo>
                    <a:lnTo>
                      <a:pt x="189000" y="90023"/>
                    </a:lnTo>
                    <a:cubicBezTo>
                      <a:pt x="189000" y="40325"/>
                      <a:pt x="146754" y="0"/>
                      <a:pt x="94514" y="0"/>
                    </a:cubicBezTo>
                    <a:cubicBezTo>
                      <a:pt x="42341" y="0"/>
                      <a:pt x="0" y="40252"/>
                      <a:pt x="0" y="90023"/>
                    </a:cubicBezTo>
                    <a:lnTo>
                      <a:pt x="0" y="263365"/>
                    </a:lnTo>
                    <a:cubicBezTo>
                      <a:pt x="19654" y="284332"/>
                      <a:pt x="54631" y="298323"/>
                      <a:pt x="94514" y="298323"/>
                    </a:cubicBezTo>
                    <a:cubicBezTo>
                      <a:pt x="156116" y="298323"/>
                      <a:pt x="206109" y="265075"/>
                      <a:pt x="206109" y="223909"/>
                    </a:cubicBezTo>
                    <a:lnTo>
                      <a:pt x="206109" y="204560"/>
                    </a:lnTo>
                    <a:cubicBezTo>
                      <a:pt x="206099" y="190049"/>
                      <a:pt x="199782" y="176571"/>
                      <a:pt x="189000" y="165113"/>
                    </a:cubicBezTo>
                    <a:close/>
                  </a:path>
                </a:pathLst>
              </a:custGeom>
              <a:solidFill>
                <a:srgbClr val="E60000">
                  <a:alpha val="65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61" name="자유형: 도형 3360">
                <a:extLst>
                  <a:ext uri="{FF2B5EF4-FFF2-40B4-BE49-F238E27FC236}">
                    <a16:creationId xmlns:a16="http://schemas.microsoft.com/office/drawing/2014/main" id="{29390553-F519-4F61-8976-FEA5B019AB39}"/>
                  </a:ext>
                </a:extLst>
              </p:cNvPr>
              <p:cNvSpPr/>
              <p:nvPr/>
            </p:nvSpPr>
            <p:spPr>
              <a:xfrm>
                <a:off x="8661726" y="346490"/>
                <a:ext cx="40005" cy="25400"/>
              </a:xfrm>
              <a:custGeom>
                <a:avLst/>
                <a:gdLst>
                  <a:gd name="connsiteX0" fmla="*/ 28074 w 40005"/>
                  <a:gd name="connsiteY0" fmla="*/ 31903 h 25400"/>
                  <a:gd name="connsiteX1" fmla="*/ 47228 w 40005"/>
                  <a:gd name="connsiteY1" fmla="*/ 28429 h 25400"/>
                  <a:gd name="connsiteX2" fmla="*/ 0 w 40005"/>
                  <a:gd name="connsiteY2" fmla="*/ 0 h 25400"/>
                  <a:gd name="connsiteX3" fmla="*/ 3389 w 40005"/>
                  <a:gd name="connsiteY3" fmla="*/ 13725 h 25400"/>
                  <a:gd name="connsiteX4" fmla="*/ 28074 w 40005"/>
                  <a:gd name="connsiteY4" fmla="*/ 31903 h 25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005" h="25400">
                    <a:moveTo>
                      <a:pt x="28074" y="31903"/>
                    </a:moveTo>
                    <a:lnTo>
                      <a:pt x="47228" y="28429"/>
                    </a:lnTo>
                    <a:cubicBezTo>
                      <a:pt x="36004" y="14054"/>
                      <a:pt x="19462" y="3566"/>
                      <a:pt x="0" y="0"/>
                    </a:cubicBezTo>
                    <a:lnTo>
                      <a:pt x="3389" y="13725"/>
                    </a:lnTo>
                    <a:cubicBezTo>
                      <a:pt x="13576" y="17163"/>
                      <a:pt x="22149" y="23637"/>
                      <a:pt x="28074" y="31903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62" name="자유형: 도형 3361">
                <a:extLst>
                  <a:ext uri="{FF2B5EF4-FFF2-40B4-BE49-F238E27FC236}">
                    <a16:creationId xmlns:a16="http://schemas.microsoft.com/office/drawing/2014/main" id="{39055D7E-A360-487F-81F7-BD050D1E780D}"/>
                  </a:ext>
                </a:extLst>
              </p:cNvPr>
              <p:cNvSpPr/>
              <p:nvPr/>
            </p:nvSpPr>
            <p:spPr>
              <a:xfrm>
                <a:off x="8561517" y="583777"/>
                <a:ext cx="26670" cy="25400"/>
              </a:xfrm>
              <a:custGeom>
                <a:avLst/>
                <a:gdLst>
                  <a:gd name="connsiteX0" fmla="*/ 0 w 26670"/>
                  <a:gd name="connsiteY0" fmla="*/ 0 h 25400"/>
                  <a:gd name="connsiteX1" fmla="*/ 0 w 26670"/>
                  <a:gd name="connsiteY1" fmla="*/ 19303 h 25400"/>
                  <a:gd name="connsiteX2" fmla="*/ 30772 w 26670"/>
                  <a:gd name="connsiteY2" fmla="*/ 36027 h 25400"/>
                  <a:gd name="connsiteX3" fmla="*/ 30772 w 26670"/>
                  <a:gd name="connsiteY3" fmla="*/ 16660 h 25400"/>
                  <a:gd name="connsiteX4" fmla="*/ 0 w 26670"/>
                  <a:gd name="connsiteY4" fmla="*/ 0 h 25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670" h="25400">
                    <a:moveTo>
                      <a:pt x="0" y="0"/>
                    </a:moveTo>
                    <a:lnTo>
                      <a:pt x="0" y="19303"/>
                    </a:lnTo>
                    <a:cubicBezTo>
                      <a:pt x="8651" y="26024"/>
                      <a:pt x="19116" y="31702"/>
                      <a:pt x="30772" y="36027"/>
                    </a:cubicBezTo>
                    <a:lnTo>
                      <a:pt x="30772" y="16660"/>
                    </a:lnTo>
                    <a:cubicBezTo>
                      <a:pt x="19058" y="12390"/>
                      <a:pt x="8679" y="6730"/>
                      <a:pt x="0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63" name="자유형: 도형 3362">
                <a:extLst>
                  <a:ext uri="{FF2B5EF4-FFF2-40B4-BE49-F238E27FC236}">
                    <a16:creationId xmlns:a16="http://schemas.microsoft.com/office/drawing/2014/main" id="{A5FBF99F-CB8C-41B7-9F08-2B14DA2AEB26}"/>
                  </a:ext>
                </a:extLst>
              </p:cNvPr>
              <p:cNvSpPr/>
              <p:nvPr/>
            </p:nvSpPr>
            <p:spPr>
              <a:xfrm>
                <a:off x="8558685" y="358368"/>
                <a:ext cx="146685" cy="241300"/>
              </a:xfrm>
              <a:custGeom>
                <a:avLst/>
                <a:gdLst>
                  <a:gd name="connsiteX0" fmla="*/ 140245 w 146685"/>
                  <a:gd name="connsiteY0" fmla="*/ 229012 h 241300"/>
                  <a:gd name="connsiteX1" fmla="*/ 129501 w 146685"/>
                  <a:gd name="connsiteY1" fmla="*/ 233200 h 241300"/>
                  <a:gd name="connsiteX2" fmla="*/ 127130 w 146685"/>
                  <a:gd name="connsiteY2" fmla="*/ 233940 h 241300"/>
                  <a:gd name="connsiteX3" fmla="*/ 103194 w 146685"/>
                  <a:gd name="connsiteY3" fmla="*/ 238951 h 241300"/>
                  <a:gd name="connsiteX4" fmla="*/ 100198 w 146685"/>
                  <a:gd name="connsiteY4" fmla="*/ 239198 h 241300"/>
                  <a:gd name="connsiteX5" fmla="*/ 87256 w 146685"/>
                  <a:gd name="connsiteY5" fmla="*/ 239939 h 241300"/>
                  <a:gd name="connsiteX6" fmla="*/ 80967 w 146685"/>
                  <a:gd name="connsiteY6" fmla="*/ 239637 h 241300"/>
                  <a:gd name="connsiteX7" fmla="*/ 36994 w 146685"/>
                  <a:gd name="connsiteY7" fmla="*/ 230246 h 241300"/>
                  <a:gd name="connsiteX8" fmla="*/ 36993 w 146685"/>
                  <a:gd name="connsiteY8" fmla="*/ 123700 h 241300"/>
                  <a:gd name="connsiteX9" fmla="*/ 36993 w 146685"/>
                  <a:gd name="connsiteY9" fmla="*/ 62417 h 241300"/>
                  <a:gd name="connsiteX10" fmla="*/ 64645 w 146685"/>
                  <a:gd name="connsiteY10" fmla="*/ 19879 h 241300"/>
                  <a:gd name="connsiteX11" fmla="*/ 64347 w 146685"/>
                  <a:gd name="connsiteY11" fmla="*/ 19202 h 241300"/>
                  <a:gd name="connsiteX12" fmla="*/ 47708 w 146685"/>
                  <a:gd name="connsiteY12" fmla="*/ 0 h 241300"/>
                  <a:gd name="connsiteX13" fmla="*/ 10504 w 146685"/>
                  <a:gd name="connsiteY13" fmla="*/ 62380 h 241300"/>
                  <a:gd name="connsiteX14" fmla="*/ 10504 w 146685"/>
                  <a:gd name="connsiteY14" fmla="*/ 213576 h 241300"/>
                  <a:gd name="connsiteX15" fmla="*/ 4100 w 146685"/>
                  <a:gd name="connsiteY15" fmla="*/ 206846 h 241300"/>
                  <a:gd name="connsiteX16" fmla="*/ 0 w 146685"/>
                  <a:gd name="connsiteY16" fmla="*/ 215579 h 241300"/>
                  <a:gd name="connsiteX17" fmla="*/ 87246 w 146685"/>
                  <a:gd name="connsiteY17" fmla="*/ 246842 h 241300"/>
                  <a:gd name="connsiteX18" fmla="*/ 147407 w 146685"/>
                  <a:gd name="connsiteY18" fmla="*/ 234114 h 241300"/>
                  <a:gd name="connsiteX19" fmla="*/ 140379 w 146685"/>
                  <a:gd name="connsiteY19" fmla="*/ 228920 h 241300"/>
                  <a:gd name="connsiteX20" fmla="*/ 140245 w 146685"/>
                  <a:gd name="connsiteY20" fmla="*/ 229012 h 241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46685" h="241300">
                    <a:moveTo>
                      <a:pt x="140245" y="229012"/>
                    </a:moveTo>
                    <a:cubicBezTo>
                      <a:pt x="136837" y="230566"/>
                      <a:pt x="133179" y="231929"/>
                      <a:pt x="129501" y="233200"/>
                    </a:cubicBezTo>
                    <a:cubicBezTo>
                      <a:pt x="128724" y="233447"/>
                      <a:pt x="127936" y="233712"/>
                      <a:pt x="127130" y="233940"/>
                    </a:cubicBezTo>
                    <a:cubicBezTo>
                      <a:pt x="119612" y="236217"/>
                      <a:pt x="111643" y="237991"/>
                      <a:pt x="103194" y="238951"/>
                    </a:cubicBezTo>
                    <a:cubicBezTo>
                      <a:pt x="102195" y="239070"/>
                      <a:pt x="101178" y="239189"/>
                      <a:pt x="100198" y="239198"/>
                    </a:cubicBezTo>
                    <a:cubicBezTo>
                      <a:pt x="95926" y="239582"/>
                      <a:pt x="91615" y="239939"/>
                      <a:pt x="87256" y="239939"/>
                    </a:cubicBezTo>
                    <a:cubicBezTo>
                      <a:pt x="85278" y="239939"/>
                      <a:pt x="83156" y="239747"/>
                      <a:pt x="80967" y="239637"/>
                    </a:cubicBezTo>
                    <a:cubicBezTo>
                      <a:pt x="64962" y="238915"/>
                      <a:pt x="49888" y="235641"/>
                      <a:pt x="36994" y="230246"/>
                    </a:cubicBezTo>
                    <a:lnTo>
                      <a:pt x="36993" y="123700"/>
                    </a:lnTo>
                    <a:lnTo>
                      <a:pt x="36993" y="62417"/>
                    </a:lnTo>
                    <a:cubicBezTo>
                      <a:pt x="36993" y="43736"/>
                      <a:pt x="48304" y="27752"/>
                      <a:pt x="64645" y="19879"/>
                    </a:cubicBezTo>
                    <a:lnTo>
                      <a:pt x="64347" y="19202"/>
                    </a:lnTo>
                    <a:lnTo>
                      <a:pt x="47708" y="0"/>
                    </a:lnTo>
                    <a:cubicBezTo>
                      <a:pt x="25443" y="12738"/>
                      <a:pt x="10504" y="35844"/>
                      <a:pt x="10504" y="62380"/>
                    </a:cubicBezTo>
                    <a:lnTo>
                      <a:pt x="10504" y="213576"/>
                    </a:lnTo>
                    <a:cubicBezTo>
                      <a:pt x="9841" y="212945"/>
                      <a:pt x="6394" y="209654"/>
                      <a:pt x="4100" y="206846"/>
                    </a:cubicBezTo>
                    <a:lnTo>
                      <a:pt x="0" y="215579"/>
                    </a:lnTo>
                    <a:cubicBezTo>
                      <a:pt x="18684" y="234397"/>
                      <a:pt x="50790" y="246842"/>
                      <a:pt x="87246" y="246842"/>
                    </a:cubicBezTo>
                    <a:cubicBezTo>
                      <a:pt x="109646" y="246842"/>
                      <a:pt x="130413" y="242097"/>
                      <a:pt x="147407" y="234114"/>
                    </a:cubicBezTo>
                    <a:lnTo>
                      <a:pt x="140379" y="228920"/>
                    </a:lnTo>
                    <a:cubicBezTo>
                      <a:pt x="140245" y="229012"/>
                      <a:pt x="140245" y="229012"/>
                      <a:pt x="140245" y="22901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64" name="자유형: 도형 3363">
                <a:extLst>
                  <a:ext uri="{FF2B5EF4-FFF2-40B4-BE49-F238E27FC236}">
                    <a16:creationId xmlns:a16="http://schemas.microsoft.com/office/drawing/2014/main" id="{5078BC7E-B6A2-4C05-BBFA-AF2C37709C32}"/>
                  </a:ext>
                </a:extLst>
              </p:cNvPr>
              <p:cNvSpPr/>
              <p:nvPr/>
            </p:nvSpPr>
            <p:spPr>
              <a:xfrm>
                <a:off x="8611636" y="701643"/>
                <a:ext cx="13335" cy="304800"/>
              </a:xfrm>
              <a:custGeom>
                <a:avLst/>
                <a:gdLst>
                  <a:gd name="connsiteX0" fmla="*/ 0 w 0"/>
                  <a:gd name="connsiteY0" fmla="*/ 0 h 304800"/>
                  <a:gd name="connsiteX1" fmla="*/ 0 w 0"/>
                  <a:gd name="connsiteY1" fmla="*/ 312624 h 304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304800">
                    <a:moveTo>
                      <a:pt x="0" y="0"/>
                    </a:moveTo>
                    <a:lnTo>
                      <a:pt x="0" y="312624"/>
                    </a:lnTo>
                  </a:path>
                </a:pathLst>
              </a:custGeom>
              <a:noFill/>
              <a:ln w="28688" cap="rnd">
                <a:solidFill>
                  <a:srgbClr val="8C8C8C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65" name="자유형: 도형 3364">
                <a:extLst>
                  <a:ext uri="{FF2B5EF4-FFF2-40B4-BE49-F238E27FC236}">
                    <a16:creationId xmlns:a16="http://schemas.microsoft.com/office/drawing/2014/main" id="{3530DED4-D47A-420E-9242-82C4FB45C415}"/>
                  </a:ext>
                </a:extLst>
              </p:cNvPr>
              <p:cNvSpPr/>
              <p:nvPr/>
            </p:nvSpPr>
            <p:spPr>
              <a:xfrm>
                <a:off x="8611636" y="963468"/>
                <a:ext cx="13335" cy="50800"/>
              </a:xfrm>
              <a:custGeom>
                <a:avLst/>
                <a:gdLst>
                  <a:gd name="connsiteX0" fmla="*/ 0 w 0"/>
                  <a:gd name="connsiteY0" fmla="*/ 0 h 50800"/>
                  <a:gd name="connsiteX1" fmla="*/ 0 w 0"/>
                  <a:gd name="connsiteY1" fmla="*/ 50800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28688" cap="rnd">
                <a:solidFill>
                  <a:srgbClr val="FF0000">
                    <a:alpha val="3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66" name="자유형: 도형 3365">
                <a:extLst>
                  <a:ext uri="{FF2B5EF4-FFF2-40B4-BE49-F238E27FC236}">
                    <a16:creationId xmlns:a16="http://schemas.microsoft.com/office/drawing/2014/main" id="{DCD9C4C1-52EB-4453-811C-B97B12F524EA}"/>
                  </a:ext>
                </a:extLst>
              </p:cNvPr>
              <p:cNvSpPr/>
              <p:nvPr/>
            </p:nvSpPr>
            <p:spPr>
              <a:xfrm>
                <a:off x="8707677" y="701643"/>
                <a:ext cx="13335" cy="304800"/>
              </a:xfrm>
              <a:custGeom>
                <a:avLst/>
                <a:gdLst>
                  <a:gd name="connsiteX0" fmla="*/ 0 w 0"/>
                  <a:gd name="connsiteY0" fmla="*/ 0 h 304800"/>
                  <a:gd name="connsiteX1" fmla="*/ 0 w 0"/>
                  <a:gd name="connsiteY1" fmla="*/ 312624 h 304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304800">
                    <a:moveTo>
                      <a:pt x="0" y="0"/>
                    </a:moveTo>
                    <a:lnTo>
                      <a:pt x="0" y="312624"/>
                    </a:lnTo>
                  </a:path>
                </a:pathLst>
              </a:custGeom>
              <a:noFill/>
              <a:ln w="28688" cap="rnd">
                <a:solidFill>
                  <a:srgbClr val="8C8C8C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67" name="자유형: 도형 3366">
                <a:extLst>
                  <a:ext uri="{FF2B5EF4-FFF2-40B4-BE49-F238E27FC236}">
                    <a16:creationId xmlns:a16="http://schemas.microsoft.com/office/drawing/2014/main" id="{12122329-3F44-460B-94AF-03A5A79C30E1}"/>
                  </a:ext>
                </a:extLst>
              </p:cNvPr>
              <p:cNvSpPr/>
              <p:nvPr/>
            </p:nvSpPr>
            <p:spPr>
              <a:xfrm>
                <a:off x="8707677" y="963468"/>
                <a:ext cx="13335" cy="50800"/>
              </a:xfrm>
              <a:custGeom>
                <a:avLst/>
                <a:gdLst>
                  <a:gd name="connsiteX0" fmla="*/ 0 w 0"/>
                  <a:gd name="connsiteY0" fmla="*/ 0 h 50800"/>
                  <a:gd name="connsiteX1" fmla="*/ 0 w 0"/>
                  <a:gd name="connsiteY1" fmla="*/ 50800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28688" cap="rnd">
                <a:solidFill>
                  <a:srgbClr val="FF0000">
                    <a:alpha val="3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7" name="자유형: 도형 76">
                <a:extLst>
                  <a:ext uri="{FF2B5EF4-FFF2-40B4-BE49-F238E27FC236}">
                    <a16:creationId xmlns:a16="http://schemas.microsoft.com/office/drawing/2014/main" id="{F69E328B-FDBA-4936-AA5D-A514142D7F8F}"/>
                  </a:ext>
                </a:extLst>
              </p:cNvPr>
              <p:cNvSpPr/>
              <p:nvPr/>
            </p:nvSpPr>
            <p:spPr>
              <a:xfrm>
                <a:off x="3535546" y="653564"/>
                <a:ext cx="26670" cy="12700"/>
              </a:xfrm>
              <a:custGeom>
                <a:avLst/>
                <a:gdLst>
                  <a:gd name="connsiteX0" fmla="*/ 0 w 26670"/>
                  <a:gd name="connsiteY0" fmla="*/ 0 h 0"/>
                  <a:gd name="connsiteX1" fmla="*/ 28698 w 26670"/>
                  <a:gd name="connsiteY1" fmla="*/ 0 h 0"/>
                  <a:gd name="connsiteX2" fmla="*/ 28698 w 26670"/>
                  <a:gd name="connsiteY2" fmla="*/ 9144 h 0"/>
                  <a:gd name="connsiteX3" fmla="*/ 0 w 26670"/>
                  <a:gd name="connsiteY3" fmla="*/ 9144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">
                    <a:moveTo>
                      <a:pt x="0" y="0"/>
                    </a:moveTo>
                    <a:lnTo>
                      <a:pt x="28698" y="0"/>
                    </a:lnTo>
                    <a:lnTo>
                      <a:pt x="28698" y="9144"/>
                    </a:lnTo>
                    <a:lnTo>
                      <a:pt x="0" y="9144"/>
                    </a:lnTo>
                    <a:close/>
                  </a:path>
                </a:pathLst>
              </a:custGeom>
              <a:noFill/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8" name="자유형: 도형 77">
                <a:extLst>
                  <a:ext uri="{FF2B5EF4-FFF2-40B4-BE49-F238E27FC236}">
                    <a16:creationId xmlns:a16="http://schemas.microsoft.com/office/drawing/2014/main" id="{E1839220-AD46-4893-B680-66A4AB018191}"/>
                  </a:ext>
                </a:extLst>
              </p:cNvPr>
              <p:cNvSpPr/>
              <p:nvPr/>
            </p:nvSpPr>
            <p:spPr>
              <a:xfrm>
                <a:off x="3631558" y="653564"/>
                <a:ext cx="26670" cy="12700"/>
              </a:xfrm>
              <a:custGeom>
                <a:avLst/>
                <a:gdLst>
                  <a:gd name="connsiteX0" fmla="*/ 0 w 26670"/>
                  <a:gd name="connsiteY0" fmla="*/ 0 h 0"/>
                  <a:gd name="connsiteX1" fmla="*/ 28727 w 26670"/>
                  <a:gd name="connsiteY1" fmla="*/ 0 h 0"/>
                  <a:gd name="connsiteX2" fmla="*/ 28727 w 26670"/>
                  <a:gd name="connsiteY2" fmla="*/ 9144 h 0"/>
                  <a:gd name="connsiteX3" fmla="*/ 0 w 26670"/>
                  <a:gd name="connsiteY3" fmla="*/ 9144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">
                    <a:moveTo>
                      <a:pt x="0" y="0"/>
                    </a:moveTo>
                    <a:lnTo>
                      <a:pt x="28727" y="0"/>
                    </a:lnTo>
                    <a:lnTo>
                      <a:pt x="28727" y="9144"/>
                    </a:lnTo>
                    <a:lnTo>
                      <a:pt x="0" y="9144"/>
                    </a:lnTo>
                    <a:close/>
                  </a:path>
                </a:pathLst>
              </a:custGeom>
              <a:noFill/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9" name="자유형: 도형 78">
                <a:extLst>
                  <a:ext uri="{FF2B5EF4-FFF2-40B4-BE49-F238E27FC236}">
                    <a16:creationId xmlns:a16="http://schemas.microsoft.com/office/drawing/2014/main" id="{C642C574-EFC9-4E66-912A-90C3AEC61533}"/>
                  </a:ext>
                </a:extLst>
              </p:cNvPr>
              <p:cNvSpPr/>
              <p:nvPr/>
            </p:nvSpPr>
            <p:spPr>
              <a:xfrm>
                <a:off x="3535546" y="576837"/>
                <a:ext cx="26670" cy="114300"/>
              </a:xfrm>
              <a:custGeom>
                <a:avLst/>
                <a:gdLst>
                  <a:gd name="connsiteX0" fmla="*/ 0 w 26670"/>
                  <a:gd name="connsiteY0" fmla="*/ 0 h 114300"/>
                  <a:gd name="connsiteX1" fmla="*/ 28688 w 26670"/>
                  <a:gd name="connsiteY1" fmla="*/ 0 h 114300"/>
                  <a:gd name="connsiteX2" fmla="*/ 28688 w 26670"/>
                  <a:gd name="connsiteY2" fmla="*/ 124806 h 114300"/>
                  <a:gd name="connsiteX3" fmla="*/ 0 w 26670"/>
                  <a:gd name="connsiteY3" fmla="*/ 124806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" h="114300">
                    <a:moveTo>
                      <a:pt x="0" y="0"/>
                    </a:moveTo>
                    <a:lnTo>
                      <a:pt x="28688" y="0"/>
                    </a:lnTo>
                    <a:lnTo>
                      <a:pt x="28688" y="124806"/>
                    </a:lnTo>
                    <a:lnTo>
                      <a:pt x="0" y="124806"/>
                    </a:lnTo>
                    <a:close/>
                  </a:path>
                </a:pathLst>
              </a:custGeom>
              <a:solidFill>
                <a:srgbClr val="8C8C8C"/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80" name="자유형: 도형 79">
                <a:extLst>
                  <a:ext uri="{FF2B5EF4-FFF2-40B4-BE49-F238E27FC236}">
                    <a16:creationId xmlns:a16="http://schemas.microsoft.com/office/drawing/2014/main" id="{D7DB5D26-92A2-47D9-9F2E-5802B004CA05}"/>
                  </a:ext>
                </a:extLst>
              </p:cNvPr>
              <p:cNvSpPr/>
              <p:nvPr/>
            </p:nvSpPr>
            <p:spPr>
              <a:xfrm>
                <a:off x="3587613" y="576078"/>
                <a:ext cx="66675" cy="127000"/>
              </a:xfrm>
              <a:custGeom>
                <a:avLst/>
                <a:gdLst>
                  <a:gd name="connsiteX0" fmla="*/ 72662 w 66675"/>
                  <a:gd name="connsiteY0" fmla="*/ 125565 h 127000"/>
                  <a:gd name="connsiteX1" fmla="*/ 44818 w 66675"/>
                  <a:gd name="connsiteY1" fmla="*/ 87572 h 127000"/>
                  <a:gd name="connsiteX2" fmla="*/ 28823 w 66675"/>
                  <a:gd name="connsiteY2" fmla="*/ 69476 h 127000"/>
                  <a:gd name="connsiteX3" fmla="*/ 28823 w 66675"/>
                  <a:gd name="connsiteY3" fmla="*/ 0 h 127000"/>
                  <a:gd name="connsiteX4" fmla="*/ 0 w 66675"/>
                  <a:gd name="connsiteY4" fmla="*/ 0 h 127000"/>
                  <a:gd name="connsiteX5" fmla="*/ 0 w 66675"/>
                  <a:gd name="connsiteY5" fmla="*/ 73408 h 127000"/>
                  <a:gd name="connsiteX6" fmla="*/ 25952 w 66675"/>
                  <a:gd name="connsiteY6" fmla="*/ 108311 h 127000"/>
                  <a:gd name="connsiteX7" fmla="*/ 43935 w 66675"/>
                  <a:gd name="connsiteY7" fmla="*/ 130787 h 12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6675" h="127000">
                    <a:moveTo>
                      <a:pt x="72662" y="125565"/>
                    </a:moveTo>
                    <a:cubicBezTo>
                      <a:pt x="72662" y="110661"/>
                      <a:pt x="58462" y="98865"/>
                      <a:pt x="44818" y="87572"/>
                    </a:cubicBezTo>
                    <a:cubicBezTo>
                      <a:pt x="39269" y="82909"/>
                      <a:pt x="28823" y="74853"/>
                      <a:pt x="28823" y="69476"/>
                    </a:cubicBezTo>
                    <a:lnTo>
                      <a:pt x="28823" y="0"/>
                    </a:lnTo>
                    <a:lnTo>
                      <a:pt x="0" y="0"/>
                    </a:lnTo>
                    <a:lnTo>
                      <a:pt x="0" y="73408"/>
                    </a:lnTo>
                    <a:cubicBezTo>
                      <a:pt x="0" y="86850"/>
                      <a:pt x="12635" y="97265"/>
                      <a:pt x="25952" y="108311"/>
                    </a:cubicBezTo>
                    <a:cubicBezTo>
                      <a:pt x="31876" y="113084"/>
                      <a:pt x="43935" y="124185"/>
                      <a:pt x="43935" y="130787"/>
                    </a:cubicBezTo>
                  </a:path>
                </a:pathLst>
              </a:custGeom>
              <a:solidFill>
                <a:srgbClr val="8C8C8C"/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81" name="자유형: 도형 80">
                <a:extLst>
                  <a:ext uri="{FF2B5EF4-FFF2-40B4-BE49-F238E27FC236}">
                    <a16:creationId xmlns:a16="http://schemas.microsoft.com/office/drawing/2014/main" id="{4EE7BBF3-E863-470B-B3C2-5EB814EFEDF3}"/>
                  </a:ext>
                </a:extLst>
              </p:cNvPr>
              <p:cNvSpPr/>
              <p:nvPr/>
            </p:nvSpPr>
            <p:spPr>
              <a:xfrm>
                <a:off x="3489527" y="330717"/>
                <a:ext cx="200025" cy="292100"/>
              </a:xfrm>
              <a:custGeom>
                <a:avLst/>
                <a:gdLst>
                  <a:gd name="connsiteX0" fmla="*/ 189000 w 200025"/>
                  <a:gd name="connsiteY0" fmla="*/ 165113 h 292100"/>
                  <a:gd name="connsiteX1" fmla="*/ 189000 w 200025"/>
                  <a:gd name="connsiteY1" fmla="*/ 90023 h 292100"/>
                  <a:gd name="connsiteX2" fmla="*/ 94514 w 200025"/>
                  <a:gd name="connsiteY2" fmla="*/ 0 h 292100"/>
                  <a:gd name="connsiteX3" fmla="*/ 0 w 200025"/>
                  <a:gd name="connsiteY3" fmla="*/ 90023 h 292100"/>
                  <a:gd name="connsiteX4" fmla="*/ 0 w 200025"/>
                  <a:gd name="connsiteY4" fmla="*/ 263365 h 292100"/>
                  <a:gd name="connsiteX5" fmla="*/ 94514 w 200025"/>
                  <a:gd name="connsiteY5" fmla="*/ 298323 h 292100"/>
                  <a:gd name="connsiteX6" fmla="*/ 206109 w 200025"/>
                  <a:gd name="connsiteY6" fmla="*/ 223909 h 292100"/>
                  <a:gd name="connsiteX7" fmla="*/ 206109 w 200025"/>
                  <a:gd name="connsiteY7" fmla="*/ 204560 h 292100"/>
                  <a:gd name="connsiteX8" fmla="*/ 189000 w 200025"/>
                  <a:gd name="connsiteY8" fmla="*/ 165113 h 292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0025" h="292100">
                    <a:moveTo>
                      <a:pt x="189000" y="165113"/>
                    </a:moveTo>
                    <a:lnTo>
                      <a:pt x="189000" y="90023"/>
                    </a:lnTo>
                    <a:cubicBezTo>
                      <a:pt x="189000" y="40325"/>
                      <a:pt x="146754" y="0"/>
                      <a:pt x="94514" y="0"/>
                    </a:cubicBezTo>
                    <a:cubicBezTo>
                      <a:pt x="42341" y="0"/>
                      <a:pt x="0" y="40252"/>
                      <a:pt x="0" y="90023"/>
                    </a:cubicBezTo>
                    <a:lnTo>
                      <a:pt x="0" y="263365"/>
                    </a:lnTo>
                    <a:cubicBezTo>
                      <a:pt x="19654" y="284332"/>
                      <a:pt x="54631" y="298323"/>
                      <a:pt x="94514" y="298323"/>
                    </a:cubicBezTo>
                    <a:cubicBezTo>
                      <a:pt x="156116" y="298323"/>
                      <a:pt x="206109" y="265075"/>
                      <a:pt x="206109" y="223909"/>
                    </a:cubicBezTo>
                    <a:lnTo>
                      <a:pt x="206109" y="204560"/>
                    </a:lnTo>
                    <a:cubicBezTo>
                      <a:pt x="206099" y="190049"/>
                      <a:pt x="199782" y="176571"/>
                      <a:pt x="189000" y="165113"/>
                    </a:cubicBezTo>
                    <a:close/>
                  </a:path>
                </a:pathLst>
              </a:custGeom>
              <a:solidFill>
                <a:schemeClr val="bg1">
                  <a:alpha val="30000"/>
                </a:scheme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82" name="자유형: 도형 81">
                <a:extLst>
                  <a:ext uri="{FF2B5EF4-FFF2-40B4-BE49-F238E27FC236}">
                    <a16:creationId xmlns:a16="http://schemas.microsoft.com/office/drawing/2014/main" id="{12587403-197A-4734-911D-D5E1DBCC792B}"/>
                  </a:ext>
                </a:extLst>
              </p:cNvPr>
              <p:cNvSpPr/>
              <p:nvPr/>
            </p:nvSpPr>
            <p:spPr>
              <a:xfrm>
                <a:off x="3489524" y="330717"/>
                <a:ext cx="200025" cy="292100"/>
              </a:xfrm>
              <a:custGeom>
                <a:avLst/>
                <a:gdLst>
                  <a:gd name="connsiteX0" fmla="*/ 189000 w 200025"/>
                  <a:gd name="connsiteY0" fmla="*/ 165113 h 292100"/>
                  <a:gd name="connsiteX1" fmla="*/ 189000 w 200025"/>
                  <a:gd name="connsiteY1" fmla="*/ 90023 h 292100"/>
                  <a:gd name="connsiteX2" fmla="*/ 94514 w 200025"/>
                  <a:gd name="connsiteY2" fmla="*/ 0 h 292100"/>
                  <a:gd name="connsiteX3" fmla="*/ 0 w 200025"/>
                  <a:gd name="connsiteY3" fmla="*/ 90023 h 292100"/>
                  <a:gd name="connsiteX4" fmla="*/ 0 w 200025"/>
                  <a:gd name="connsiteY4" fmla="*/ 263365 h 292100"/>
                  <a:gd name="connsiteX5" fmla="*/ 94514 w 200025"/>
                  <a:gd name="connsiteY5" fmla="*/ 298323 h 292100"/>
                  <a:gd name="connsiteX6" fmla="*/ 206109 w 200025"/>
                  <a:gd name="connsiteY6" fmla="*/ 223909 h 292100"/>
                  <a:gd name="connsiteX7" fmla="*/ 206109 w 200025"/>
                  <a:gd name="connsiteY7" fmla="*/ 204560 h 292100"/>
                  <a:gd name="connsiteX8" fmla="*/ 189000 w 200025"/>
                  <a:gd name="connsiteY8" fmla="*/ 165113 h 292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0025" h="292100">
                    <a:moveTo>
                      <a:pt x="189000" y="165113"/>
                    </a:moveTo>
                    <a:lnTo>
                      <a:pt x="189000" y="90023"/>
                    </a:lnTo>
                    <a:cubicBezTo>
                      <a:pt x="189000" y="40325"/>
                      <a:pt x="146754" y="0"/>
                      <a:pt x="94514" y="0"/>
                    </a:cubicBezTo>
                    <a:cubicBezTo>
                      <a:pt x="42341" y="0"/>
                      <a:pt x="0" y="40252"/>
                      <a:pt x="0" y="90023"/>
                    </a:cubicBezTo>
                    <a:lnTo>
                      <a:pt x="0" y="263365"/>
                    </a:lnTo>
                    <a:cubicBezTo>
                      <a:pt x="19654" y="284332"/>
                      <a:pt x="54631" y="298323"/>
                      <a:pt x="94514" y="298323"/>
                    </a:cubicBezTo>
                    <a:cubicBezTo>
                      <a:pt x="156116" y="298323"/>
                      <a:pt x="206109" y="265075"/>
                      <a:pt x="206109" y="223909"/>
                    </a:cubicBezTo>
                    <a:lnTo>
                      <a:pt x="206109" y="204560"/>
                    </a:lnTo>
                    <a:cubicBezTo>
                      <a:pt x="206099" y="190049"/>
                      <a:pt x="199782" y="176571"/>
                      <a:pt x="189000" y="165113"/>
                    </a:cubicBezTo>
                    <a:close/>
                  </a:path>
                </a:pathLst>
              </a:custGeom>
              <a:solidFill>
                <a:srgbClr val="E6E6E6">
                  <a:alpha val="50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83" name="자유형: 도형 82">
                <a:extLst>
                  <a:ext uri="{FF2B5EF4-FFF2-40B4-BE49-F238E27FC236}">
                    <a16:creationId xmlns:a16="http://schemas.microsoft.com/office/drawing/2014/main" id="{6D000158-348E-4302-8AEA-E9FCDCE481B6}"/>
                  </a:ext>
                </a:extLst>
              </p:cNvPr>
              <p:cNvSpPr/>
              <p:nvPr/>
            </p:nvSpPr>
            <p:spPr>
              <a:xfrm>
                <a:off x="3489527" y="495830"/>
                <a:ext cx="200025" cy="127000"/>
              </a:xfrm>
              <a:custGeom>
                <a:avLst/>
                <a:gdLst>
                  <a:gd name="connsiteX0" fmla="*/ 189000 w 200025"/>
                  <a:gd name="connsiteY0" fmla="*/ 0 h 127000"/>
                  <a:gd name="connsiteX1" fmla="*/ 189000 w 200025"/>
                  <a:gd name="connsiteY1" fmla="*/ 39438 h 127000"/>
                  <a:gd name="connsiteX2" fmla="*/ 94514 w 200025"/>
                  <a:gd name="connsiteY2" fmla="*/ 102495 h 127000"/>
                  <a:gd name="connsiteX3" fmla="*/ 0 w 200025"/>
                  <a:gd name="connsiteY3" fmla="*/ 39439 h 127000"/>
                  <a:gd name="connsiteX4" fmla="*/ 0 w 200025"/>
                  <a:gd name="connsiteY4" fmla="*/ 78877 h 127000"/>
                  <a:gd name="connsiteX5" fmla="*/ 0 w 200025"/>
                  <a:gd name="connsiteY5" fmla="*/ 98234 h 127000"/>
                  <a:gd name="connsiteX6" fmla="*/ 94514 w 200025"/>
                  <a:gd name="connsiteY6" fmla="*/ 133192 h 127000"/>
                  <a:gd name="connsiteX7" fmla="*/ 206109 w 200025"/>
                  <a:gd name="connsiteY7" fmla="*/ 58787 h 127000"/>
                  <a:gd name="connsiteX8" fmla="*/ 206108 w 200025"/>
                  <a:gd name="connsiteY8" fmla="*/ 39439 h 127000"/>
                  <a:gd name="connsiteX9" fmla="*/ 189000 w 200025"/>
                  <a:gd name="connsiteY9" fmla="*/ 0 h 12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0025" h="127000">
                    <a:moveTo>
                      <a:pt x="189000" y="0"/>
                    </a:moveTo>
                    <a:lnTo>
                      <a:pt x="189000" y="39438"/>
                    </a:lnTo>
                    <a:cubicBezTo>
                      <a:pt x="189000" y="74222"/>
                      <a:pt x="146783" y="102495"/>
                      <a:pt x="94514" y="102495"/>
                    </a:cubicBezTo>
                    <a:cubicBezTo>
                      <a:pt x="42341" y="102495"/>
                      <a:pt x="0" y="74314"/>
                      <a:pt x="0" y="39439"/>
                    </a:cubicBezTo>
                    <a:lnTo>
                      <a:pt x="0" y="78877"/>
                    </a:lnTo>
                    <a:lnTo>
                      <a:pt x="0" y="98234"/>
                    </a:lnTo>
                    <a:cubicBezTo>
                      <a:pt x="19654" y="119211"/>
                      <a:pt x="54631" y="133192"/>
                      <a:pt x="94514" y="133192"/>
                    </a:cubicBezTo>
                    <a:cubicBezTo>
                      <a:pt x="156116" y="133192"/>
                      <a:pt x="206109" y="99944"/>
                      <a:pt x="206109" y="58787"/>
                    </a:cubicBezTo>
                    <a:lnTo>
                      <a:pt x="206108" y="39439"/>
                    </a:lnTo>
                    <a:cubicBezTo>
                      <a:pt x="206099" y="24936"/>
                      <a:pt x="199782" y="11458"/>
                      <a:pt x="189000" y="0"/>
                    </a:cubicBezTo>
                    <a:close/>
                  </a:path>
                </a:pathLst>
              </a:custGeom>
              <a:solidFill>
                <a:srgbClr val="D1D1D1">
                  <a:alpha val="90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84" name="자유형: 도형 83">
                <a:extLst>
                  <a:ext uri="{FF2B5EF4-FFF2-40B4-BE49-F238E27FC236}">
                    <a16:creationId xmlns:a16="http://schemas.microsoft.com/office/drawing/2014/main" id="{CD000F51-DE69-47C2-B2F9-F00D8A69F35A}"/>
                  </a:ext>
                </a:extLst>
              </p:cNvPr>
              <p:cNvSpPr/>
              <p:nvPr/>
            </p:nvSpPr>
            <p:spPr>
              <a:xfrm>
                <a:off x="3489525" y="495830"/>
                <a:ext cx="200025" cy="127000"/>
              </a:xfrm>
              <a:custGeom>
                <a:avLst/>
                <a:gdLst>
                  <a:gd name="connsiteX0" fmla="*/ 189000 w 200025"/>
                  <a:gd name="connsiteY0" fmla="*/ 0 h 127000"/>
                  <a:gd name="connsiteX1" fmla="*/ 189000 w 200025"/>
                  <a:gd name="connsiteY1" fmla="*/ 39438 h 127000"/>
                  <a:gd name="connsiteX2" fmla="*/ 94514 w 200025"/>
                  <a:gd name="connsiteY2" fmla="*/ 102495 h 127000"/>
                  <a:gd name="connsiteX3" fmla="*/ 0 w 200025"/>
                  <a:gd name="connsiteY3" fmla="*/ 39439 h 127000"/>
                  <a:gd name="connsiteX4" fmla="*/ 0 w 200025"/>
                  <a:gd name="connsiteY4" fmla="*/ 78877 h 127000"/>
                  <a:gd name="connsiteX5" fmla="*/ 0 w 200025"/>
                  <a:gd name="connsiteY5" fmla="*/ 98234 h 127000"/>
                  <a:gd name="connsiteX6" fmla="*/ 94514 w 200025"/>
                  <a:gd name="connsiteY6" fmla="*/ 133192 h 127000"/>
                  <a:gd name="connsiteX7" fmla="*/ 206109 w 200025"/>
                  <a:gd name="connsiteY7" fmla="*/ 58787 h 127000"/>
                  <a:gd name="connsiteX8" fmla="*/ 206108 w 200025"/>
                  <a:gd name="connsiteY8" fmla="*/ 39439 h 127000"/>
                  <a:gd name="connsiteX9" fmla="*/ 189000 w 200025"/>
                  <a:gd name="connsiteY9" fmla="*/ 0 h 12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0025" h="127000">
                    <a:moveTo>
                      <a:pt x="189000" y="0"/>
                    </a:moveTo>
                    <a:lnTo>
                      <a:pt x="189000" y="39438"/>
                    </a:lnTo>
                    <a:cubicBezTo>
                      <a:pt x="189000" y="74222"/>
                      <a:pt x="146783" y="102495"/>
                      <a:pt x="94514" y="102495"/>
                    </a:cubicBezTo>
                    <a:cubicBezTo>
                      <a:pt x="42341" y="102495"/>
                      <a:pt x="0" y="74314"/>
                      <a:pt x="0" y="39439"/>
                    </a:cubicBezTo>
                    <a:lnTo>
                      <a:pt x="0" y="78877"/>
                    </a:lnTo>
                    <a:lnTo>
                      <a:pt x="0" y="98234"/>
                    </a:lnTo>
                    <a:cubicBezTo>
                      <a:pt x="19654" y="119211"/>
                      <a:pt x="54631" y="133192"/>
                      <a:pt x="94514" y="133192"/>
                    </a:cubicBezTo>
                    <a:cubicBezTo>
                      <a:pt x="156116" y="133192"/>
                      <a:pt x="206109" y="99944"/>
                      <a:pt x="206109" y="58787"/>
                    </a:cubicBezTo>
                    <a:lnTo>
                      <a:pt x="206108" y="39439"/>
                    </a:lnTo>
                    <a:cubicBezTo>
                      <a:pt x="206099" y="24936"/>
                      <a:pt x="199782" y="11458"/>
                      <a:pt x="189000" y="0"/>
                    </a:cubicBezTo>
                    <a:close/>
                  </a:path>
                </a:pathLst>
              </a:custGeom>
              <a:solidFill>
                <a:schemeClr val="bg1">
                  <a:alpha val="70000"/>
                </a:scheme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85" name="자유형: 도형 84">
                <a:extLst>
                  <a:ext uri="{FF2B5EF4-FFF2-40B4-BE49-F238E27FC236}">
                    <a16:creationId xmlns:a16="http://schemas.microsoft.com/office/drawing/2014/main" id="{673DF241-545C-48A2-A155-BA775667D26B}"/>
                  </a:ext>
                </a:extLst>
              </p:cNvPr>
              <p:cNvSpPr/>
              <p:nvPr/>
            </p:nvSpPr>
            <p:spPr>
              <a:xfrm>
                <a:off x="3489527" y="495830"/>
                <a:ext cx="200025" cy="101600"/>
              </a:xfrm>
              <a:custGeom>
                <a:avLst/>
                <a:gdLst>
                  <a:gd name="connsiteX0" fmla="*/ 189000 w 200025"/>
                  <a:gd name="connsiteY0" fmla="*/ 0 h 101600"/>
                  <a:gd name="connsiteX1" fmla="*/ 189000 w 200025"/>
                  <a:gd name="connsiteY1" fmla="*/ 39438 h 101600"/>
                  <a:gd name="connsiteX2" fmla="*/ 94514 w 200025"/>
                  <a:gd name="connsiteY2" fmla="*/ 102495 h 101600"/>
                  <a:gd name="connsiteX3" fmla="*/ 0 w 200025"/>
                  <a:gd name="connsiteY3" fmla="*/ 39439 h 101600"/>
                  <a:gd name="connsiteX4" fmla="*/ 0 w 200025"/>
                  <a:gd name="connsiteY4" fmla="*/ 78877 h 101600"/>
                  <a:gd name="connsiteX5" fmla="*/ 94514 w 200025"/>
                  <a:gd name="connsiteY5" fmla="*/ 113834 h 101600"/>
                  <a:gd name="connsiteX6" fmla="*/ 206109 w 200025"/>
                  <a:gd name="connsiteY6" fmla="*/ 39429 h 101600"/>
                  <a:gd name="connsiteX7" fmla="*/ 189000 w 200025"/>
                  <a:gd name="connsiteY7" fmla="*/ 0 h 10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0025" h="101600">
                    <a:moveTo>
                      <a:pt x="189000" y="0"/>
                    </a:moveTo>
                    <a:lnTo>
                      <a:pt x="189000" y="39438"/>
                    </a:lnTo>
                    <a:cubicBezTo>
                      <a:pt x="189000" y="74222"/>
                      <a:pt x="146783" y="102495"/>
                      <a:pt x="94514" y="102495"/>
                    </a:cubicBezTo>
                    <a:cubicBezTo>
                      <a:pt x="42341" y="102495"/>
                      <a:pt x="0" y="74314"/>
                      <a:pt x="0" y="39439"/>
                    </a:cubicBezTo>
                    <a:lnTo>
                      <a:pt x="0" y="78877"/>
                    </a:lnTo>
                    <a:cubicBezTo>
                      <a:pt x="19654" y="99835"/>
                      <a:pt x="54631" y="113834"/>
                      <a:pt x="94514" y="113834"/>
                    </a:cubicBezTo>
                    <a:cubicBezTo>
                      <a:pt x="156116" y="113834"/>
                      <a:pt x="206109" y="80587"/>
                      <a:pt x="206109" y="39429"/>
                    </a:cubicBezTo>
                    <a:cubicBezTo>
                      <a:pt x="206099" y="24936"/>
                      <a:pt x="199782" y="11458"/>
                      <a:pt x="189000" y="0"/>
                    </a:cubicBezTo>
                    <a:close/>
                  </a:path>
                </a:pathLst>
              </a:custGeom>
              <a:solidFill>
                <a:schemeClr val="bg1">
                  <a:alpha val="25000"/>
                </a:scheme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86" name="자유형: 도형 85">
                <a:extLst>
                  <a:ext uri="{FF2B5EF4-FFF2-40B4-BE49-F238E27FC236}">
                    <a16:creationId xmlns:a16="http://schemas.microsoft.com/office/drawing/2014/main" id="{01B47B91-D809-4B00-868A-1B58ECE377E6}"/>
                  </a:ext>
                </a:extLst>
              </p:cNvPr>
              <p:cNvSpPr/>
              <p:nvPr/>
            </p:nvSpPr>
            <p:spPr>
              <a:xfrm>
                <a:off x="3489537" y="472266"/>
                <a:ext cx="186690" cy="114300"/>
              </a:xfrm>
              <a:custGeom>
                <a:avLst/>
                <a:gdLst>
                  <a:gd name="connsiteX0" fmla="*/ 189009 w 186690"/>
                  <a:gd name="connsiteY0" fmla="*/ 63002 h 114300"/>
                  <a:gd name="connsiteX1" fmla="*/ 94505 w 186690"/>
                  <a:gd name="connsiteY1" fmla="*/ 126004 h 114300"/>
                  <a:gd name="connsiteX2" fmla="*/ 0 w 186690"/>
                  <a:gd name="connsiteY2" fmla="*/ 63002 h 114300"/>
                  <a:gd name="connsiteX3" fmla="*/ 94505 w 186690"/>
                  <a:gd name="connsiteY3" fmla="*/ 0 h 114300"/>
                  <a:gd name="connsiteX4" fmla="*/ 189009 w 186690"/>
                  <a:gd name="connsiteY4" fmla="*/ 63002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6690" h="114300">
                    <a:moveTo>
                      <a:pt x="189009" y="63002"/>
                    </a:moveTo>
                    <a:cubicBezTo>
                      <a:pt x="189009" y="97797"/>
                      <a:pt x="146698" y="126004"/>
                      <a:pt x="94505" y="126004"/>
                    </a:cubicBezTo>
                    <a:cubicBezTo>
                      <a:pt x="42311" y="126004"/>
                      <a:pt x="0" y="97797"/>
                      <a:pt x="0" y="63002"/>
                    </a:cubicBezTo>
                    <a:cubicBezTo>
                      <a:pt x="0" y="28207"/>
                      <a:pt x="42311" y="0"/>
                      <a:pt x="94505" y="0"/>
                    </a:cubicBezTo>
                    <a:cubicBezTo>
                      <a:pt x="146698" y="0"/>
                      <a:pt x="189009" y="28207"/>
                      <a:pt x="189009" y="63002"/>
                    </a:cubicBezTo>
                    <a:close/>
                  </a:path>
                </a:pathLst>
              </a:custGeom>
              <a:solidFill>
                <a:srgbClr val="E6E6E6">
                  <a:alpha val="25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87" name="자유형: 도형 86">
                <a:extLst>
                  <a:ext uri="{FF2B5EF4-FFF2-40B4-BE49-F238E27FC236}">
                    <a16:creationId xmlns:a16="http://schemas.microsoft.com/office/drawing/2014/main" id="{6512157C-2C73-477D-80F1-5AC6B448F2DB}"/>
                  </a:ext>
                </a:extLst>
              </p:cNvPr>
              <p:cNvSpPr/>
              <p:nvPr/>
            </p:nvSpPr>
            <p:spPr>
              <a:xfrm>
                <a:off x="3489537" y="472266"/>
                <a:ext cx="186690" cy="114300"/>
              </a:xfrm>
              <a:custGeom>
                <a:avLst/>
                <a:gdLst>
                  <a:gd name="connsiteX0" fmla="*/ 189009 w 186690"/>
                  <a:gd name="connsiteY0" fmla="*/ 63002 h 114300"/>
                  <a:gd name="connsiteX1" fmla="*/ 94505 w 186690"/>
                  <a:gd name="connsiteY1" fmla="*/ 126004 h 114300"/>
                  <a:gd name="connsiteX2" fmla="*/ 0 w 186690"/>
                  <a:gd name="connsiteY2" fmla="*/ 63002 h 114300"/>
                  <a:gd name="connsiteX3" fmla="*/ 94505 w 186690"/>
                  <a:gd name="connsiteY3" fmla="*/ 0 h 114300"/>
                  <a:gd name="connsiteX4" fmla="*/ 189009 w 186690"/>
                  <a:gd name="connsiteY4" fmla="*/ 63002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6690" h="114300">
                    <a:moveTo>
                      <a:pt x="189009" y="63002"/>
                    </a:moveTo>
                    <a:cubicBezTo>
                      <a:pt x="189009" y="97797"/>
                      <a:pt x="146698" y="126004"/>
                      <a:pt x="94505" y="126004"/>
                    </a:cubicBezTo>
                    <a:cubicBezTo>
                      <a:pt x="42311" y="126004"/>
                      <a:pt x="0" y="97797"/>
                      <a:pt x="0" y="63002"/>
                    </a:cubicBezTo>
                    <a:cubicBezTo>
                      <a:pt x="0" y="28207"/>
                      <a:pt x="42311" y="0"/>
                      <a:pt x="94505" y="0"/>
                    </a:cubicBezTo>
                    <a:cubicBezTo>
                      <a:pt x="146698" y="0"/>
                      <a:pt x="189009" y="28207"/>
                      <a:pt x="189009" y="63002"/>
                    </a:cubicBezTo>
                    <a:close/>
                  </a:path>
                </a:pathLst>
              </a:custGeom>
              <a:solidFill>
                <a:schemeClr val="bg1">
                  <a:alpha val="25000"/>
                </a:scheme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88" name="자유형: 도형 87">
                <a:extLst>
                  <a:ext uri="{FF2B5EF4-FFF2-40B4-BE49-F238E27FC236}">
                    <a16:creationId xmlns:a16="http://schemas.microsoft.com/office/drawing/2014/main" id="{1DFC447F-34E5-459E-BF43-0885E798E3E0}"/>
                  </a:ext>
                </a:extLst>
              </p:cNvPr>
              <p:cNvSpPr/>
              <p:nvPr/>
            </p:nvSpPr>
            <p:spPr>
              <a:xfrm>
                <a:off x="3518907" y="442539"/>
                <a:ext cx="93345" cy="88900"/>
              </a:xfrm>
              <a:custGeom>
                <a:avLst/>
                <a:gdLst>
                  <a:gd name="connsiteX0" fmla="*/ 0 w 93345"/>
                  <a:gd name="connsiteY0" fmla="*/ 10708 h 88900"/>
                  <a:gd name="connsiteX1" fmla="*/ 0 w 93345"/>
                  <a:gd name="connsiteY1" fmla="*/ 92738 h 88900"/>
                  <a:gd name="connsiteX2" fmla="*/ 13240 w 93345"/>
                  <a:gd name="connsiteY2" fmla="*/ 92738 h 88900"/>
                  <a:gd name="connsiteX3" fmla="*/ 13240 w 93345"/>
                  <a:gd name="connsiteY3" fmla="*/ 54479 h 88900"/>
                  <a:gd name="connsiteX4" fmla="*/ 50838 w 93345"/>
                  <a:gd name="connsiteY4" fmla="*/ 54479 h 88900"/>
                  <a:gd name="connsiteX5" fmla="*/ 104134 w 93345"/>
                  <a:gd name="connsiteY5" fmla="*/ 0 h 88900"/>
                  <a:gd name="connsiteX6" fmla="*/ 16053 w 93345"/>
                  <a:gd name="connsiteY6" fmla="*/ 0 h 88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3345" h="88900">
                    <a:moveTo>
                      <a:pt x="0" y="10708"/>
                    </a:moveTo>
                    <a:lnTo>
                      <a:pt x="0" y="92738"/>
                    </a:lnTo>
                    <a:lnTo>
                      <a:pt x="13240" y="92738"/>
                    </a:lnTo>
                    <a:lnTo>
                      <a:pt x="13240" y="54479"/>
                    </a:lnTo>
                    <a:lnTo>
                      <a:pt x="50838" y="54479"/>
                    </a:lnTo>
                    <a:lnTo>
                      <a:pt x="104134" y="0"/>
                    </a:lnTo>
                    <a:lnTo>
                      <a:pt x="16053" y="0"/>
                    </a:lnTo>
                    <a:close/>
                  </a:path>
                </a:pathLst>
              </a:custGeom>
              <a:solidFill>
                <a:srgbClr val="666666"/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89" name="자유형: 도형 88">
                <a:extLst>
                  <a:ext uri="{FF2B5EF4-FFF2-40B4-BE49-F238E27FC236}">
                    <a16:creationId xmlns:a16="http://schemas.microsoft.com/office/drawing/2014/main" id="{218DDE9E-DFD6-479A-9BC8-BC48FC7B44AB}"/>
                  </a:ext>
                </a:extLst>
              </p:cNvPr>
              <p:cNvSpPr/>
              <p:nvPr/>
            </p:nvSpPr>
            <p:spPr>
              <a:xfrm>
                <a:off x="3588362" y="438973"/>
                <a:ext cx="53340" cy="88900"/>
              </a:xfrm>
              <a:custGeom>
                <a:avLst/>
                <a:gdLst>
                  <a:gd name="connsiteX0" fmla="*/ 44895 w 53340"/>
                  <a:gd name="connsiteY0" fmla="*/ 0 h 88900"/>
                  <a:gd name="connsiteX1" fmla="*/ 50713 w 53340"/>
                  <a:gd name="connsiteY1" fmla="*/ 6474 h 88900"/>
                  <a:gd name="connsiteX2" fmla="*/ 0 w 53340"/>
                  <a:gd name="connsiteY2" fmla="*/ 58046 h 88900"/>
                  <a:gd name="connsiteX3" fmla="*/ 48649 w 53340"/>
                  <a:gd name="connsiteY3" fmla="*/ 58046 h 88900"/>
                  <a:gd name="connsiteX4" fmla="*/ 48649 w 53340"/>
                  <a:gd name="connsiteY4" fmla="*/ 96304 h 88900"/>
                  <a:gd name="connsiteX5" fmla="*/ 60833 w 53340"/>
                  <a:gd name="connsiteY5" fmla="*/ 96304 h 88900"/>
                  <a:gd name="connsiteX6" fmla="*/ 60833 w 53340"/>
                  <a:gd name="connsiteY6" fmla="*/ 0 h 88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340" h="88900">
                    <a:moveTo>
                      <a:pt x="44895" y="0"/>
                    </a:moveTo>
                    <a:lnTo>
                      <a:pt x="50713" y="6474"/>
                    </a:lnTo>
                    <a:lnTo>
                      <a:pt x="0" y="58046"/>
                    </a:lnTo>
                    <a:lnTo>
                      <a:pt x="48649" y="58046"/>
                    </a:lnTo>
                    <a:lnTo>
                      <a:pt x="48649" y="96304"/>
                    </a:lnTo>
                    <a:lnTo>
                      <a:pt x="60833" y="96304"/>
                    </a:lnTo>
                    <a:lnTo>
                      <a:pt x="60833" y="0"/>
                    </a:lnTo>
                    <a:close/>
                  </a:path>
                </a:pathLst>
              </a:custGeom>
              <a:solidFill>
                <a:srgbClr val="666666"/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90" name="자유형: 도형 89">
                <a:extLst>
                  <a:ext uri="{FF2B5EF4-FFF2-40B4-BE49-F238E27FC236}">
                    <a16:creationId xmlns:a16="http://schemas.microsoft.com/office/drawing/2014/main" id="{3ED2746C-7318-4343-B618-1AC7FB712F05}"/>
                  </a:ext>
                </a:extLst>
              </p:cNvPr>
              <p:cNvSpPr/>
              <p:nvPr/>
            </p:nvSpPr>
            <p:spPr>
              <a:xfrm>
                <a:off x="3489521" y="330717"/>
                <a:ext cx="200025" cy="292100"/>
              </a:xfrm>
              <a:custGeom>
                <a:avLst/>
                <a:gdLst>
                  <a:gd name="connsiteX0" fmla="*/ 189000 w 200025"/>
                  <a:gd name="connsiteY0" fmla="*/ 165113 h 292100"/>
                  <a:gd name="connsiteX1" fmla="*/ 189000 w 200025"/>
                  <a:gd name="connsiteY1" fmla="*/ 90023 h 292100"/>
                  <a:gd name="connsiteX2" fmla="*/ 94514 w 200025"/>
                  <a:gd name="connsiteY2" fmla="*/ 0 h 292100"/>
                  <a:gd name="connsiteX3" fmla="*/ 0 w 200025"/>
                  <a:gd name="connsiteY3" fmla="*/ 90023 h 292100"/>
                  <a:gd name="connsiteX4" fmla="*/ 0 w 200025"/>
                  <a:gd name="connsiteY4" fmla="*/ 263365 h 292100"/>
                  <a:gd name="connsiteX5" fmla="*/ 94514 w 200025"/>
                  <a:gd name="connsiteY5" fmla="*/ 298323 h 292100"/>
                  <a:gd name="connsiteX6" fmla="*/ 206109 w 200025"/>
                  <a:gd name="connsiteY6" fmla="*/ 223909 h 292100"/>
                  <a:gd name="connsiteX7" fmla="*/ 206109 w 200025"/>
                  <a:gd name="connsiteY7" fmla="*/ 204560 h 292100"/>
                  <a:gd name="connsiteX8" fmla="*/ 189000 w 200025"/>
                  <a:gd name="connsiteY8" fmla="*/ 165113 h 292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0025" h="292100">
                    <a:moveTo>
                      <a:pt x="189000" y="165113"/>
                    </a:moveTo>
                    <a:lnTo>
                      <a:pt x="189000" y="90023"/>
                    </a:lnTo>
                    <a:cubicBezTo>
                      <a:pt x="189000" y="40325"/>
                      <a:pt x="146754" y="0"/>
                      <a:pt x="94514" y="0"/>
                    </a:cubicBezTo>
                    <a:cubicBezTo>
                      <a:pt x="42341" y="0"/>
                      <a:pt x="0" y="40252"/>
                      <a:pt x="0" y="90023"/>
                    </a:cubicBezTo>
                    <a:lnTo>
                      <a:pt x="0" y="263365"/>
                    </a:lnTo>
                    <a:cubicBezTo>
                      <a:pt x="19654" y="284332"/>
                      <a:pt x="54631" y="298323"/>
                      <a:pt x="94514" y="298323"/>
                    </a:cubicBezTo>
                    <a:cubicBezTo>
                      <a:pt x="156116" y="298323"/>
                      <a:pt x="206109" y="265075"/>
                      <a:pt x="206109" y="223909"/>
                    </a:cubicBezTo>
                    <a:lnTo>
                      <a:pt x="206109" y="204560"/>
                    </a:lnTo>
                    <a:cubicBezTo>
                      <a:pt x="206099" y="190049"/>
                      <a:pt x="199782" y="176571"/>
                      <a:pt x="189000" y="165113"/>
                    </a:cubicBezTo>
                    <a:close/>
                  </a:path>
                </a:pathLst>
              </a:custGeom>
              <a:solidFill>
                <a:schemeClr val="bg1">
                  <a:alpha val="65000"/>
                </a:scheme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/>
              </a:p>
            </p:txBody>
          </p:sp>
          <p:sp>
            <p:nvSpPr>
              <p:cNvPr id="91" name="자유형: 도형 90">
                <a:extLst>
                  <a:ext uri="{FF2B5EF4-FFF2-40B4-BE49-F238E27FC236}">
                    <a16:creationId xmlns:a16="http://schemas.microsoft.com/office/drawing/2014/main" id="{DE0EDCAC-F538-4E80-939B-D8F2F217DC68}"/>
                  </a:ext>
                </a:extLst>
              </p:cNvPr>
              <p:cNvSpPr/>
              <p:nvPr/>
            </p:nvSpPr>
            <p:spPr>
              <a:xfrm>
                <a:off x="3599980" y="346490"/>
                <a:ext cx="40005" cy="25400"/>
              </a:xfrm>
              <a:custGeom>
                <a:avLst/>
                <a:gdLst>
                  <a:gd name="connsiteX0" fmla="*/ 28074 w 40005"/>
                  <a:gd name="connsiteY0" fmla="*/ 31903 h 25400"/>
                  <a:gd name="connsiteX1" fmla="*/ 47228 w 40005"/>
                  <a:gd name="connsiteY1" fmla="*/ 28429 h 25400"/>
                  <a:gd name="connsiteX2" fmla="*/ 0 w 40005"/>
                  <a:gd name="connsiteY2" fmla="*/ 0 h 25400"/>
                  <a:gd name="connsiteX3" fmla="*/ 3389 w 40005"/>
                  <a:gd name="connsiteY3" fmla="*/ 13725 h 25400"/>
                  <a:gd name="connsiteX4" fmla="*/ 28074 w 40005"/>
                  <a:gd name="connsiteY4" fmla="*/ 31903 h 25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005" h="25400">
                    <a:moveTo>
                      <a:pt x="28074" y="31903"/>
                    </a:moveTo>
                    <a:lnTo>
                      <a:pt x="47228" y="28429"/>
                    </a:lnTo>
                    <a:cubicBezTo>
                      <a:pt x="36004" y="14054"/>
                      <a:pt x="19462" y="3566"/>
                      <a:pt x="0" y="0"/>
                    </a:cubicBezTo>
                    <a:lnTo>
                      <a:pt x="3389" y="13725"/>
                    </a:lnTo>
                    <a:cubicBezTo>
                      <a:pt x="13576" y="17163"/>
                      <a:pt x="22149" y="23637"/>
                      <a:pt x="28074" y="31903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92" name="자유형: 도형 91">
                <a:extLst>
                  <a:ext uri="{FF2B5EF4-FFF2-40B4-BE49-F238E27FC236}">
                    <a16:creationId xmlns:a16="http://schemas.microsoft.com/office/drawing/2014/main" id="{FF7217FA-B4E2-4647-BA95-7601620EB925}"/>
                  </a:ext>
                </a:extLst>
              </p:cNvPr>
              <p:cNvSpPr/>
              <p:nvPr/>
            </p:nvSpPr>
            <p:spPr>
              <a:xfrm>
                <a:off x="3499771" y="583777"/>
                <a:ext cx="26670" cy="25400"/>
              </a:xfrm>
              <a:custGeom>
                <a:avLst/>
                <a:gdLst>
                  <a:gd name="connsiteX0" fmla="*/ 0 w 26670"/>
                  <a:gd name="connsiteY0" fmla="*/ 0 h 25400"/>
                  <a:gd name="connsiteX1" fmla="*/ 0 w 26670"/>
                  <a:gd name="connsiteY1" fmla="*/ 19303 h 25400"/>
                  <a:gd name="connsiteX2" fmla="*/ 30772 w 26670"/>
                  <a:gd name="connsiteY2" fmla="*/ 36027 h 25400"/>
                  <a:gd name="connsiteX3" fmla="*/ 30772 w 26670"/>
                  <a:gd name="connsiteY3" fmla="*/ 16660 h 25400"/>
                  <a:gd name="connsiteX4" fmla="*/ 0 w 26670"/>
                  <a:gd name="connsiteY4" fmla="*/ 0 h 25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670" h="25400">
                    <a:moveTo>
                      <a:pt x="0" y="0"/>
                    </a:moveTo>
                    <a:lnTo>
                      <a:pt x="0" y="19303"/>
                    </a:lnTo>
                    <a:cubicBezTo>
                      <a:pt x="8651" y="26024"/>
                      <a:pt x="19116" y="31702"/>
                      <a:pt x="30772" y="36027"/>
                    </a:cubicBezTo>
                    <a:lnTo>
                      <a:pt x="30772" y="16660"/>
                    </a:lnTo>
                    <a:cubicBezTo>
                      <a:pt x="19058" y="12390"/>
                      <a:pt x="8679" y="6730"/>
                      <a:pt x="0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93" name="자유형: 도형 92">
                <a:extLst>
                  <a:ext uri="{FF2B5EF4-FFF2-40B4-BE49-F238E27FC236}">
                    <a16:creationId xmlns:a16="http://schemas.microsoft.com/office/drawing/2014/main" id="{D8D5BDC1-283A-4316-A365-60249A783827}"/>
                  </a:ext>
                </a:extLst>
              </p:cNvPr>
              <p:cNvSpPr/>
              <p:nvPr/>
            </p:nvSpPr>
            <p:spPr>
              <a:xfrm>
                <a:off x="3496939" y="358368"/>
                <a:ext cx="146685" cy="241300"/>
              </a:xfrm>
              <a:custGeom>
                <a:avLst/>
                <a:gdLst>
                  <a:gd name="connsiteX0" fmla="*/ 140245 w 146685"/>
                  <a:gd name="connsiteY0" fmla="*/ 229012 h 241300"/>
                  <a:gd name="connsiteX1" fmla="*/ 129501 w 146685"/>
                  <a:gd name="connsiteY1" fmla="*/ 233200 h 241300"/>
                  <a:gd name="connsiteX2" fmla="*/ 127130 w 146685"/>
                  <a:gd name="connsiteY2" fmla="*/ 233940 h 241300"/>
                  <a:gd name="connsiteX3" fmla="*/ 103194 w 146685"/>
                  <a:gd name="connsiteY3" fmla="*/ 238951 h 241300"/>
                  <a:gd name="connsiteX4" fmla="*/ 100198 w 146685"/>
                  <a:gd name="connsiteY4" fmla="*/ 239198 h 241300"/>
                  <a:gd name="connsiteX5" fmla="*/ 87256 w 146685"/>
                  <a:gd name="connsiteY5" fmla="*/ 239939 h 241300"/>
                  <a:gd name="connsiteX6" fmla="*/ 80967 w 146685"/>
                  <a:gd name="connsiteY6" fmla="*/ 239637 h 241300"/>
                  <a:gd name="connsiteX7" fmla="*/ 36994 w 146685"/>
                  <a:gd name="connsiteY7" fmla="*/ 230246 h 241300"/>
                  <a:gd name="connsiteX8" fmla="*/ 36993 w 146685"/>
                  <a:gd name="connsiteY8" fmla="*/ 123700 h 241300"/>
                  <a:gd name="connsiteX9" fmla="*/ 36993 w 146685"/>
                  <a:gd name="connsiteY9" fmla="*/ 62417 h 241300"/>
                  <a:gd name="connsiteX10" fmla="*/ 64645 w 146685"/>
                  <a:gd name="connsiteY10" fmla="*/ 19879 h 241300"/>
                  <a:gd name="connsiteX11" fmla="*/ 64347 w 146685"/>
                  <a:gd name="connsiteY11" fmla="*/ 19202 h 241300"/>
                  <a:gd name="connsiteX12" fmla="*/ 47708 w 146685"/>
                  <a:gd name="connsiteY12" fmla="*/ 0 h 241300"/>
                  <a:gd name="connsiteX13" fmla="*/ 10504 w 146685"/>
                  <a:gd name="connsiteY13" fmla="*/ 62380 h 241300"/>
                  <a:gd name="connsiteX14" fmla="*/ 10504 w 146685"/>
                  <a:gd name="connsiteY14" fmla="*/ 213576 h 241300"/>
                  <a:gd name="connsiteX15" fmla="*/ 4100 w 146685"/>
                  <a:gd name="connsiteY15" fmla="*/ 206846 h 241300"/>
                  <a:gd name="connsiteX16" fmla="*/ 0 w 146685"/>
                  <a:gd name="connsiteY16" fmla="*/ 215579 h 241300"/>
                  <a:gd name="connsiteX17" fmla="*/ 87246 w 146685"/>
                  <a:gd name="connsiteY17" fmla="*/ 246842 h 241300"/>
                  <a:gd name="connsiteX18" fmla="*/ 147407 w 146685"/>
                  <a:gd name="connsiteY18" fmla="*/ 234114 h 241300"/>
                  <a:gd name="connsiteX19" fmla="*/ 140379 w 146685"/>
                  <a:gd name="connsiteY19" fmla="*/ 228920 h 241300"/>
                  <a:gd name="connsiteX20" fmla="*/ 140245 w 146685"/>
                  <a:gd name="connsiteY20" fmla="*/ 229012 h 241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46685" h="241300">
                    <a:moveTo>
                      <a:pt x="140245" y="229012"/>
                    </a:moveTo>
                    <a:cubicBezTo>
                      <a:pt x="136837" y="230566"/>
                      <a:pt x="133179" y="231929"/>
                      <a:pt x="129501" y="233200"/>
                    </a:cubicBezTo>
                    <a:cubicBezTo>
                      <a:pt x="128724" y="233447"/>
                      <a:pt x="127936" y="233712"/>
                      <a:pt x="127130" y="233940"/>
                    </a:cubicBezTo>
                    <a:cubicBezTo>
                      <a:pt x="119612" y="236217"/>
                      <a:pt x="111643" y="237991"/>
                      <a:pt x="103194" y="238951"/>
                    </a:cubicBezTo>
                    <a:cubicBezTo>
                      <a:pt x="102195" y="239070"/>
                      <a:pt x="101178" y="239189"/>
                      <a:pt x="100198" y="239198"/>
                    </a:cubicBezTo>
                    <a:cubicBezTo>
                      <a:pt x="95926" y="239582"/>
                      <a:pt x="91615" y="239939"/>
                      <a:pt x="87256" y="239939"/>
                    </a:cubicBezTo>
                    <a:cubicBezTo>
                      <a:pt x="85278" y="239939"/>
                      <a:pt x="83156" y="239747"/>
                      <a:pt x="80967" y="239637"/>
                    </a:cubicBezTo>
                    <a:cubicBezTo>
                      <a:pt x="64962" y="238915"/>
                      <a:pt x="49888" y="235641"/>
                      <a:pt x="36994" y="230246"/>
                    </a:cubicBezTo>
                    <a:lnTo>
                      <a:pt x="36993" y="123700"/>
                    </a:lnTo>
                    <a:lnTo>
                      <a:pt x="36993" y="62417"/>
                    </a:lnTo>
                    <a:cubicBezTo>
                      <a:pt x="36993" y="43736"/>
                      <a:pt x="48304" y="27752"/>
                      <a:pt x="64645" y="19879"/>
                    </a:cubicBezTo>
                    <a:lnTo>
                      <a:pt x="64347" y="19202"/>
                    </a:lnTo>
                    <a:lnTo>
                      <a:pt x="47708" y="0"/>
                    </a:lnTo>
                    <a:cubicBezTo>
                      <a:pt x="25443" y="12738"/>
                      <a:pt x="10504" y="35844"/>
                      <a:pt x="10504" y="62380"/>
                    </a:cubicBezTo>
                    <a:lnTo>
                      <a:pt x="10504" y="213576"/>
                    </a:lnTo>
                    <a:cubicBezTo>
                      <a:pt x="9841" y="212945"/>
                      <a:pt x="6394" y="209654"/>
                      <a:pt x="4100" y="206846"/>
                    </a:cubicBezTo>
                    <a:lnTo>
                      <a:pt x="0" y="215579"/>
                    </a:lnTo>
                    <a:cubicBezTo>
                      <a:pt x="18684" y="234397"/>
                      <a:pt x="50790" y="246842"/>
                      <a:pt x="87246" y="246842"/>
                    </a:cubicBezTo>
                    <a:cubicBezTo>
                      <a:pt x="109646" y="246842"/>
                      <a:pt x="130413" y="242097"/>
                      <a:pt x="147407" y="234114"/>
                    </a:cubicBezTo>
                    <a:lnTo>
                      <a:pt x="140379" y="228920"/>
                    </a:lnTo>
                    <a:cubicBezTo>
                      <a:pt x="140245" y="229012"/>
                      <a:pt x="140245" y="229012"/>
                      <a:pt x="140245" y="22901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94" name="자유형: 도형 93">
                <a:extLst>
                  <a:ext uri="{FF2B5EF4-FFF2-40B4-BE49-F238E27FC236}">
                    <a16:creationId xmlns:a16="http://schemas.microsoft.com/office/drawing/2014/main" id="{D8D2BCE6-B732-4BC0-945C-140ECC41979E}"/>
                  </a:ext>
                </a:extLst>
              </p:cNvPr>
              <p:cNvSpPr/>
              <p:nvPr/>
            </p:nvSpPr>
            <p:spPr>
              <a:xfrm>
                <a:off x="3549890" y="701643"/>
                <a:ext cx="13335" cy="304800"/>
              </a:xfrm>
              <a:custGeom>
                <a:avLst/>
                <a:gdLst>
                  <a:gd name="connsiteX0" fmla="*/ 0 w 0"/>
                  <a:gd name="connsiteY0" fmla="*/ 0 h 304800"/>
                  <a:gd name="connsiteX1" fmla="*/ 0 w 0"/>
                  <a:gd name="connsiteY1" fmla="*/ 312624 h 304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304800">
                    <a:moveTo>
                      <a:pt x="0" y="0"/>
                    </a:moveTo>
                    <a:lnTo>
                      <a:pt x="0" y="312624"/>
                    </a:lnTo>
                  </a:path>
                </a:pathLst>
              </a:custGeom>
              <a:noFill/>
              <a:ln w="28688" cap="rnd">
                <a:solidFill>
                  <a:srgbClr val="8C8C8C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95" name="자유형: 도형 94">
                <a:extLst>
                  <a:ext uri="{FF2B5EF4-FFF2-40B4-BE49-F238E27FC236}">
                    <a16:creationId xmlns:a16="http://schemas.microsoft.com/office/drawing/2014/main" id="{FB694AB5-8675-412D-979E-62E11AD47377}"/>
                  </a:ext>
                </a:extLst>
              </p:cNvPr>
              <p:cNvSpPr/>
              <p:nvPr/>
            </p:nvSpPr>
            <p:spPr>
              <a:xfrm>
                <a:off x="3549890" y="963468"/>
                <a:ext cx="13335" cy="50800"/>
              </a:xfrm>
              <a:custGeom>
                <a:avLst/>
                <a:gdLst>
                  <a:gd name="connsiteX0" fmla="*/ 0 w 0"/>
                  <a:gd name="connsiteY0" fmla="*/ 0 h 50800"/>
                  <a:gd name="connsiteX1" fmla="*/ 0 w 0"/>
                  <a:gd name="connsiteY1" fmla="*/ 50800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28688" cap="rnd">
                <a:solidFill>
                  <a:srgbClr val="FF0000">
                    <a:alpha val="3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96" name="자유형: 도형 95">
                <a:extLst>
                  <a:ext uri="{FF2B5EF4-FFF2-40B4-BE49-F238E27FC236}">
                    <a16:creationId xmlns:a16="http://schemas.microsoft.com/office/drawing/2014/main" id="{AAAD1F60-B7B7-43D9-AC5F-B29070849091}"/>
                  </a:ext>
                </a:extLst>
              </p:cNvPr>
              <p:cNvSpPr/>
              <p:nvPr/>
            </p:nvSpPr>
            <p:spPr>
              <a:xfrm>
                <a:off x="3645931" y="701643"/>
                <a:ext cx="13335" cy="304800"/>
              </a:xfrm>
              <a:custGeom>
                <a:avLst/>
                <a:gdLst>
                  <a:gd name="connsiteX0" fmla="*/ 0 w 0"/>
                  <a:gd name="connsiteY0" fmla="*/ 0 h 304800"/>
                  <a:gd name="connsiteX1" fmla="*/ 0 w 0"/>
                  <a:gd name="connsiteY1" fmla="*/ 312624 h 304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304800">
                    <a:moveTo>
                      <a:pt x="0" y="0"/>
                    </a:moveTo>
                    <a:lnTo>
                      <a:pt x="0" y="312624"/>
                    </a:lnTo>
                  </a:path>
                </a:pathLst>
              </a:custGeom>
              <a:noFill/>
              <a:ln w="28688" cap="rnd">
                <a:solidFill>
                  <a:srgbClr val="8C8C8C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97" name="자유형: 도형 96">
                <a:extLst>
                  <a:ext uri="{FF2B5EF4-FFF2-40B4-BE49-F238E27FC236}">
                    <a16:creationId xmlns:a16="http://schemas.microsoft.com/office/drawing/2014/main" id="{339E4B6A-230D-41CD-B7E8-B2F5735EA30F}"/>
                  </a:ext>
                </a:extLst>
              </p:cNvPr>
              <p:cNvSpPr/>
              <p:nvPr/>
            </p:nvSpPr>
            <p:spPr>
              <a:xfrm>
                <a:off x="3645931" y="963468"/>
                <a:ext cx="13335" cy="50800"/>
              </a:xfrm>
              <a:custGeom>
                <a:avLst/>
                <a:gdLst>
                  <a:gd name="connsiteX0" fmla="*/ 0 w 0"/>
                  <a:gd name="connsiteY0" fmla="*/ 0 h 50800"/>
                  <a:gd name="connsiteX1" fmla="*/ 0 w 0"/>
                  <a:gd name="connsiteY1" fmla="*/ 50800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28688" cap="rnd">
                <a:solidFill>
                  <a:srgbClr val="FF0000">
                    <a:alpha val="3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59" name="자유형: 도형 3258">
                <a:extLst>
                  <a:ext uri="{FF2B5EF4-FFF2-40B4-BE49-F238E27FC236}">
                    <a16:creationId xmlns:a16="http://schemas.microsoft.com/office/drawing/2014/main" id="{65C29106-D9A2-4565-8802-91AD4E027177}"/>
                  </a:ext>
                </a:extLst>
              </p:cNvPr>
              <p:cNvSpPr/>
              <p:nvPr/>
            </p:nvSpPr>
            <p:spPr>
              <a:xfrm>
                <a:off x="4254134" y="653564"/>
                <a:ext cx="26670" cy="12700"/>
              </a:xfrm>
              <a:custGeom>
                <a:avLst/>
                <a:gdLst>
                  <a:gd name="connsiteX0" fmla="*/ 0 w 26670"/>
                  <a:gd name="connsiteY0" fmla="*/ 0 h 0"/>
                  <a:gd name="connsiteX1" fmla="*/ 28698 w 26670"/>
                  <a:gd name="connsiteY1" fmla="*/ 0 h 0"/>
                  <a:gd name="connsiteX2" fmla="*/ 28698 w 26670"/>
                  <a:gd name="connsiteY2" fmla="*/ 9144 h 0"/>
                  <a:gd name="connsiteX3" fmla="*/ 0 w 26670"/>
                  <a:gd name="connsiteY3" fmla="*/ 9144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">
                    <a:moveTo>
                      <a:pt x="0" y="0"/>
                    </a:moveTo>
                    <a:lnTo>
                      <a:pt x="28698" y="0"/>
                    </a:lnTo>
                    <a:lnTo>
                      <a:pt x="28698" y="9144"/>
                    </a:lnTo>
                    <a:lnTo>
                      <a:pt x="0" y="9144"/>
                    </a:lnTo>
                    <a:close/>
                  </a:path>
                </a:pathLst>
              </a:custGeom>
              <a:noFill/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60" name="자유형: 도형 3259">
                <a:extLst>
                  <a:ext uri="{FF2B5EF4-FFF2-40B4-BE49-F238E27FC236}">
                    <a16:creationId xmlns:a16="http://schemas.microsoft.com/office/drawing/2014/main" id="{A9295D20-AA4A-4EEA-A4C1-BFFC6B3481BC}"/>
                  </a:ext>
                </a:extLst>
              </p:cNvPr>
              <p:cNvSpPr/>
              <p:nvPr/>
            </p:nvSpPr>
            <p:spPr>
              <a:xfrm>
                <a:off x="4350146" y="653564"/>
                <a:ext cx="26670" cy="12700"/>
              </a:xfrm>
              <a:custGeom>
                <a:avLst/>
                <a:gdLst>
                  <a:gd name="connsiteX0" fmla="*/ 0 w 26670"/>
                  <a:gd name="connsiteY0" fmla="*/ 0 h 0"/>
                  <a:gd name="connsiteX1" fmla="*/ 28727 w 26670"/>
                  <a:gd name="connsiteY1" fmla="*/ 0 h 0"/>
                  <a:gd name="connsiteX2" fmla="*/ 28727 w 26670"/>
                  <a:gd name="connsiteY2" fmla="*/ 9144 h 0"/>
                  <a:gd name="connsiteX3" fmla="*/ 0 w 26670"/>
                  <a:gd name="connsiteY3" fmla="*/ 9144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">
                    <a:moveTo>
                      <a:pt x="0" y="0"/>
                    </a:moveTo>
                    <a:lnTo>
                      <a:pt x="28727" y="0"/>
                    </a:lnTo>
                    <a:lnTo>
                      <a:pt x="28727" y="9144"/>
                    </a:lnTo>
                    <a:lnTo>
                      <a:pt x="0" y="9144"/>
                    </a:lnTo>
                    <a:close/>
                  </a:path>
                </a:pathLst>
              </a:custGeom>
              <a:noFill/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61" name="자유형: 도형 3260">
                <a:extLst>
                  <a:ext uri="{FF2B5EF4-FFF2-40B4-BE49-F238E27FC236}">
                    <a16:creationId xmlns:a16="http://schemas.microsoft.com/office/drawing/2014/main" id="{1A455F29-3A6E-4372-B1C3-437780253B8E}"/>
                  </a:ext>
                </a:extLst>
              </p:cNvPr>
              <p:cNvSpPr/>
              <p:nvPr/>
            </p:nvSpPr>
            <p:spPr>
              <a:xfrm>
                <a:off x="4254134" y="576837"/>
                <a:ext cx="26670" cy="114300"/>
              </a:xfrm>
              <a:custGeom>
                <a:avLst/>
                <a:gdLst>
                  <a:gd name="connsiteX0" fmla="*/ 0 w 26670"/>
                  <a:gd name="connsiteY0" fmla="*/ 0 h 114300"/>
                  <a:gd name="connsiteX1" fmla="*/ 28688 w 26670"/>
                  <a:gd name="connsiteY1" fmla="*/ 0 h 114300"/>
                  <a:gd name="connsiteX2" fmla="*/ 28688 w 26670"/>
                  <a:gd name="connsiteY2" fmla="*/ 124806 h 114300"/>
                  <a:gd name="connsiteX3" fmla="*/ 0 w 26670"/>
                  <a:gd name="connsiteY3" fmla="*/ 124806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" h="114300">
                    <a:moveTo>
                      <a:pt x="0" y="0"/>
                    </a:moveTo>
                    <a:lnTo>
                      <a:pt x="28688" y="0"/>
                    </a:lnTo>
                    <a:lnTo>
                      <a:pt x="28688" y="124806"/>
                    </a:lnTo>
                    <a:lnTo>
                      <a:pt x="0" y="124806"/>
                    </a:lnTo>
                    <a:close/>
                  </a:path>
                </a:pathLst>
              </a:custGeom>
              <a:solidFill>
                <a:srgbClr val="8C8C8C"/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62" name="자유형: 도형 3261">
                <a:extLst>
                  <a:ext uri="{FF2B5EF4-FFF2-40B4-BE49-F238E27FC236}">
                    <a16:creationId xmlns:a16="http://schemas.microsoft.com/office/drawing/2014/main" id="{331456CD-1A2D-4B77-9B54-C2BE5215460D}"/>
                  </a:ext>
                </a:extLst>
              </p:cNvPr>
              <p:cNvSpPr/>
              <p:nvPr/>
            </p:nvSpPr>
            <p:spPr>
              <a:xfrm>
                <a:off x="4306201" y="576078"/>
                <a:ext cx="66675" cy="127000"/>
              </a:xfrm>
              <a:custGeom>
                <a:avLst/>
                <a:gdLst>
                  <a:gd name="connsiteX0" fmla="*/ 72662 w 66675"/>
                  <a:gd name="connsiteY0" fmla="*/ 125565 h 127000"/>
                  <a:gd name="connsiteX1" fmla="*/ 44818 w 66675"/>
                  <a:gd name="connsiteY1" fmla="*/ 87572 h 127000"/>
                  <a:gd name="connsiteX2" fmla="*/ 28823 w 66675"/>
                  <a:gd name="connsiteY2" fmla="*/ 69476 h 127000"/>
                  <a:gd name="connsiteX3" fmla="*/ 28823 w 66675"/>
                  <a:gd name="connsiteY3" fmla="*/ 0 h 127000"/>
                  <a:gd name="connsiteX4" fmla="*/ 0 w 66675"/>
                  <a:gd name="connsiteY4" fmla="*/ 0 h 127000"/>
                  <a:gd name="connsiteX5" fmla="*/ 0 w 66675"/>
                  <a:gd name="connsiteY5" fmla="*/ 73408 h 127000"/>
                  <a:gd name="connsiteX6" fmla="*/ 25952 w 66675"/>
                  <a:gd name="connsiteY6" fmla="*/ 108311 h 127000"/>
                  <a:gd name="connsiteX7" fmla="*/ 43935 w 66675"/>
                  <a:gd name="connsiteY7" fmla="*/ 130787 h 12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6675" h="127000">
                    <a:moveTo>
                      <a:pt x="72662" y="125565"/>
                    </a:moveTo>
                    <a:cubicBezTo>
                      <a:pt x="72662" y="110661"/>
                      <a:pt x="58462" y="98865"/>
                      <a:pt x="44818" y="87572"/>
                    </a:cubicBezTo>
                    <a:cubicBezTo>
                      <a:pt x="39269" y="82909"/>
                      <a:pt x="28823" y="74853"/>
                      <a:pt x="28823" y="69476"/>
                    </a:cubicBezTo>
                    <a:lnTo>
                      <a:pt x="28823" y="0"/>
                    </a:lnTo>
                    <a:lnTo>
                      <a:pt x="0" y="0"/>
                    </a:lnTo>
                    <a:lnTo>
                      <a:pt x="0" y="73408"/>
                    </a:lnTo>
                    <a:cubicBezTo>
                      <a:pt x="0" y="86850"/>
                      <a:pt x="12635" y="97265"/>
                      <a:pt x="25952" y="108311"/>
                    </a:cubicBezTo>
                    <a:cubicBezTo>
                      <a:pt x="31876" y="113084"/>
                      <a:pt x="43935" y="124185"/>
                      <a:pt x="43935" y="130787"/>
                    </a:cubicBezTo>
                  </a:path>
                </a:pathLst>
              </a:custGeom>
              <a:solidFill>
                <a:srgbClr val="8C8C8C"/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63" name="자유형: 도형 3262">
                <a:extLst>
                  <a:ext uri="{FF2B5EF4-FFF2-40B4-BE49-F238E27FC236}">
                    <a16:creationId xmlns:a16="http://schemas.microsoft.com/office/drawing/2014/main" id="{C1203EF5-3235-45EE-B922-FD75B82E4ACF}"/>
                  </a:ext>
                </a:extLst>
              </p:cNvPr>
              <p:cNvSpPr/>
              <p:nvPr/>
            </p:nvSpPr>
            <p:spPr>
              <a:xfrm>
                <a:off x="4208115" y="330717"/>
                <a:ext cx="200025" cy="292100"/>
              </a:xfrm>
              <a:custGeom>
                <a:avLst/>
                <a:gdLst>
                  <a:gd name="connsiteX0" fmla="*/ 189000 w 200025"/>
                  <a:gd name="connsiteY0" fmla="*/ 165113 h 292100"/>
                  <a:gd name="connsiteX1" fmla="*/ 189000 w 200025"/>
                  <a:gd name="connsiteY1" fmla="*/ 90023 h 292100"/>
                  <a:gd name="connsiteX2" fmla="*/ 94514 w 200025"/>
                  <a:gd name="connsiteY2" fmla="*/ 0 h 292100"/>
                  <a:gd name="connsiteX3" fmla="*/ 0 w 200025"/>
                  <a:gd name="connsiteY3" fmla="*/ 90023 h 292100"/>
                  <a:gd name="connsiteX4" fmla="*/ 0 w 200025"/>
                  <a:gd name="connsiteY4" fmla="*/ 263365 h 292100"/>
                  <a:gd name="connsiteX5" fmla="*/ 94514 w 200025"/>
                  <a:gd name="connsiteY5" fmla="*/ 298323 h 292100"/>
                  <a:gd name="connsiteX6" fmla="*/ 206109 w 200025"/>
                  <a:gd name="connsiteY6" fmla="*/ 223909 h 292100"/>
                  <a:gd name="connsiteX7" fmla="*/ 206109 w 200025"/>
                  <a:gd name="connsiteY7" fmla="*/ 204560 h 292100"/>
                  <a:gd name="connsiteX8" fmla="*/ 189000 w 200025"/>
                  <a:gd name="connsiteY8" fmla="*/ 165113 h 292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0025" h="292100">
                    <a:moveTo>
                      <a:pt x="189000" y="165113"/>
                    </a:moveTo>
                    <a:lnTo>
                      <a:pt x="189000" y="90023"/>
                    </a:lnTo>
                    <a:cubicBezTo>
                      <a:pt x="189000" y="40325"/>
                      <a:pt x="146754" y="0"/>
                      <a:pt x="94514" y="0"/>
                    </a:cubicBezTo>
                    <a:cubicBezTo>
                      <a:pt x="42341" y="0"/>
                      <a:pt x="0" y="40252"/>
                      <a:pt x="0" y="90023"/>
                    </a:cubicBezTo>
                    <a:lnTo>
                      <a:pt x="0" y="263365"/>
                    </a:lnTo>
                    <a:cubicBezTo>
                      <a:pt x="19654" y="284332"/>
                      <a:pt x="54631" y="298323"/>
                      <a:pt x="94514" y="298323"/>
                    </a:cubicBezTo>
                    <a:cubicBezTo>
                      <a:pt x="156116" y="298323"/>
                      <a:pt x="206109" y="265075"/>
                      <a:pt x="206109" y="223909"/>
                    </a:cubicBezTo>
                    <a:lnTo>
                      <a:pt x="206109" y="204560"/>
                    </a:lnTo>
                    <a:cubicBezTo>
                      <a:pt x="206099" y="190049"/>
                      <a:pt x="199782" y="176571"/>
                      <a:pt x="189000" y="165113"/>
                    </a:cubicBezTo>
                    <a:close/>
                  </a:path>
                </a:pathLst>
              </a:custGeom>
              <a:solidFill>
                <a:schemeClr val="bg1">
                  <a:alpha val="30000"/>
                </a:scheme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64" name="자유형: 도형 3263">
                <a:extLst>
                  <a:ext uri="{FF2B5EF4-FFF2-40B4-BE49-F238E27FC236}">
                    <a16:creationId xmlns:a16="http://schemas.microsoft.com/office/drawing/2014/main" id="{B4E53575-B117-43FE-A5F1-217BF1555BC6}"/>
                  </a:ext>
                </a:extLst>
              </p:cNvPr>
              <p:cNvSpPr/>
              <p:nvPr/>
            </p:nvSpPr>
            <p:spPr>
              <a:xfrm>
                <a:off x="4208112" y="330717"/>
                <a:ext cx="200025" cy="292100"/>
              </a:xfrm>
              <a:custGeom>
                <a:avLst/>
                <a:gdLst>
                  <a:gd name="connsiteX0" fmla="*/ 189000 w 200025"/>
                  <a:gd name="connsiteY0" fmla="*/ 165113 h 292100"/>
                  <a:gd name="connsiteX1" fmla="*/ 189000 w 200025"/>
                  <a:gd name="connsiteY1" fmla="*/ 90023 h 292100"/>
                  <a:gd name="connsiteX2" fmla="*/ 94514 w 200025"/>
                  <a:gd name="connsiteY2" fmla="*/ 0 h 292100"/>
                  <a:gd name="connsiteX3" fmla="*/ 0 w 200025"/>
                  <a:gd name="connsiteY3" fmla="*/ 90023 h 292100"/>
                  <a:gd name="connsiteX4" fmla="*/ 0 w 200025"/>
                  <a:gd name="connsiteY4" fmla="*/ 263365 h 292100"/>
                  <a:gd name="connsiteX5" fmla="*/ 94514 w 200025"/>
                  <a:gd name="connsiteY5" fmla="*/ 298323 h 292100"/>
                  <a:gd name="connsiteX6" fmla="*/ 206109 w 200025"/>
                  <a:gd name="connsiteY6" fmla="*/ 223909 h 292100"/>
                  <a:gd name="connsiteX7" fmla="*/ 206109 w 200025"/>
                  <a:gd name="connsiteY7" fmla="*/ 204560 h 292100"/>
                  <a:gd name="connsiteX8" fmla="*/ 189000 w 200025"/>
                  <a:gd name="connsiteY8" fmla="*/ 165113 h 292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0025" h="292100">
                    <a:moveTo>
                      <a:pt x="189000" y="165113"/>
                    </a:moveTo>
                    <a:lnTo>
                      <a:pt x="189000" y="90023"/>
                    </a:lnTo>
                    <a:cubicBezTo>
                      <a:pt x="189000" y="40325"/>
                      <a:pt x="146754" y="0"/>
                      <a:pt x="94514" y="0"/>
                    </a:cubicBezTo>
                    <a:cubicBezTo>
                      <a:pt x="42341" y="0"/>
                      <a:pt x="0" y="40252"/>
                      <a:pt x="0" y="90023"/>
                    </a:cubicBezTo>
                    <a:lnTo>
                      <a:pt x="0" y="263365"/>
                    </a:lnTo>
                    <a:cubicBezTo>
                      <a:pt x="19654" y="284332"/>
                      <a:pt x="54631" y="298323"/>
                      <a:pt x="94514" y="298323"/>
                    </a:cubicBezTo>
                    <a:cubicBezTo>
                      <a:pt x="156116" y="298323"/>
                      <a:pt x="206109" y="265075"/>
                      <a:pt x="206109" y="223909"/>
                    </a:cubicBezTo>
                    <a:lnTo>
                      <a:pt x="206109" y="204560"/>
                    </a:lnTo>
                    <a:cubicBezTo>
                      <a:pt x="206099" y="190049"/>
                      <a:pt x="199782" y="176571"/>
                      <a:pt x="189000" y="165113"/>
                    </a:cubicBezTo>
                    <a:close/>
                  </a:path>
                </a:pathLst>
              </a:custGeom>
              <a:solidFill>
                <a:srgbClr val="E6E6E6">
                  <a:alpha val="50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65" name="자유형: 도형 3264">
                <a:extLst>
                  <a:ext uri="{FF2B5EF4-FFF2-40B4-BE49-F238E27FC236}">
                    <a16:creationId xmlns:a16="http://schemas.microsoft.com/office/drawing/2014/main" id="{19BAF055-C3BC-40BD-9003-8875A16C2CC3}"/>
                  </a:ext>
                </a:extLst>
              </p:cNvPr>
              <p:cNvSpPr/>
              <p:nvPr/>
            </p:nvSpPr>
            <p:spPr>
              <a:xfrm>
                <a:off x="4208115" y="495830"/>
                <a:ext cx="200025" cy="127000"/>
              </a:xfrm>
              <a:custGeom>
                <a:avLst/>
                <a:gdLst>
                  <a:gd name="connsiteX0" fmla="*/ 189000 w 200025"/>
                  <a:gd name="connsiteY0" fmla="*/ 0 h 127000"/>
                  <a:gd name="connsiteX1" fmla="*/ 189000 w 200025"/>
                  <a:gd name="connsiteY1" fmla="*/ 39438 h 127000"/>
                  <a:gd name="connsiteX2" fmla="*/ 94514 w 200025"/>
                  <a:gd name="connsiteY2" fmla="*/ 102495 h 127000"/>
                  <a:gd name="connsiteX3" fmla="*/ 0 w 200025"/>
                  <a:gd name="connsiteY3" fmla="*/ 39439 h 127000"/>
                  <a:gd name="connsiteX4" fmla="*/ 0 w 200025"/>
                  <a:gd name="connsiteY4" fmla="*/ 78877 h 127000"/>
                  <a:gd name="connsiteX5" fmla="*/ 0 w 200025"/>
                  <a:gd name="connsiteY5" fmla="*/ 98234 h 127000"/>
                  <a:gd name="connsiteX6" fmla="*/ 94514 w 200025"/>
                  <a:gd name="connsiteY6" fmla="*/ 133192 h 127000"/>
                  <a:gd name="connsiteX7" fmla="*/ 206109 w 200025"/>
                  <a:gd name="connsiteY7" fmla="*/ 58787 h 127000"/>
                  <a:gd name="connsiteX8" fmla="*/ 206108 w 200025"/>
                  <a:gd name="connsiteY8" fmla="*/ 39439 h 127000"/>
                  <a:gd name="connsiteX9" fmla="*/ 189000 w 200025"/>
                  <a:gd name="connsiteY9" fmla="*/ 0 h 12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0025" h="127000">
                    <a:moveTo>
                      <a:pt x="189000" y="0"/>
                    </a:moveTo>
                    <a:lnTo>
                      <a:pt x="189000" y="39438"/>
                    </a:lnTo>
                    <a:cubicBezTo>
                      <a:pt x="189000" y="74222"/>
                      <a:pt x="146783" y="102495"/>
                      <a:pt x="94514" y="102495"/>
                    </a:cubicBezTo>
                    <a:cubicBezTo>
                      <a:pt x="42341" y="102495"/>
                      <a:pt x="0" y="74314"/>
                      <a:pt x="0" y="39439"/>
                    </a:cubicBezTo>
                    <a:lnTo>
                      <a:pt x="0" y="78877"/>
                    </a:lnTo>
                    <a:lnTo>
                      <a:pt x="0" y="98234"/>
                    </a:lnTo>
                    <a:cubicBezTo>
                      <a:pt x="19654" y="119211"/>
                      <a:pt x="54631" y="133192"/>
                      <a:pt x="94514" y="133192"/>
                    </a:cubicBezTo>
                    <a:cubicBezTo>
                      <a:pt x="156116" y="133192"/>
                      <a:pt x="206109" y="99944"/>
                      <a:pt x="206109" y="58787"/>
                    </a:cubicBezTo>
                    <a:lnTo>
                      <a:pt x="206108" y="39439"/>
                    </a:lnTo>
                    <a:cubicBezTo>
                      <a:pt x="206099" y="24936"/>
                      <a:pt x="199782" y="11458"/>
                      <a:pt x="189000" y="0"/>
                    </a:cubicBezTo>
                    <a:close/>
                  </a:path>
                </a:pathLst>
              </a:custGeom>
              <a:solidFill>
                <a:srgbClr val="D1D1D1">
                  <a:alpha val="90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66" name="자유형: 도형 3265">
                <a:extLst>
                  <a:ext uri="{FF2B5EF4-FFF2-40B4-BE49-F238E27FC236}">
                    <a16:creationId xmlns:a16="http://schemas.microsoft.com/office/drawing/2014/main" id="{2F98C315-D13B-4202-850B-98FB8C792701}"/>
                  </a:ext>
                </a:extLst>
              </p:cNvPr>
              <p:cNvSpPr/>
              <p:nvPr/>
            </p:nvSpPr>
            <p:spPr>
              <a:xfrm>
                <a:off x="4208113" y="495830"/>
                <a:ext cx="200025" cy="127000"/>
              </a:xfrm>
              <a:custGeom>
                <a:avLst/>
                <a:gdLst>
                  <a:gd name="connsiteX0" fmla="*/ 189000 w 200025"/>
                  <a:gd name="connsiteY0" fmla="*/ 0 h 127000"/>
                  <a:gd name="connsiteX1" fmla="*/ 189000 w 200025"/>
                  <a:gd name="connsiteY1" fmla="*/ 39438 h 127000"/>
                  <a:gd name="connsiteX2" fmla="*/ 94514 w 200025"/>
                  <a:gd name="connsiteY2" fmla="*/ 102495 h 127000"/>
                  <a:gd name="connsiteX3" fmla="*/ 0 w 200025"/>
                  <a:gd name="connsiteY3" fmla="*/ 39439 h 127000"/>
                  <a:gd name="connsiteX4" fmla="*/ 0 w 200025"/>
                  <a:gd name="connsiteY4" fmla="*/ 78877 h 127000"/>
                  <a:gd name="connsiteX5" fmla="*/ 0 w 200025"/>
                  <a:gd name="connsiteY5" fmla="*/ 98234 h 127000"/>
                  <a:gd name="connsiteX6" fmla="*/ 94514 w 200025"/>
                  <a:gd name="connsiteY6" fmla="*/ 133192 h 127000"/>
                  <a:gd name="connsiteX7" fmla="*/ 206109 w 200025"/>
                  <a:gd name="connsiteY7" fmla="*/ 58787 h 127000"/>
                  <a:gd name="connsiteX8" fmla="*/ 206108 w 200025"/>
                  <a:gd name="connsiteY8" fmla="*/ 39439 h 127000"/>
                  <a:gd name="connsiteX9" fmla="*/ 189000 w 200025"/>
                  <a:gd name="connsiteY9" fmla="*/ 0 h 12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0025" h="127000">
                    <a:moveTo>
                      <a:pt x="189000" y="0"/>
                    </a:moveTo>
                    <a:lnTo>
                      <a:pt x="189000" y="39438"/>
                    </a:lnTo>
                    <a:cubicBezTo>
                      <a:pt x="189000" y="74222"/>
                      <a:pt x="146783" y="102495"/>
                      <a:pt x="94514" y="102495"/>
                    </a:cubicBezTo>
                    <a:cubicBezTo>
                      <a:pt x="42341" y="102495"/>
                      <a:pt x="0" y="74314"/>
                      <a:pt x="0" y="39439"/>
                    </a:cubicBezTo>
                    <a:lnTo>
                      <a:pt x="0" y="78877"/>
                    </a:lnTo>
                    <a:lnTo>
                      <a:pt x="0" y="98234"/>
                    </a:lnTo>
                    <a:cubicBezTo>
                      <a:pt x="19654" y="119211"/>
                      <a:pt x="54631" y="133192"/>
                      <a:pt x="94514" y="133192"/>
                    </a:cubicBezTo>
                    <a:cubicBezTo>
                      <a:pt x="156116" y="133192"/>
                      <a:pt x="206109" y="99944"/>
                      <a:pt x="206109" y="58787"/>
                    </a:cubicBezTo>
                    <a:lnTo>
                      <a:pt x="206108" y="39439"/>
                    </a:lnTo>
                    <a:cubicBezTo>
                      <a:pt x="206099" y="24936"/>
                      <a:pt x="199782" y="11458"/>
                      <a:pt x="189000" y="0"/>
                    </a:cubicBezTo>
                    <a:close/>
                  </a:path>
                </a:pathLst>
              </a:custGeom>
              <a:solidFill>
                <a:schemeClr val="bg1">
                  <a:alpha val="70000"/>
                </a:scheme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67" name="자유형: 도형 3266">
                <a:extLst>
                  <a:ext uri="{FF2B5EF4-FFF2-40B4-BE49-F238E27FC236}">
                    <a16:creationId xmlns:a16="http://schemas.microsoft.com/office/drawing/2014/main" id="{DD853080-1369-4C7C-B72D-B91AB3C69F8D}"/>
                  </a:ext>
                </a:extLst>
              </p:cNvPr>
              <p:cNvSpPr/>
              <p:nvPr/>
            </p:nvSpPr>
            <p:spPr>
              <a:xfrm>
                <a:off x="4208115" y="495830"/>
                <a:ext cx="200025" cy="101600"/>
              </a:xfrm>
              <a:custGeom>
                <a:avLst/>
                <a:gdLst>
                  <a:gd name="connsiteX0" fmla="*/ 189000 w 200025"/>
                  <a:gd name="connsiteY0" fmla="*/ 0 h 101600"/>
                  <a:gd name="connsiteX1" fmla="*/ 189000 w 200025"/>
                  <a:gd name="connsiteY1" fmla="*/ 39438 h 101600"/>
                  <a:gd name="connsiteX2" fmla="*/ 94514 w 200025"/>
                  <a:gd name="connsiteY2" fmla="*/ 102495 h 101600"/>
                  <a:gd name="connsiteX3" fmla="*/ 0 w 200025"/>
                  <a:gd name="connsiteY3" fmla="*/ 39439 h 101600"/>
                  <a:gd name="connsiteX4" fmla="*/ 0 w 200025"/>
                  <a:gd name="connsiteY4" fmla="*/ 78877 h 101600"/>
                  <a:gd name="connsiteX5" fmla="*/ 94514 w 200025"/>
                  <a:gd name="connsiteY5" fmla="*/ 113834 h 101600"/>
                  <a:gd name="connsiteX6" fmla="*/ 206109 w 200025"/>
                  <a:gd name="connsiteY6" fmla="*/ 39429 h 101600"/>
                  <a:gd name="connsiteX7" fmla="*/ 189000 w 200025"/>
                  <a:gd name="connsiteY7" fmla="*/ 0 h 10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0025" h="101600">
                    <a:moveTo>
                      <a:pt x="189000" y="0"/>
                    </a:moveTo>
                    <a:lnTo>
                      <a:pt x="189000" y="39438"/>
                    </a:lnTo>
                    <a:cubicBezTo>
                      <a:pt x="189000" y="74222"/>
                      <a:pt x="146783" y="102495"/>
                      <a:pt x="94514" y="102495"/>
                    </a:cubicBezTo>
                    <a:cubicBezTo>
                      <a:pt x="42341" y="102495"/>
                      <a:pt x="0" y="74314"/>
                      <a:pt x="0" y="39439"/>
                    </a:cubicBezTo>
                    <a:lnTo>
                      <a:pt x="0" y="78877"/>
                    </a:lnTo>
                    <a:cubicBezTo>
                      <a:pt x="19654" y="99835"/>
                      <a:pt x="54631" y="113834"/>
                      <a:pt x="94514" y="113834"/>
                    </a:cubicBezTo>
                    <a:cubicBezTo>
                      <a:pt x="156116" y="113834"/>
                      <a:pt x="206109" y="80587"/>
                      <a:pt x="206109" y="39429"/>
                    </a:cubicBezTo>
                    <a:cubicBezTo>
                      <a:pt x="206099" y="24936"/>
                      <a:pt x="199782" y="11458"/>
                      <a:pt x="189000" y="0"/>
                    </a:cubicBezTo>
                    <a:close/>
                  </a:path>
                </a:pathLst>
              </a:custGeom>
              <a:solidFill>
                <a:schemeClr val="bg1">
                  <a:alpha val="25000"/>
                </a:scheme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68" name="자유형: 도형 3267">
                <a:extLst>
                  <a:ext uri="{FF2B5EF4-FFF2-40B4-BE49-F238E27FC236}">
                    <a16:creationId xmlns:a16="http://schemas.microsoft.com/office/drawing/2014/main" id="{5E052D81-07FA-41F6-93C3-AD8F45A0249A}"/>
                  </a:ext>
                </a:extLst>
              </p:cNvPr>
              <p:cNvSpPr/>
              <p:nvPr/>
            </p:nvSpPr>
            <p:spPr>
              <a:xfrm>
                <a:off x="4208125" y="472266"/>
                <a:ext cx="186690" cy="114300"/>
              </a:xfrm>
              <a:custGeom>
                <a:avLst/>
                <a:gdLst>
                  <a:gd name="connsiteX0" fmla="*/ 189009 w 186690"/>
                  <a:gd name="connsiteY0" fmla="*/ 63002 h 114300"/>
                  <a:gd name="connsiteX1" fmla="*/ 94505 w 186690"/>
                  <a:gd name="connsiteY1" fmla="*/ 126004 h 114300"/>
                  <a:gd name="connsiteX2" fmla="*/ 0 w 186690"/>
                  <a:gd name="connsiteY2" fmla="*/ 63002 h 114300"/>
                  <a:gd name="connsiteX3" fmla="*/ 94505 w 186690"/>
                  <a:gd name="connsiteY3" fmla="*/ 0 h 114300"/>
                  <a:gd name="connsiteX4" fmla="*/ 189009 w 186690"/>
                  <a:gd name="connsiteY4" fmla="*/ 63002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6690" h="114300">
                    <a:moveTo>
                      <a:pt x="189009" y="63002"/>
                    </a:moveTo>
                    <a:cubicBezTo>
                      <a:pt x="189009" y="97797"/>
                      <a:pt x="146698" y="126004"/>
                      <a:pt x="94505" y="126004"/>
                    </a:cubicBezTo>
                    <a:cubicBezTo>
                      <a:pt x="42311" y="126004"/>
                      <a:pt x="0" y="97797"/>
                      <a:pt x="0" y="63002"/>
                    </a:cubicBezTo>
                    <a:cubicBezTo>
                      <a:pt x="0" y="28207"/>
                      <a:pt x="42311" y="0"/>
                      <a:pt x="94505" y="0"/>
                    </a:cubicBezTo>
                    <a:cubicBezTo>
                      <a:pt x="146698" y="0"/>
                      <a:pt x="189009" y="28207"/>
                      <a:pt x="189009" y="63002"/>
                    </a:cubicBezTo>
                    <a:close/>
                  </a:path>
                </a:pathLst>
              </a:custGeom>
              <a:solidFill>
                <a:srgbClr val="E6E6E6">
                  <a:alpha val="25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69" name="자유형: 도형 3268">
                <a:extLst>
                  <a:ext uri="{FF2B5EF4-FFF2-40B4-BE49-F238E27FC236}">
                    <a16:creationId xmlns:a16="http://schemas.microsoft.com/office/drawing/2014/main" id="{8772A1D4-3D08-4F70-9EB9-93985537C0F5}"/>
                  </a:ext>
                </a:extLst>
              </p:cNvPr>
              <p:cNvSpPr/>
              <p:nvPr/>
            </p:nvSpPr>
            <p:spPr>
              <a:xfrm>
                <a:off x="4208125" y="472266"/>
                <a:ext cx="186690" cy="114300"/>
              </a:xfrm>
              <a:custGeom>
                <a:avLst/>
                <a:gdLst>
                  <a:gd name="connsiteX0" fmla="*/ 189009 w 186690"/>
                  <a:gd name="connsiteY0" fmla="*/ 63002 h 114300"/>
                  <a:gd name="connsiteX1" fmla="*/ 94505 w 186690"/>
                  <a:gd name="connsiteY1" fmla="*/ 126004 h 114300"/>
                  <a:gd name="connsiteX2" fmla="*/ 0 w 186690"/>
                  <a:gd name="connsiteY2" fmla="*/ 63002 h 114300"/>
                  <a:gd name="connsiteX3" fmla="*/ 94505 w 186690"/>
                  <a:gd name="connsiteY3" fmla="*/ 0 h 114300"/>
                  <a:gd name="connsiteX4" fmla="*/ 189009 w 186690"/>
                  <a:gd name="connsiteY4" fmla="*/ 63002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6690" h="114300">
                    <a:moveTo>
                      <a:pt x="189009" y="63002"/>
                    </a:moveTo>
                    <a:cubicBezTo>
                      <a:pt x="189009" y="97797"/>
                      <a:pt x="146698" y="126004"/>
                      <a:pt x="94505" y="126004"/>
                    </a:cubicBezTo>
                    <a:cubicBezTo>
                      <a:pt x="42311" y="126004"/>
                      <a:pt x="0" y="97797"/>
                      <a:pt x="0" y="63002"/>
                    </a:cubicBezTo>
                    <a:cubicBezTo>
                      <a:pt x="0" y="28207"/>
                      <a:pt x="42311" y="0"/>
                      <a:pt x="94505" y="0"/>
                    </a:cubicBezTo>
                    <a:cubicBezTo>
                      <a:pt x="146698" y="0"/>
                      <a:pt x="189009" y="28207"/>
                      <a:pt x="189009" y="63002"/>
                    </a:cubicBezTo>
                    <a:close/>
                  </a:path>
                </a:pathLst>
              </a:custGeom>
              <a:solidFill>
                <a:schemeClr val="bg1">
                  <a:alpha val="25000"/>
                </a:scheme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70" name="자유형: 도형 3269">
                <a:extLst>
                  <a:ext uri="{FF2B5EF4-FFF2-40B4-BE49-F238E27FC236}">
                    <a16:creationId xmlns:a16="http://schemas.microsoft.com/office/drawing/2014/main" id="{42E4E0EB-6721-4306-89D4-B2B8F8B5C4D1}"/>
                  </a:ext>
                </a:extLst>
              </p:cNvPr>
              <p:cNvSpPr/>
              <p:nvPr/>
            </p:nvSpPr>
            <p:spPr>
              <a:xfrm>
                <a:off x="4237495" y="442539"/>
                <a:ext cx="93345" cy="88900"/>
              </a:xfrm>
              <a:custGeom>
                <a:avLst/>
                <a:gdLst>
                  <a:gd name="connsiteX0" fmla="*/ 0 w 93345"/>
                  <a:gd name="connsiteY0" fmla="*/ 10708 h 88900"/>
                  <a:gd name="connsiteX1" fmla="*/ 0 w 93345"/>
                  <a:gd name="connsiteY1" fmla="*/ 92738 h 88900"/>
                  <a:gd name="connsiteX2" fmla="*/ 13240 w 93345"/>
                  <a:gd name="connsiteY2" fmla="*/ 92738 h 88900"/>
                  <a:gd name="connsiteX3" fmla="*/ 13240 w 93345"/>
                  <a:gd name="connsiteY3" fmla="*/ 54479 h 88900"/>
                  <a:gd name="connsiteX4" fmla="*/ 50838 w 93345"/>
                  <a:gd name="connsiteY4" fmla="*/ 54479 h 88900"/>
                  <a:gd name="connsiteX5" fmla="*/ 104134 w 93345"/>
                  <a:gd name="connsiteY5" fmla="*/ 0 h 88900"/>
                  <a:gd name="connsiteX6" fmla="*/ 16053 w 93345"/>
                  <a:gd name="connsiteY6" fmla="*/ 0 h 88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3345" h="88900">
                    <a:moveTo>
                      <a:pt x="0" y="10708"/>
                    </a:moveTo>
                    <a:lnTo>
                      <a:pt x="0" y="92738"/>
                    </a:lnTo>
                    <a:lnTo>
                      <a:pt x="13240" y="92738"/>
                    </a:lnTo>
                    <a:lnTo>
                      <a:pt x="13240" y="54479"/>
                    </a:lnTo>
                    <a:lnTo>
                      <a:pt x="50838" y="54479"/>
                    </a:lnTo>
                    <a:lnTo>
                      <a:pt x="104134" y="0"/>
                    </a:lnTo>
                    <a:lnTo>
                      <a:pt x="16053" y="0"/>
                    </a:lnTo>
                    <a:close/>
                  </a:path>
                </a:pathLst>
              </a:custGeom>
              <a:solidFill>
                <a:srgbClr val="666666"/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71" name="자유형: 도형 3270">
                <a:extLst>
                  <a:ext uri="{FF2B5EF4-FFF2-40B4-BE49-F238E27FC236}">
                    <a16:creationId xmlns:a16="http://schemas.microsoft.com/office/drawing/2014/main" id="{ADB8C575-F784-4A6E-A411-E891EBD33241}"/>
                  </a:ext>
                </a:extLst>
              </p:cNvPr>
              <p:cNvSpPr/>
              <p:nvPr/>
            </p:nvSpPr>
            <p:spPr>
              <a:xfrm>
                <a:off x="4306950" y="438973"/>
                <a:ext cx="53340" cy="88900"/>
              </a:xfrm>
              <a:custGeom>
                <a:avLst/>
                <a:gdLst>
                  <a:gd name="connsiteX0" fmla="*/ 44895 w 53340"/>
                  <a:gd name="connsiteY0" fmla="*/ 0 h 88900"/>
                  <a:gd name="connsiteX1" fmla="*/ 50713 w 53340"/>
                  <a:gd name="connsiteY1" fmla="*/ 6474 h 88900"/>
                  <a:gd name="connsiteX2" fmla="*/ 0 w 53340"/>
                  <a:gd name="connsiteY2" fmla="*/ 58046 h 88900"/>
                  <a:gd name="connsiteX3" fmla="*/ 48649 w 53340"/>
                  <a:gd name="connsiteY3" fmla="*/ 58046 h 88900"/>
                  <a:gd name="connsiteX4" fmla="*/ 48649 w 53340"/>
                  <a:gd name="connsiteY4" fmla="*/ 96304 h 88900"/>
                  <a:gd name="connsiteX5" fmla="*/ 60833 w 53340"/>
                  <a:gd name="connsiteY5" fmla="*/ 96304 h 88900"/>
                  <a:gd name="connsiteX6" fmla="*/ 60833 w 53340"/>
                  <a:gd name="connsiteY6" fmla="*/ 0 h 88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340" h="88900">
                    <a:moveTo>
                      <a:pt x="44895" y="0"/>
                    </a:moveTo>
                    <a:lnTo>
                      <a:pt x="50713" y="6474"/>
                    </a:lnTo>
                    <a:lnTo>
                      <a:pt x="0" y="58046"/>
                    </a:lnTo>
                    <a:lnTo>
                      <a:pt x="48649" y="58046"/>
                    </a:lnTo>
                    <a:lnTo>
                      <a:pt x="48649" y="96304"/>
                    </a:lnTo>
                    <a:lnTo>
                      <a:pt x="60833" y="96304"/>
                    </a:lnTo>
                    <a:lnTo>
                      <a:pt x="60833" y="0"/>
                    </a:lnTo>
                    <a:close/>
                  </a:path>
                </a:pathLst>
              </a:custGeom>
              <a:solidFill>
                <a:srgbClr val="666666"/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72" name="자유형: 도형 3271">
                <a:extLst>
                  <a:ext uri="{FF2B5EF4-FFF2-40B4-BE49-F238E27FC236}">
                    <a16:creationId xmlns:a16="http://schemas.microsoft.com/office/drawing/2014/main" id="{78577450-B35D-4802-8172-9E38EF07E722}"/>
                  </a:ext>
                </a:extLst>
              </p:cNvPr>
              <p:cNvSpPr/>
              <p:nvPr/>
            </p:nvSpPr>
            <p:spPr>
              <a:xfrm>
                <a:off x="4208109" y="330717"/>
                <a:ext cx="200025" cy="292100"/>
              </a:xfrm>
              <a:custGeom>
                <a:avLst/>
                <a:gdLst>
                  <a:gd name="connsiteX0" fmla="*/ 189000 w 200025"/>
                  <a:gd name="connsiteY0" fmla="*/ 165113 h 292100"/>
                  <a:gd name="connsiteX1" fmla="*/ 189000 w 200025"/>
                  <a:gd name="connsiteY1" fmla="*/ 90023 h 292100"/>
                  <a:gd name="connsiteX2" fmla="*/ 94514 w 200025"/>
                  <a:gd name="connsiteY2" fmla="*/ 0 h 292100"/>
                  <a:gd name="connsiteX3" fmla="*/ 0 w 200025"/>
                  <a:gd name="connsiteY3" fmla="*/ 90023 h 292100"/>
                  <a:gd name="connsiteX4" fmla="*/ 0 w 200025"/>
                  <a:gd name="connsiteY4" fmla="*/ 263365 h 292100"/>
                  <a:gd name="connsiteX5" fmla="*/ 94514 w 200025"/>
                  <a:gd name="connsiteY5" fmla="*/ 298323 h 292100"/>
                  <a:gd name="connsiteX6" fmla="*/ 206109 w 200025"/>
                  <a:gd name="connsiteY6" fmla="*/ 223909 h 292100"/>
                  <a:gd name="connsiteX7" fmla="*/ 206109 w 200025"/>
                  <a:gd name="connsiteY7" fmla="*/ 204560 h 292100"/>
                  <a:gd name="connsiteX8" fmla="*/ 189000 w 200025"/>
                  <a:gd name="connsiteY8" fmla="*/ 165113 h 292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0025" h="292100">
                    <a:moveTo>
                      <a:pt x="189000" y="165113"/>
                    </a:moveTo>
                    <a:lnTo>
                      <a:pt x="189000" y="90023"/>
                    </a:lnTo>
                    <a:cubicBezTo>
                      <a:pt x="189000" y="40325"/>
                      <a:pt x="146754" y="0"/>
                      <a:pt x="94514" y="0"/>
                    </a:cubicBezTo>
                    <a:cubicBezTo>
                      <a:pt x="42341" y="0"/>
                      <a:pt x="0" y="40252"/>
                      <a:pt x="0" y="90023"/>
                    </a:cubicBezTo>
                    <a:lnTo>
                      <a:pt x="0" y="263365"/>
                    </a:lnTo>
                    <a:cubicBezTo>
                      <a:pt x="19654" y="284332"/>
                      <a:pt x="54631" y="298323"/>
                      <a:pt x="94514" y="298323"/>
                    </a:cubicBezTo>
                    <a:cubicBezTo>
                      <a:pt x="156116" y="298323"/>
                      <a:pt x="206109" y="265075"/>
                      <a:pt x="206109" y="223909"/>
                    </a:cubicBezTo>
                    <a:lnTo>
                      <a:pt x="206109" y="204560"/>
                    </a:lnTo>
                    <a:cubicBezTo>
                      <a:pt x="206099" y="190049"/>
                      <a:pt x="199782" y="176571"/>
                      <a:pt x="189000" y="165113"/>
                    </a:cubicBezTo>
                    <a:close/>
                  </a:path>
                </a:pathLst>
              </a:custGeom>
              <a:solidFill>
                <a:schemeClr val="bg1">
                  <a:alpha val="65000"/>
                </a:scheme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/>
              </a:p>
            </p:txBody>
          </p:sp>
          <p:sp>
            <p:nvSpPr>
              <p:cNvPr id="3273" name="자유형: 도형 3272">
                <a:extLst>
                  <a:ext uri="{FF2B5EF4-FFF2-40B4-BE49-F238E27FC236}">
                    <a16:creationId xmlns:a16="http://schemas.microsoft.com/office/drawing/2014/main" id="{266F21D6-860E-4F3A-BC76-B1228846D476}"/>
                  </a:ext>
                </a:extLst>
              </p:cNvPr>
              <p:cNvSpPr/>
              <p:nvPr/>
            </p:nvSpPr>
            <p:spPr>
              <a:xfrm>
                <a:off x="4318568" y="346490"/>
                <a:ext cx="40005" cy="25400"/>
              </a:xfrm>
              <a:custGeom>
                <a:avLst/>
                <a:gdLst>
                  <a:gd name="connsiteX0" fmla="*/ 28074 w 40005"/>
                  <a:gd name="connsiteY0" fmla="*/ 31903 h 25400"/>
                  <a:gd name="connsiteX1" fmla="*/ 47228 w 40005"/>
                  <a:gd name="connsiteY1" fmla="*/ 28429 h 25400"/>
                  <a:gd name="connsiteX2" fmla="*/ 0 w 40005"/>
                  <a:gd name="connsiteY2" fmla="*/ 0 h 25400"/>
                  <a:gd name="connsiteX3" fmla="*/ 3389 w 40005"/>
                  <a:gd name="connsiteY3" fmla="*/ 13725 h 25400"/>
                  <a:gd name="connsiteX4" fmla="*/ 28074 w 40005"/>
                  <a:gd name="connsiteY4" fmla="*/ 31903 h 25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005" h="25400">
                    <a:moveTo>
                      <a:pt x="28074" y="31903"/>
                    </a:moveTo>
                    <a:lnTo>
                      <a:pt x="47228" y="28429"/>
                    </a:lnTo>
                    <a:cubicBezTo>
                      <a:pt x="36004" y="14054"/>
                      <a:pt x="19462" y="3566"/>
                      <a:pt x="0" y="0"/>
                    </a:cubicBezTo>
                    <a:lnTo>
                      <a:pt x="3389" y="13725"/>
                    </a:lnTo>
                    <a:cubicBezTo>
                      <a:pt x="13576" y="17163"/>
                      <a:pt x="22149" y="23637"/>
                      <a:pt x="28074" y="31903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74" name="자유형: 도형 3273">
                <a:extLst>
                  <a:ext uri="{FF2B5EF4-FFF2-40B4-BE49-F238E27FC236}">
                    <a16:creationId xmlns:a16="http://schemas.microsoft.com/office/drawing/2014/main" id="{517A0A93-C2AC-425B-9752-6F4882A08AFD}"/>
                  </a:ext>
                </a:extLst>
              </p:cNvPr>
              <p:cNvSpPr/>
              <p:nvPr/>
            </p:nvSpPr>
            <p:spPr>
              <a:xfrm>
                <a:off x="4218359" y="583777"/>
                <a:ext cx="26670" cy="25400"/>
              </a:xfrm>
              <a:custGeom>
                <a:avLst/>
                <a:gdLst>
                  <a:gd name="connsiteX0" fmla="*/ 0 w 26670"/>
                  <a:gd name="connsiteY0" fmla="*/ 0 h 25400"/>
                  <a:gd name="connsiteX1" fmla="*/ 0 w 26670"/>
                  <a:gd name="connsiteY1" fmla="*/ 19303 h 25400"/>
                  <a:gd name="connsiteX2" fmla="*/ 30772 w 26670"/>
                  <a:gd name="connsiteY2" fmla="*/ 36027 h 25400"/>
                  <a:gd name="connsiteX3" fmla="*/ 30772 w 26670"/>
                  <a:gd name="connsiteY3" fmla="*/ 16660 h 25400"/>
                  <a:gd name="connsiteX4" fmla="*/ 0 w 26670"/>
                  <a:gd name="connsiteY4" fmla="*/ 0 h 25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670" h="25400">
                    <a:moveTo>
                      <a:pt x="0" y="0"/>
                    </a:moveTo>
                    <a:lnTo>
                      <a:pt x="0" y="19303"/>
                    </a:lnTo>
                    <a:cubicBezTo>
                      <a:pt x="8651" y="26024"/>
                      <a:pt x="19116" y="31702"/>
                      <a:pt x="30772" y="36027"/>
                    </a:cubicBezTo>
                    <a:lnTo>
                      <a:pt x="30772" y="16660"/>
                    </a:lnTo>
                    <a:cubicBezTo>
                      <a:pt x="19058" y="12390"/>
                      <a:pt x="8679" y="6730"/>
                      <a:pt x="0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75" name="자유형: 도형 3274">
                <a:extLst>
                  <a:ext uri="{FF2B5EF4-FFF2-40B4-BE49-F238E27FC236}">
                    <a16:creationId xmlns:a16="http://schemas.microsoft.com/office/drawing/2014/main" id="{E1250528-D5A8-4098-846A-7513727A426C}"/>
                  </a:ext>
                </a:extLst>
              </p:cNvPr>
              <p:cNvSpPr/>
              <p:nvPr/>
            </p:nvSpPr>
            <p:spPr>
              <a:xfrm>
                <a:off x="4215527" y="358368"/>
                <a:ext cx="146685" cy="241300"/>
              </a:xfrm>
              <a:custGeom>
                <a:avLst/>
                <a:gdLst>
                  <a:gd name="connsiteX0" fmla="*/ 140245 w 146685"/>
                  <a:gd name="connsiteY0" fmla="*/ 229012 h 241300"/>
                  <a:gd name="connsiteX1" fmla="*/ 129501 w 146685"/>
                  <a:gd name="connsiteY1" fmla="*/ 233200 h 241300"/>
                  <a:gd name="connsiteX2" fmla="*/ 127130 w 146685"/>
                  <a:gd name="connsiteY2" fmla="*/ 233940 h 241300"/>
                  <a:gd name="connsiteX3" fmla="*/ 103194 w 146685"/>
                  <a:gd name="connsiteY3" fmla="*/ 238951 h 241300"/>
                  <a:gd name="connsiteX4" fmla="*/ 100198 w 146685"/>
                  <a:gd name="connsiteY4" fmla="*/ 239198 h 241300"/>
                  <a:gd name="connsiteX5" fmla="*/ 87256 w 146685"/>
                  <a:gd name="connsiteY5" fmla="*/ 239939 h 241300"/>
                  <a:gd name="connsiteX6" fmla="*/ 80967 w 146685"/>
                  <a:gd name="connsiteY6" fmla="*/ 239637 h 241300"/>
                  <a:gd name="connsiteX7" fmla="*/ 36994 w 146685"/>
                  <a:gd name="connsiteY7" fmla="*/ 230246 h 241300"/>
                  <a:gd name="connsiteX8" fmla="*/ 36993 w 146685"/>
                  <a:gd name="connsiteY8" fmla="*/ 123700 h 241300"/>
                  <a:gd name="connsiteX9" fmla="*/ 36993 w 146685"/>
                  <a:gd name="connsiteY9" fmla="*/ 62417 h 241300"/>
                  <a:gd name="connsiteX10" fmla="*/ 64645 w 146685"/>
                  <a:gd name="connsiteY10" fmla="*/ 19879 h 241300"/>
                  <a:gd name="connsiteX11" fmla="*/ 64347 w 146685"/>
                  <a:gd name="connsiteY11" fmla="*/ 19202 h 241300"/>
                  <a:gd name="connsiteX12" fmla="*/ 47708 w 146685"/>
                  <a:gd name="connsiteY12" fmla="*/ 0 h 241300"/>
                  <a:gd name="connsiteX13" fmla="*/ 10504 w 146685"/>
                  <a:gd name="connsiteY13" fmla="*/ 62380 h 241300"/>
                  <a:gd name="connsiteX14" fmla="*/ 10504 w 146685"/>
                  <a:gd name="connsiteY14" fmla="*/ 213576 h 241300"/>
                  <a:gd name="connsiteX15" fmla="*/ 4100 w 146685"/>
                  <a:gd name="connsiteY15" fmla="*/ 206846 h 241300"/>
                  <a:gd name="connsiteX16" fmla="*/ 0 w 146685"/>
                  <a:gd name="connsiteY16" fmla="*/ 215579 h 241300"/>
                  <a:gd name="connsiteX17" fmla="*/ 87246 w 146685"/>
                  <a:gd name="connsiteY17" fmla="*/ 246842 h 241300"/>
                  <a:gd name="connsiteX18" fmla="*/ 147407 w 146685"/>
                  <a:gd name="connsiteY18" fmla="*/ 234114 h 241300"/>
                  <a:gd name="connsiteX19" fmla="*/ 140379 w 146685"/>
                  <a:gd name="connsiteY19" fmla="*/ 228920 h 241300"/>
                  <a:gd name="connsiteX20" fmla="*/ 140245 w 146685"/>
                  <a:gd name="connsiteY20" fmla="*/ 229012 h 241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46685" h="241300">
                    <a:moveTo>
                      <a:pt x="140245" y="229012"/>
                    </a:moveTo>
                    <a:cubicBezTo>
                      <a:pt x="136837" y="230566"/>
                      <a:pt x="133179" y="231929"/>
                      <a:pt x="129501" y="233200"/>
                    </a:cubicBezTo>
                    <a:cubicBezTo>
                      <a:pt x="128724" y="233447"/>
                      <a:pt x="127936" y="233712"/>
                      <a:pt x="127130" y="233940"/>
                    </a:cubicBezTo>
                    <a:cubicBezTo>
                      <a:pt x="119612" y="236217"/>
                      <a:pt x="111643" y="237991"/>
                      <a:pt x="103194" y="238951"/>
                    </a:cubicBezTo>
                    <a:cubicBezTo>
                      <a:pt x="102195" y="239070"/>
                      <a:pt x="101178" y="239189"/>
                      <a:pt x="100198" y="239198"/>
                    </a:cubicBezTo>
                    <a:cubicBezTo>
                      <a:pt x="95926" y="239582"/>
                      <a:pt x="91615" y="239939"/>
                      <a:pt x="87256" y="239939"/>
                    </a:cubicBezTo>
                    <a:cubicBezTo>
                      <a:pt x="85278" y="239939"/>
                      <a:pt x="83156" y="239747"/>
                      <a:pt x="80967" y="239637"/>
                    </a:cubicBezTo>
                    <a:cubicBezTo>
                      <a:pt x="64962" y="238915"/>
                      <a:pt x="49888" y="235641"/>
                      <a:pt x="36994" y="230246"/>
                    </a:cubicBezTo>
                    <a:lnTo>
                      <a:pt x="36993" y="123700"/>
                    </a:lnTo>
                    <a:lnTo>
                      <a:pt x="36993" y="62417"/>
                    </a:lnTo>
                    <a:cubicBezTo>
                      <a:pt x="36993" y="43736"/>
                      <a:pt x="48304" y="27752"/>
                      <a:pt x="64645" y="19879"/>
                    </a:cubicBezTo>
                    <a:lnTo>
                      <a:pt x="64347" y="19202"/>
                    </a:lnTo>
                    <a:lnTo>
                      <a:pt x="47708" y="0"/>
                    </a:lnTo>
                    <a:cubicBezTo>
                      <a:pt x="25443" y="12738"/>
                      <a:pt x="10504" y="35844"/>
                      <a:pt x="10504" y="62380"/>
                    </a:cubicBezTo>
                    <a:lnTo>
                      <a:pt x="10504" y="213576"/>
                    </a:lnTo>
                    <a:cubicBezTo>
                      <a:pt x="9841" y="212945"/>
                      <a:pt x="6394" y="209654"/>
                      <a:pt x="4100" y="206846"/>
                    </a:cubicBezTo>
                    <a:lnTo>
                      <a:pt x="0" y="215579"/>
                    </a:lnTo>
                    <a:cubicBezTo>
                      <a:pt x="18684" y="234397"/>
                      <a:pt x="50790" y="246842"/>
                      <a:pt x="87246" y="246842"/>
                    </a:cubicBezTo>
                    <a:cubicBezTo>
                      <a:pt x="109646" y="246842"/>
                      <a:pt x="130413" y="242097"/>
                      <a:pt x="147407" y="234114"/>
                    </a:cubicBezTo>
                    <a:lnTo>
                      <a:pt x="140379" y="228920"/>
                    </a:lnTo>
                    <a:cubicBezTo>
                      <a:pt x="140245" y="229012"/>
                      <a:pt x="140245" y="229012"/>
                      <a:pt x="140245" y="22901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76" name="자유형: 도형 3275">
                <a:extLst>
                  <a:ext uri="{FF2B5EF4-FFF2-40B4-BE49-F238E27FC236}">
                    <a16:creationId xmlns:a16="http://schemas.microsoft.com/office/drawing/2014/main" id="{5B394CE5-C4D4-423C-8568-C655BC5F64DD}"/>
                  </a:ext>
                </a:extLst>
              </p:cNvPr>
              <p:cNvSpPr/>
              <p:nvPr/>
            </p:nvSpPr>
            <p:spPr>
              <a:xfrm>
                <a:off x="4268478" y="701643"/>
                <a:ext cx="13335" cy="304800"/>
              </a:xfrm>
              <a:custGeom>
                <a:avLst/>
                <a:gdLst>
                  <a:gd name="connsiteX0" fmla="*/ 0 w 0"/>
                  <a:gd name="connsiteY0" fmla="*/ 0 h 304800"/>
                  <a:gd name="connsiteX1" fmla="*/ 0 w 0"/>
                  <a:gd name="connsiteY1" fmla="*/ 312624 h 304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304800">
                    <a:moveTo>
                      <a:pt x="0" y="0"/>
                    </a:moveTo>
                    <a:lnTo>
                      <a:pt x="0" y="312624"/>
                    </a:lnTo>
                  </a:path>
                </a:pathLst>
              </a:custGeom>
              <a:noFill/>
              <a:ln w="28688" cap="rnd">
                <a:solidFill>
                  <a:srgbClr val="8C8C8C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77" name="자유형: 도형 3276">
                <a:extLst>
                  <a:ext uri="{FF2B5EF4-FFF2-40B4-BE49-F238E27FC236}">
                    <a16:creationId xmlns:a16="http://schemas.microsoft.com/office/drawing/2014/main" id="{A8BD3658-9831-48B4-9D51-1BF4B4F3323F}"/>
                  </a:ext>
                </a:extLst>
              </p:cNvPr>
              <p:cNvSpPr/>
              <p:nvPr/>
            </p:nvSpPr>
            <p:spPr>
              <a:xfrm>
                <a:off x="4268478" y="963468"/>
                <a:ext cx="13335" cy="50800"/>
              </a:xfrm>
              <a:custGeom>
                <a:avLst/>
                <a:gdLst>
                  <a:gd name="connsiteX0" fmla="*/ 0 w 0"/>
                  <a:gd name="connsiteY0" fmla="*/ 0 h 50800"/>
                  <a:gd name="connsiteX1" fmla="*/ 0 w 0"/>
                  <a:gd name="connsiteY1" fmla="*/ 50800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28688" cap="rnd">
                <a:solidFill>
                  <a:srgbClr val="FF0000">
                    <a:alpha val="3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78" name="자유형: 도형 3277">
                <a:extLst>
                  <a:ext uri="{FF2B5EF4-FFF2-40B4-BE49-F238E27FC236}">
                    <a16:creationId xmlns:a16="http://schemas.microsoft.com/office/drawing/2014/main" id="{3CEA152E-50A5-4A17-ACC7-F988B22EA1D5}"/>
                  </a:ext>
                </a:extLst>
              </p:cNvPr>
              <p:cNvSpPr/>
              <p:nvPr/>
            </p:nvSpPr>
            <p:spPr>
              <a:xfrm>
                <a:off x="4364519" y="701643"/>
                <a:ext cx="13335" cy="304800"/>
              </a:xfrm>
              <a:custGeom>
                <a:avLst/>
                <a:gdLst>
                  <a:gd name="connsiteX0" fmla="*/ 0 w 0"/>
                  <a:gd name="connsiteY0" fmla="*/ 0 h 304800"/>
                  <a:gd name="connsiteX1" fmla="*/ 0 w 0"/>
                  <a:gd name="connsiteY1" fmla="*/ 312624 h 304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304800">
                    <a:moveTo>
                      <a:pt x="0" y="0"/>
                    </a:moveTo>
                    <a:lnTo>
                      <a:pt x="0" y="312624"/>
                    </a:lnTo>
                  </a:path>
                </a:pathLst>
              </a:custGeom>
              <a:noFill/>
              <a:ln w="28688" cap="rnd">
                <a:solidFill>
                  <a:srgbClr val="8C8C8C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79" name="자유형: 도형 3278">
                <a:extLst>
                  <a:ext uri="{FF2B5EF4-FFF2-40B4-BE49-F238E27FC236}">
                    <a16:creationId xmlns:a16="http://schemas.microsoft.com/office/drawing/2014/main" id="{1183D266-6A59-4832-8433-8C52F4F46E34}"/>
                  </a:ext>
                </a:extLst>
              </p:cNvPr>
              <p:cNvSpPr/>
              <p:nvPr/>
            </p:nvSpPr>
            <p:spPr>
              <a:xfrm>
                <a:off x="4364519" y="963468"/>
                <a:ext cx="13335" cy="50800"/>
              </a:xfrm>
              <a:custGeom>
                <a:avLst/>
                <a:gdLst>
                  <a:gd name="connsiteX0" fmla="*/ 0 w 0"/>
                  <a:gd name="connsiteY0" fmla="*/ 0 h 50800"/>
                  <a:gd name="connsiteX1" fmla="*/ 0 w 0"/>
                  <a:gd name="connsiteY1" fmla="*/ 50800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28688" cap="rnd">
                <a:solidFill>
                  <a:srgbClr val="FF0000">
                    <a:alpha val="3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48" name="자유형: 도형 147">
                <a:extLst>
                  <a:ext uri="{FF2B5EF4-FFF2-40B4-BE49-F238E27FC236}">
                    <a16:creationId xmlns:a16="http://schemas.microsoft.com/office/drawing/2014/main" id="{206BFC6D-BDE9-4A29-AD96-E17DB168BB89}"/>
                  </a:ext>
                </a:extLst>
              </p:cNvPr>
              <p:cNvSpPr/>
              <p:nvPr/>
            </p:nvSpPr>
            <p:spPr>
              <a:xfrm>
                <a:off x="4975227" y="653564"/>
                <a:ext cx="26670" cy="12700"/>
              </a:xfrm>
              <a:custGeom>
                <a:avLst/>
                <a:gdLst>
                  <a:gd name="connsiteX0" fmla="*/ 0 w 26670"/>
                  <a:gd name="connsiteY0" fmla="*/ 0 h 0"/>
                  <a:gd name="connsiteX1" fmla="*/ 28698 w 26670"/>
                  <a:gd name="connsiteY1" fmla="*/ 0 h 0"/>
                  <a:gd name="connsiteX2" fmla="*/ 28698 w 26670"/>
                  <a:gd name="connsiteY2" fmla="*/ 9144 h 0"/>
                  <a:gd name="connsiteX3" fmla="*/ 0 w 26670"/>
                  <a:gd name="connsiteY3" fmla="*/ 9144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">
                    <a:moveTo>
                      <a:pt x="0" y="0"/>
                    </a:moveTo>
                    <a:lnTo>
                      <a:pt x="28698" y="0"/>
                    </a:lnTo>
                    <a:lnTo>
                      <a:pt x="28698" y="9144"/>
                    </a:lnTo>
                    <a:lnTo>
                      <a:pt x="0" y="9144"/>
                    </a:lnTo>
                    <a:close/>
                  </a:path>
                </a:pathLst>
              </a:custGeom>
              <a:noFill/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49" name="자유형: 도형 148">
                <a:extLst>
                  <a:ext uri="{FF2B5EF4-FFF2-40B4-BE49-F238E27FC236}">
                    <a16:creationId xmlns:a16="http://schemas.microsoft.com/office/drawing/2014/main" id="{0DCEB0FC-4533-485A-9191-FB36CD7249F7}"/>
                  </a:ext>
                </a:extLst>
              </p:cNvPr>
              <p:cNvSpPr/>
              <p:nvPr/>
            </p:nvSpPr>
            <p:spPr>
              <a:xfrm>
                <a:off x="5071239" y="653564"/>
                <a:ext cx="26670" cy="12700"/>
              </a:xfrm>
              <a:custGeom>
                <a:avLst/>
                <a:gdLst>
                  <a:gd name="connsiteX0" fmla="*/ 0 w 26670"/>
                  <a:gd name="connsiteY0" fmla="*/ 0 h 0"/>
                  <a:gd name="connsiteX1" fmla="*/ 28727 w 26670"/>
                  <a:gd name="connsiteY1" fmla="*/ 0 h 0"/>
                  <a:gd name="connsiteX2" fmla="*/ 28727 w 26670"/>
                  <a:gd name="connsiteY2" fmla="*/ 9144 h 0"/>
                  <a:gd name="connsiteX3" fmla="*/ 0 w 26670"/>
                  <a:gd name="connsiteY3" fmla="*/ 9144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">
                    <a:moveTo>
                      <a:pt x="0" y="0"/>
                    </a:moveTo>
                    <a:lnTo>
                      <a:pt x="28727" y="0"/>
                    </a:lnTo>
                    <a:lnTo>
                      <a:pt x="28727" y="9144"/>
                    </a:lnTo>
                    <a:lnTo>
                      <a:pt x="0" y="9144"/>
                    </a:lnTo>
                    <a:close/>
                  </a:path>
                </a:pathLst>
              </a:custGeom>
              <a:noFill/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0" name="자유형: 도형 149">
                <a:extLst>
                  <a:ext uri="{FF2B5EF4-FFF2-40B4-BE49-F238E27FC236}">
                    <a16:creationId xmlns:a16="http://schemas.microsoft.com/office/drawing/2014/main" id="{88B79668-CB69-4C3D-9C41-DD3631AE6157}"/>
                  </a:ext>
                </a:extLst>
              </p:cNvPr>
              <p:cNvSpPr/>
              <p:nvPr/>
            </p:nvSpPr>
            <p:spPr>
              <a:xfrm>
                <a:off x="4975227" y="576837"/>
                <a:ext cx="26670" cy="114300"/>
              </a:xfrm>
              <a:custGeom>
                <a:avLst/>
                <a:gdLst>
                  <a:gd name="connsiteX0" fmla="*/ 0 w 26670"/>
                  <a:gd name="connsiteY0" fmla="*/ 0 h 114300"/>
                  <a:gd name="connsiteX1" fmla="*/ 28688 w 26670"/>
                  <a:gd name="connsiteY1" fmla="*/ 0 h 114300"/>
                  <a:gd name="connsiteX2" fmla="*/ 28688 w 26670"/>
                  <a:gd name="connsiteY2" fmla="*/ 124806 h 114300"/>
                  <a:gd name="connsiteX3" fmla="*/ 0 w 26670"/>
                  <a:gd name="connsiteY3" fmla="*/ 124806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" h="114300">
                    <a:moveTo>
                      <a:pt x="0" y="0"/>
                    </a:moveTo>
                    <a:lnTo>
                      <a:pt x="28688" y="0"/>
                    </a:lnTo>
                    <a:lnTo>
                      <a:pt x="28688" y="124806"/>
                    </a:lnTo>
                    <a:lnTo>
                      <a:pt x="0" y="124806"/>
                    </a:lnTo>
                    <a:close/>
                  </a:path>
                </a:pathLst>
              </a:custGeom>
              <a:solidFill>
                <a:srgbClr val="8C8C8C"/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1" name="자유형: 도형 150">
                <a:extLst>
                  <a:ext uri="{FF2B5EF4-FFF2-40B4-BE49-F238E27FC236}">
                    <a16:creationId xmlns:a16="http://schemas.microsoft.com/office/drawing/2014/main" id="{784FE4D0-5F26-4C63-B29C-BA4CA04CDFAB}"/>
                  </a:ext>
                </a:extLst>
              </p:cNvPr>
              <p:cNvSpPr/>
              <p:nvPr/>
            </p:nvSpPr>
            <p:spPr>
              <a:xfrm>
                <a:off x="5027294" y="576078"/>
                <a:ext cx="66675" cy="127000"/>
              </a:xfrm>
              <a:custGeom>
                <a:avLst/>
                <a:gdLst>
                  <a:gd name="connsiteX0" fmla="*/ 72662 w 66675"/>
                  <a:gd name="connsiteY0" fmla="*/ 125565 h 127000"/>
                  <a:gd name="connsiteX1" fmla="*/ 44818 w 66675"/>
                  <a:gd name="connsiteY1" fmla="*/ 87572 h 127000"/>
                  <a:gd name="connsiteX2" fmla="*/ 28823 w 66675"/>
                  <a:gd name="connsiteY2" fmla="*/ 69476 h 127000"/>
                  <a:gd name="connsiteX3" fmla="*/ 28823 w 66675"/>
                  <a:gd name="connsiteY3" fmla="*/ 0 h 127000"/>
                  <a:gd name="connsiteX4" fmla="*/ 0 w 66675"/>
                  <a:gd name="connsiteY4" fmla="*/ 0 h 127000"/>
                  <a:gd name="connsiteX5" fmla="*/ 0 w 66675"/>
                  <a:gd name="connsiteY5" fmla="*/ 73408 h 127000"/>
                  <a:gd name="connsiteX6" fmla="*/ 25952 w 66675"/>
                  <a:gd name="connsiteY6" fmla="*/ 108311 h 127000"/>
                  <a:gd name="connsiteX7" fmla="*/ 43935 w 66675"/>
                  <a:gd name="connsiteY7" fmla="*/ 130787 h 12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6675" h="127000">
                    <a:moveTo>
                      <a:pt x="72662" y="125565"/>
                    </a:moveTo>
                    <a:cubicBezTo>
                      <a:pt x="72662" y="110661"/>
                      <a:pt x="58462" y="98865"/>
                      <a:pt x="44818" y="87572"/>
                    </a:cubicBezTo>
                    <a:cubicBezTo>
                      <a:pt x="39269" y="82909"/>
                      <a:pt x="28823" y="74853"/>
                      <a:pt x="28823" y="69476"/>
                    </a:cubicBezTo>
                    <a:lnTo>
                      <a:pt x="28823" y="0"/>
                    </a:lnTo>
                    <a:lnTo>
                      <a:pt x="0" y="0"/>
                    </a:lnTo>
                    <a:lnTo>
                      <a:pt x="0" y="73408"/>
                    </a:lnTo>
                    <a:cubicBezTo>
                      <a:pt x="0" y="86850"/>
                      <a:pt x="12635" y="97265"/>
                      <a:pt x="25952" y="108311"/>
                    </a:cubicBezTo>
                    <a:cubicBezTo>
                      <a:pt x="31876" y="113084"/>
                      <a:pt x="43935" y="124185"/>
                      <a:pt x="43935" y="130787"/>
                    </a:cubicBezTo>
                  </a:path>
                </a:pathLst>
              </a:custGeom>
              <a:solidFill>
                <a:srgbClr val="8C8C8C"/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2" name="자유형: 도형 151">
                <a:extLst>
                  <a:ext uri="{FF2B5EF4-FFF2-40B4-BE49-F238E27FC236}">
                    <a16:creationId xmlns:a16="http://schemas.microsoft.com/office/drawing/2014/main" id="{6A7D9D7F-A8EE-4FD8-B7DF-015D856A4D4B}"/>
                  </a:ext>
                </a:extLst>
              </p:cNvPr>
              <p:cNvSpPr/>
              <p:nvPr/>
            </p:nvSpPr>
            <p:spPr>
              <a:xfrm>
                <a:off x="4926697" y="330717"/>
                <a:ext cx="200025" cy="292100"/>
              </a:xfrm>
              <a:custGeom>
                <a:avLst/>
                <a:gdLst>
                  <a:gd name="connsiteX0" fmla="*/ 189000 w 200025"/>
                  <a:gd name="connsiteY0" fmla="*/ 165113 h 292100"/>
                  <a:gd name="connsiteX1" fmla="*/ 189000 w 200025"/>
                  <a:gd name="connsiteY1" fmla="*/ 90023 h 292100"/>
                  <a:gd name="connsiteX2" fmla="*/ 94514 w 200025"/>
                  <a:gd name="connsiteY2" fmla="*/ 0 h 292100"/>
                  <a:gd name="connsiteX3" fmla="*/ 0 w 200025"/>
                  <a:gd name="connsiteY3" fmla="*/ 90023 h 292100"/>
                  <a:gd name="connsiteX4" fmla="*/ 0 w 200025"/>
                  <a:gd name="connsiteY4" fmla="*/ 263365 h 292100"/>
                  <a:gd name="connsiteX5" fmla="*/ 94514 w 200025"/>
                  <a:gd name="connsiteY5" fmla="*/ 298323 h 292100"/>
                  <a:gd name="connsiteX6" fmla="*/ 206109 w 200025"/>
                  <a:gd name="connsiteY6" fmla="*/ 223909 h 292100"/>
                  <a:gd name="connsiteX7" fmla="*/ 206109 w 200025"/>
                  <a:gd name="connsiteY7" fmla="*/ 204560 h 292100"/>
                  <a:gd name="connsiteX8" fmla="*/ 189000 w 200025"/>
                  <a:gd name="connsiteY8" fmla="*/ 165113 h 292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0025" h="292100">
                    <a:moveTo>
                      <a:pt x="189000" y="165113"/>
                    </a:moveTo>
                    <a:lnTo>
                      <a:pt x="189000" y="90023"/>
                    </a:lnTo>
                    <a:cubicBezTo>
                      <a:pt x="189000" y="40325"/>
                      <a:pt x="146754" y="0"/>
                      <a:pt x="94514" y="0"/>
                    </a:cubicBezTo>
                    <a:cubicBezTo>
                      <a:pt x="42341" y="0"/>
                      <a:pt x="0" y="40252"/>
                      <a:pt x="0" y="90023"/>
                    </a:cubicBezTo>
                    <a:lnTo>
                      <a:pt x="0" y="263365"/>
                    </a:lnTo>
                    <a:cubicBezTo>
                      <a:pt x="19654" y="284332"/>
                      <a:pt x="54631" y="298323"/>
                      <a:pt x="94514" y="298323"/>
                    </a:cubicBezTo>
                    <a:cubicBezTo>
                      <a:pt x="156116" y="298323"/>
                      <a:pt x="206109" y="265075"/>
                      <a:pt x="206109" y="223909"/>
                    </a:cubicBezTo>
                    <a:lnTo>
                      <a:pt x="206109" y="204560"/>
                    </a:lnTo>
                    <a:cubicBezTo>
                      <a:pt x="206099" y="190049"/>
                      <a:pt x="199782" y="176571"/>
                      <a:pt x="189000" y="165113"/>
                    </a:cubicBezTo>
                    <a:close/>
                  </a:path>
                </a:pathLst>
              </a:custGeom>
              <a:solidFill>
                <a:srgbClr val="FFFF00">
                  <a:alpha val="30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3" name="자유형: 도형 152">
                <a:extLst>
                  <a:ext uri="{FF2B5EF4-FFF2-40B4-BE49-F238E27FC236}">
                    <a16:creationId xmlns:a16="http://schemas.microsoft.com/office/drawing/2014/main" id="{3C12A9B9-6A99-4D4D-A2A4-5E9DB60AA7B9}"/>
                  </a:ext>
                </a:extLst>
              </p:cNvPr>
              <p:cNvSpPr/>
              <p:nvPr/>
            </p:nvSpPr>
            <p:spPr>
              <a:xfrm>
                <a:off x="4931728" y="330717"/>
                <a:ext cx="200025" cy="292100"/>
              </a:xfrm>
              <a:custGeom>
                <a:avLst/>
                <a:gdLst>
                  <a:gd name="connsiteX0" fmla="*/ 189000 w 200025"/>
                  <a:gd name="connsiteY0" fmla="*/ 165113 h 292100"/>
                  <a:gd name="connsiteX1" fmla="*/ 189000 w 200025"/>
                  <a:gd name="connsiteY1" fmla="*/ 90023 h 292100"/>
                  <a:gd name="connsiteX2" fmla="*/ 94514 w 200025"/>
                  <a:gd name="connsiteY2" fmla="*/ 0 h 292100"/>
                  <a:gd name="connsiteX3" fmla="*/ 0 w 200025"/>
                  <a:gd name="connsiteY3" fmla="*/ 90023 h 292100"/>
                  <a:gd name="connsiteX4" fmla="*/ 0 w 200025"/>
                  <a:gd name="connsiteY4" fmla="*/ 263365 h 292100"/>
                  <a:gd name="connsiteX5" fmla="*/ 94514 w 200025"/>
                  <a:gd name="connsiteY5" fmla="*/ 298323 h 292100"/>
                  <a:gd name="connsiteX6" fmla="*/ 206109 w 200025"/>
                  <a:gd name="connsiteY6" fmla="*/ 223909 h 292100"/>
                  <a:gd name="connsiteX7" fmla="*/ 206109 w 200025"/>
                  <a:gd name="connsiteY7" fmla="*/ 204560 h 292100"/>
                  <a:gd name="connsiteX8" fmla="*/ 189000 w 200025"/>
                  <a:gd name="connsiteY8" fmla="*/ 165113 h 292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0025" h="292100">
                    <a:moveTo>
                      <a:pt x="189000" y="165113"/>
                    </a:moveTo>
                    <a:lnTo>
                      <a:pt x="189000" y="90023"/>
                    </a:lnTo>
                    <a:cubicBezTo>
                      <a:pt x="189000" y="40325"/>
                      <a:pt x="146754" y="0"/>
                      <a:pt x="94514" y="0"/>
                    </a:cubicBezTo>
                    <a:cubicBezTo>
                      <a:pt x="42341" y="0"/>
                      <a:pt x="0" y="40252"/>
                      <a:pt x="0" y="90023"/>
                    </a:cubicBezTo>
                    <a:lnTo>
                      <a:pt x="0" y="263365"/>
                    </a:lnTo>
                    <a:cubicBezTo>
                      <a:pt x="19654" y="284332"/>
                      <a:pt x="54631" y="298323"/>
                      <a:pt x="94514" y="298323"/>
                    </a:cubicBezTo>
                    <a:cubicBezTo>
                      <a:pt x="156116" y="298323"/>
                      <a:pt x="206109" y="265075"/>
                      <a:pt x="206109" y="223909"/>
                    </a:cubicBezTo>
                    <a:lnTo>
                      <a:pt x="206109" y="204560"/>
                    </a:lnTo>
                    <a:cubicBezTo>
                      <a:pt x="206099" y="190049"/>
                      <a:pt x="199782" y="176571"/>
                      <a:pt x="189000" y="165113"/>
                    </a:cubicBezTo>
                    <a:close/>
                  </a:path>
                </a:pathLst>
              </a:custGeom>
              <a:solidFill>
                <a:srgbClr val="E6E6E6">
                  <a:alpha val="50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4" name="자유형: 도형 153">
                <a:extLst>
                  <a:ext uri="{FF2B5EF4-FFF2-40B4-BE49-F238E27FC236}">
                    <a16:creationId xmlns:a16="http://schemas.microsoft.com/office/drawing/2014/main" id="{461EEF04-DEBA-4D37-BE52-6F457D55C2EF}"/>
                  </a:ext>
                </a:extLst>
              </p:cNvPr>
              <p:cNvSpPr/>
              <p:nvPr/>
            </p:nvSpPr>
            <p:spPr>
              <a:xfrm>
                <a:off x="4929208" y="495830"/>
                <a:ext cx="200025" cy="127000"/>
              </a:xfrm>
              <a:custGeom>
                <a:avLst/>
                <a:gdLst>
                  <a:gd name="connsiteX0" fmla="*/ 189000 w 200025"/>
                  <a:gd name="connsiteY0" fmla="*/ 0 h 127000"/>
                  <a:gd name="connsiteX1" fmla="*/ 189000 w 200025"/>
                  <a:gd name="connsiteY1" fmla="*/ 39438 h 127000"/>
                  <a:gd name="connsiteX2" fmla="*/ 94514 w 200025"/>
                  <a:gd name="connsiteY2" fmla="*/ 102495 h 127000"/>
                  <a:gd name="connsiteX3" fmla="*/ 0 w 200025"/>
                  <a:gd name="connsiteY3" fmla="*/ 39439 h 127000"/>
                  <a:gd name="connsiteX4" fmla="*/ 0 w 200025"/>
                  <a:gd name="connsiteY4" fmla="*/ 78877 h 127000"/>
                  <a:gd name="connsiteX5" fmla="*/ 0 w 200025"/>
                  <a:gd name="connsiteY5" fmla="*/ 98234 h 127000"/>
                  <a:gd name="connsiteX6" fmla="*/ 94514 w 200025"/>
                  <a:gd name="connsiteY6" fmla="*/ 133192 h 127000"/>
                  <a:gd name="connsiteX7" fmla="*/ 206109 w 200025"/>
                  <a:gd name="connsiteY7" fmla="*/ 58787 h 127000"/>
                  <a:gd name="connsiteX8" fmla="*/ 206108 w 200025"/>
                  <a:gd name="connsiteY8" fmla="*/ 39439 h 127000"/>
                  <a:gd name="connsiteX9" fmla="*/ 189000 w 200025"/>
                  <a:gd name="connsiteY9" fmla="*/ 0 h 12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0025" h="127000">
                    <a:moveTo>
                      <a:pt x="189000" y="0"/>
                    </a:moveTo>
                    <a:lnTo>
                      <a:pt x="189000" y="39438"/>
                    </a:lnTo>
                    <a:cubicBezTo>
                      <a:pt x="189000" y="74222"/>
                      <a:pt x="146783" y="102495"/>
                      <a:pt x="94514" y="102495"/>
                    </a:cubicBezTo>
                    <a:cubicBezTo>
                      <a:pt x="42341" y="102495"/>
                      <a:pt x="0" y="74314"/>
                      <a:pt x="0" y="39439"/>
                    </a:cubicBezTo>
                    <a:lnTo>
                      <a:pt x="0" y="78877"/>
                    </a:lnTo>
                    <a:lnTo>
                      <a:pt x="0" y="98234"/>
                    </a:lnTo>
                    <a:cubicBezTo>
                      <a:pt x="19654" y="119211"/>
                      <a:pt x="54631" y="133192"/>
                      <a:pt x="94514" y="133192"/>
                    </a:cubicBezTo>
                    <a:cubicBezTo>
                      <a:pt x="156116" y="133192"/>
                      <a:pt x="206109" y="99944"/>
                      <a:pt x="206109" y="58787"/>
                    </a:cubicBezTo>
                    <a:lnTo>
                      <a:pt x="206108" y="39439"/>
                    </a:lnTo>
                    <a:cubicBezTo>
                      <a:pt x="206099" y="24936"/>
                      <a:pt x="199782" y="11458"/>
                      <a:pt x="189000" y="0"/>
                    </a:cubicBezTo>
                    <a:close/>
                  </a:path>
                </a:pathLst>
              </a:custGeom>
              <a:solidFill>
                <a:srgbClr val="D1D1D1">
                  <a:alpha val="90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5" name="자유형: 도형 154">
                <a:extLst>
                  <a:ext uri="{FF2B5EF4-FFF2-40B4-BE49-F238E27FC236}">
                    <a16:creationId xmlns:a16="http://schemas.microsoft.com/office/drawing/2014/main" id="{38C3A378-312C-4317-B2EB-E055A2D94E23}"/>
                  </a:ext>
                </a:extLst>
              </p:cNvPr>
              <p:cNvSpPr/>
              <p:nvPr/>
            </p:nvSpPr>
            <p:spPr>
              <a:xfrm>
                <a:off x="4929207" y="495830"/>
                <a:ext cx="200025" cy="127000"/>
              </a:xfrm>
              <a:custGeom>
                <a:avLst/>
                <a:gdLst>
                  <a:gd name="connsiteX0" fmla="*/ 189000 w 200025"/>
                  <a:gd name="connsiteY0" fmla="*/ 0 h 127000"/>
                  <a:gd name="connsiteX1" fmla="*/ 189000 w 200025"/>
                  <a:gd name="connsiteY1" fmla="*/ 39438 h 127000"/>
                  <a:gd name="connsiteX2" fmla="*/ 94514 w 200025"/>
                  <a:gd name="connsiteY2" fmla="*/ 102495 h 127000"/>
                  <a:gd name="connsiteX3" fmla="*/ 0 w 200025"/>
                  <a:gd name="connsiteY3" fmla="*/ 39439 h 127000"/>
                  <a:gd name="connsiteX4" fmla="*/ 0 w 200025"/>
                  <a:gd name="connsiteY4" fmla="*/ 78877 h 127000"/>
                  <a:gd name="connsiteX5" fmla="*/ 0 w 200025"/>
                  <a:gd name="connsiteY5" fmla="*/ 98234 h 127000"/>
                  <a:gd name="connsiteX6" fmla="*/ 94514 w 200025"/>
                  <a:gd name="connsiteY6" fmla="*/ 133192 h 127000"/>
                  <a:gd name="connsiteX7" fmla="*/ 206109 w 200025"/>
                  <a:gd name="connsiteY7" fmla="*/ 58787 h 127000"/>
                  <a:gd name="connsiteX8" fmla="*/ 206108 w 200025"/>
                  <a:gd name="connsiteY8" fmla="*/ 39439 h 127000"/>
                  <a:gd name="connsiteX9" fmla="*/ 189000 w 200025"/>
                  <a:gd name="connsiteY9" fmla="*/ 0 h 12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0025" h="127000">
                    <a:moveTo>
                      <a:pt x="189000" y="0"/>
                    </a:moveTo>
                    <a:lnTo>
                      <a:pt x="189000" y="39438"/>
                    </a:lnTo>
                    <a:cubicBezTo>
                      <a:pt x="189000" y="74222"/>
                      <a:pt x="146783" y="102495"/>
                      <a:pt x="94514" y="102495"/>
                    </a:cubicBezTo>
                    <a:cubicBezTo>
                      <a:pt x="42341" y="102495"/>
                      <a:pt x="0" y="74314"/>
                      <a:pt x="0" y="39439"/>
                    </a:cubicBezTo>
                    <a:lnTo>
                      <a:pt x="0" y="78877"/>
                    </a:lnTo>
                    <a:lnTo>
                      <a:pt x="0" y="98234"/>
                    </a:lnTo>
                    <a:cubicBezTo>
                      <a:pt x="19654" y="119211"/>
                      <a:pt x="54631" y="133192"/>
                      <a:pt x="94514" y="133192"/>
                    </a:cubicBezTo>
                    <a:cubicBezTo>
                      <a:pt x="156116" y="133192"/>
                      <a:pt x="206109" y="99944"/>
                      <a:pt x="206109" y="58787"/>
                    </a:cubicBezTo>
                    <a:lnTo>
                      <a:pt x="206108" y="39439"/>
                    </a:lnTo>
                    <a:cubicBezTo>
                      <a:pt x="206099" y="24936"/>
                      <a:pt x="199782" y="11458"/>
                      <a:pt x="189000" y="0"/>
                    </a:cubicBezTo>
                    <a:close/>
                  </a:path>
                </a:pathLst>
              </a:custGeom>
              <a:solidFill>
                <a:srgbClr val="FFFF00">
                  <a:alpha val="70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6" name="자유형: 도형 155">
                <a:extLst>
                  <a:ext uri="{FF2B5EF4-FFF2-40B4-BE49-F238E27FC236}">
                    <a16:creationId xmlns:a16="http://schemas.microsoft.com/office/drawing/2014/main" id="{AEC6A4E2-9484-4243-82FE-A40B75489476}"/>
                  </a:ext>
                </a:extLst>
              </p:cNvPr>
              <p:cNvSpPr/>
              <p:nvPr/>
            </p:nvSpPr>
            <p:spPr>
              <a:xfrm>
                <a:off x="4929208" y="495830"/>
                <a:ext cx="200025" cy="101600"/>
              </a:xfrm>
              <a:custGeom>
                <a:avLst/>
                <a:gdLst>
                  <a:gd name="connsiteX0" fmla="*/ 189000 w 200025"/>
                  <a:gd name="connsiteY0" fmla="*/ 0 h 101600"/>
                  <a:gd name="connsiteX1" fmla="*/ 189000 w 200025"/>
                  <a:gd name="connsiteY1" fmla="*/ 39438 h 101600"/>
                  <a:gd name="connsiteX2" fmla="*/ 94514 w 200025"/>
                  <a:gd name="connsiteY2" fmla="*/ 102495 h 101600"/>
                  <a:gd name="connsiteX3" fmla="*/ 0 w 200025"/>
                  <a:gd name="connsiteY3" fmla="*/ 39439 h 101600"/>
                  <a:gd name="connsiteX4" fmla="*/ 0 w 200025"/>
                  <a:gd name="connsiteY4" fmla="*/ 78877 h 101600"/>
                  <a:gd name="connsiteX5" fmla="*/ 94514 w 200025"/>
                  <a:gd name="connsiteY5" fmla="*/ 113834 h 101600"/>
                  <a:gd name="connsiteX6" fmla="*/ 206109 w 200025"/>
                  <a:gd name="connsiteY6" fmla="*/ 39429 h 101600"/>
                  <a:gd name="connsiteX7" fmla="*/ 189000 w 200025"/>
                  <a:gd name="connsiteY7" fmla="*/ 0 h 10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0025" h="101600">
                    <a:moveTo>
                      <a:pt x="189000" y="0"/>
                    </a:moveTo>
                    <a:lnTo>
                      <a:pt x="189000" y="39438"/>
                    </a:lnTo>
                    <a:cubicBezTo>
                      <a:pt x="189000" y="74222"/>
                      <a:pt x="146783" y="102495"/>
                      <a:pt x="94514" y="102495"/>
                    </a:cubicBezTo>
                    <a:cubicBezTo>
                      <a:pt x="42341" y="102495"/>
                      <a:pt x="0" y="74314"/>
                      <a:pt x="0" y="39439"/>
                    </a:cubicBezTo>
                    <a:lnTo>
                      <a:pt x="0" y="78877"/>
                    </a:lnTo>
                    <a:cubicBezTo>
                      <a:pt x="19654" y="99835"/>
                      <a:pt x="54631" y="113834"/>
                      <a:pt x="94514" y="113834"/>
                    </a:cubicBezTo>
                    <a:cubicBezTo>
                      <a:pt x="156116" y="113834"/>
                      <a:pt x="206109" y="80587"/>
                      <a:pt x="206109" y="39429"/>
                    </a:cubicBezTo>
                    <a:cubicBezTo>
                      <a:pt x="206099" y="24936"/>
                      <a:pt x="199782" y="11458"/>
                      <a:pt x="189000" y="0"/>
                    </a:cubicBezTo>
                    <a:close/>
                  </a:path>
                </a:pathLst>
              </a:custGeom>
              <a:solidFill>
                <a:srgbClr val="FFFF00">
                  <a:alpha val="25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7" name="자유형: 도형 156">
                <a:extLst>
                  <a:ext uri="{FF2B5EF4-FFF2-40B4-BE49-F238E27FC236}">
                    <a16:creationId xmlns:a16="http://schemas.microsoft.com/office/drawing/2014/main" id="{A60A90C0-BAFA-4CF1-9A17-245F75C39F2C}"/>
                  </a:ext>
                </a:extLst>
              </p:cNvPr>
              <p:cNvSpPr/>
              <p:nvPr/>
            </p:nvSpPr>
            <p:spPr>
              <a:xfrm>
                <a:off x="4929218" y="472266"/>
                <a:ext cx="186690" cy="114300"/>
              </a:xfrm>
              <a:custGeom>
                <a:avLst/>
                <a:gdLst>
                  <a:gd name="connsiteX0" fmla="*/ 189009 w 186690"/>
                  <a:gd name="connsiteY0" fmla="*/ 63002 h 114300"/>
                  <a:gd name="connsiteX1" fmla="*/ 94505 w 186690"/>
                  <a:gd name="connsiteY1" fmla="*/ 126004 h 114300"/>
                  <a:gd name="connsiteX2" fmla="*/ 0 w 186690"/>
                  <a:gd name="connsiteY2" fmla="*/ 63002 h 114300"/>
                  <a:gd name="connsiteX3" fmla="*/ 94505 w 186690"/>
                  <a:gd name="connsiteY3" fmla="*/ 0 h 114300"/>
                  <a:gd name="connsiteX4" fmla="*/ 189009 w 186690"/>
                  <a:gd name="connsiteY4" fmla="*/ 63002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6690" h="114300">
                    <a:moveTo>
                      <a:pt x="189009" y="63002"/>
                    </a:moveTo>
                    <a:cubicBezTo>
                      <a:pt x="189009" y="97797"/>
                      <a:pt x="146698" y="126004"/>
                      <a:pt x="94505" y="126004"/>
                    </a:cubicBezTo>
                    <a:cubicBezTo>
                      <a:pt x="42311" y="126004"/>
                      <a:pt x="0" y="97797"/>
                      <a:pt x="0" y="63002"/>
                    </a:cubicBezTo>
                    <a:cubicBezTo>
                      <a:pt x="0" y="28207"/>
                      <a:pt x="42311" y="0"/>
                      <a:pt x="94505" y="0"/>
                    </a:cubicBezTo>
                    <a:cubicBezTo>
                      <a:pt x="146698" y="0"/>
                      <a:pt x="189009" y="28207"/>
                      <a:pt x="189009" y="63002"/>
                    </a:cubicBezTo>
                    <a:close/>
                  </a:path>
                </a:pathLst>
              </a:custGeom>
              <a:solidFill>
                <a:srgbClr val="E6E6E6">
                  <a:alpha val="25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8" name="자유형: 도형 157">
                <a:extLst>
                  <a:ext uri="{FF2B5EF4-FFF2-40B4-BE49-F238E27FC236}">
                    <a16:creationId xmlns:a16="http://schemas.microsoft.com/office/drawing/2014/main" id="{3C620A9A-CDBC-474B-A19A-695B63979320}"/>
                  </a:ext>
                </a:extLst>
              </p:cNvPr>
              <p:cNvSpPr/>
              <p:nvPr/>
            </p:nvSpPr>
            <p:spPr>
              <a:xfrm>
                <a:off x="4929218" y="472266"/>
                <a:ext cx="186690" cy="114300"/>
              </a:xfrm>
              <a:custGeom>
                <a:avLst/>
                <a:gdLst>
                  <a:gd name="connsiteX0" fmla="*/ 189009 w 186690"/>
                  <a:gd name="connsiteY0" fmla="*/ 63002 h 114300"/>
                  <a:gd name="connsiteX1" fmla="*/ 94505 w 186690"/>
                  <a:gd name="connsiteY1" fmla="*/ 126004 h 114300"/>
                  <a:gd name="connsiteX2" fmla="*/ 0 w 186690"/>
                  <a:gd name="connsiteY2" fmla="*/ 63002 h 114300"/>
                  <a:gd name="connsiteX3" fmla="*/ 94505 w 186690"/>
                  <a:gd name="connsiteY3" fmla="*/ 0 h 114300"/>
                  <a:gd name="connsiteX4" fmla="*/ 189009 w 186690"/>
                  <a:gd name="connsiteY4" fmla="*/ 63002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6690" h="114300">
                    <a:moveTo>
                      <a:pt x="189009" y="63002"/>
                    </a:moveTo>
                    <a:cubicBezTo>
                      <a:pt x="189009" y="97797"/>
                      <a:pt x="146698" y="126004"/>
                      <a:pt x="94505" y="126004"/>
                    </a:cubicBezTo>
                    <a:cubicBezTo>
                      <a:pt x="42311" y="126004"/>
                      <a:pt x="0" y="97797"/>
                      <a:pt x="0" y="63002"/>
                    </a:cubicBezTo>
                    <a:cubicBezTo>
                      <a:pt x="0" y="28207"/>
                      <a:pt x="42311" y="0"/>
                      <a:pt x="94505" y="0"/>
                    </a:cubicBezTo>
                    <a:cubicBezTo>
                      <a:pt x="146698" y="0"/>
                      <a:pt x="189009" y="28207"/>
                      <a:pt x="189009" y="63002"/>
                    </a:cubicBezTo>
                    <a:close/>
                  </a:path>
                </a:pathLst>
              </a:custGeom>
              <a:solidFill>
                <a:srgbClr val="FFFF00">
                  <a:alpha val="25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9" name="자유형: 도형 158">
                <a:extLst>
                  <a:ext uri="{FF2B5EF4-FFF2-40B4-BE49-F238E27FC236}">
                    <a16:creationId xmlns:a16="http://schemas.microsoft.com/office/drawing/2014/main" id="{776EB67C-E6B5-47AC-B7BB-635A9B32BF05}"/>
                  </a:ext>
                </a:extLst>
              </p:cNvPr>
              <p:cNvSpPr/>
              <p:nvPr/>
            </p:nvSpPr>
            <p:spPr>
              <a:xfrm>
                <a:off x="4958588" y="442539"/>
                <a:ext cx="93345" cy="88900"/>
              </a:xfrm>
              <a:custGeom>
                <a:avLst/>
                <a:gdLst>
                  <a:gd name="connsiteX0" fmla="*/ 0 w 93345"/>
                  <a:gd name="connsiteY0" fmla="*/ 10708 h 88900"/>
                  <a:gd name="connsiteX1" fmla="*/ 0 w 93345"/>
                  <a:gd name="connsiteY1" fmla="*/ 92738 h 88900"/>
                  <a:gd name="connsiteX2" fmla="*/ 13240 w 93345"/>
                  <a:gd name="connsiteY2" fmla="*/ 92738 h 88900"/>
                  <a:gd name="connsiteX3" fmla="*/ 13240 w 93345"/>
                  <a:gd name="connsiteY3" fmla="*/ 54479 h 88900"/>
                  <a:gd name="connsiteX4" fmla="*/ 50838 w 93345"/>
                  <a:gd name="connsiteY4" fmla="*/ 54479 h 88900"/>
                  <a:gd name="connsiteX5" fmla="*/ 104134 w 93345"/>
                  <a:gd name="connsiteY5" fmla="*/ 0 h 88900"/>
                  <a:gd name="connsiteX6" fmla="*/ 16053 w 93345"/>
                  <a:gd name="connsiteY6" fmla="*/ 0 h 88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3345" h="88900">
                    <a:moveTo>
                      <a:pt x="0" y="10708"/>
                    </a:moveTo>
                    <a:lnTo>
                      <a:pt x="0" y="92738"/>
                    </a:lnTo>
                    <a:lnTo>
                      <a:pt x="13240" y="92738"/>
                    </a:lnTo>
                    <a:lnTo>
                      <a:pt x="13240" y="54479"/>
                    </a:lnTo>
                    <a:lnTo>
                      <a:pt x="50838" y="54479"/>
                    </a:lnTo>
                    <a:lnTo>
                      <a:pt x="104134" y="0"/>
                    </a:lnTo>
                    <a:lnTo>
                      <a:pt x="16053" y="0"/>
                    </a:lnTo>
                    <a:close/>
                  </a:path>
                </a:pathLst>
              </a:custGeom>
              <a:solidFill>
                <a:srgbClr val="666666"/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0" name="자유형: 도형 159">
                <a:extLst>
                  <a:ext uri="{FF2B5EF4-FFF2-40B4-BE49-F238E27FC236}">
                    <a16:creationId xmlns:a16="http://schemas.microsoft.com/office/drawing/2014/main" id="{91253C75-A549-4A16-8C79-E19C8BEAD8AF}"/>
                  </a:ext>
                </a:extLst>
              </p:cNvPr>
              <p:cNvSpPr/>
              <p:nvPr/>
            </p:nvSpPr>
            <p:spPr>
              <a:xfrm>
                <a:off x="5028043" y="438973"/>
                <a:ext cx="53340" cy="88900"/>
              </a:xfrm>
              <a:custGeom>
                <a:avLst/>
                <a:gdLst>
                  <a:gd name="connsiteX0" fmla="*/ 44895 w 53340"/>
                  <a:gd name="connsiteY0" fmla="*/ 0 h 88900"/>
                  <a:gd name="connsiteX1" fmla="*/ 50713 w 53340"/>
                  <a:gd name="connsiteY1" fmla="*/ 6474 h 88900"/>
                  <a:gd name="connsiteX2" fmla="*/ 0 w 53340"/>
                  <a:gd name="connsiteY2" fmla="*/ 58046 h 88900"/>
                  <a:gd name="connsiteX3" fmla="*/ 48649 w 53340"/>
                  <a:gd name="connsiteY3" fmla="*/ 58046 h 88900"/>
                  <a:gd name="connsiteX4" fmla="*/ 48649 w 53340"/>
                  <a:gd name="connsiteY4" fmla="*/ 96304 h 88900"/>
                  <a:gd name="connsiteX5" fmla="*/ 60833 w 53340"/>
                  <a:gd name="connsiteY5" fmla="*/ 96304 h 88900"/>
                  <a:gd name="connsiteX6" fmla="*/ 60833 w 53340"/>
                  <a:gd name="connsiteY6" fmla="*/ 0 h 88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340" h="88900">
                    <a:moveTo>
                      <a:pt x="44895" y="0"/>
                    </a:moveTo>
                    <a:lnTo>
                      <a:pt x="50713" y="6474"/>
                    </a:lnTo>
                    <a:lnTo>
                      <a:pt x="0" y="58046"/>
                    </a:lnTo>
                    <a:lnTo>
                      <a:pt x="48649" y="58046"/>
                    </a:lnTo>
                    <a:lnTo>
                      <a:pt x="48649" y="96304"/>
                    </a:lnTo>
                    <a:lnTo>
                      <a:pt x="60833" y="96304"/>
                    </a:lnTo>
                    <a:lnTo>
                      <a:pt x="60833" y="0"/>
                    </a:lnTo>
                    <a:close/>
                  </a:path>
                </a:pathLst>
              </a:custGeom>
              <a:solidFill>
                <a:srgbClr val="666666"/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1" name="자유형: 도형 160">
                <a:extLst>
                  <a:ext uri="{FF2B5EF4-FFF2-40B4-BE49-F238E27FC236}">
                    <a16:creationId xmlns:a16="http://schemas.microsoft.com/office/drawing/2014/main" id="{FD7C70CD-870C-4B4E-A74E-DF53601137DD}"/>
                  </a:ext>
                </a:extLst>
              </p:cNvPr>
              <p:cNvSpPr/>
              <p:nvPr/>
            </p:nvSpPr>
            <p:spPr>
              <a:xfrm>
                <a:off x="4934614" y="330717"/>
                <a:ext cx="200025" cy="292100"/>
              </a:xfrm>
              <a:custGeom>
                <a:avLst/>
                <a:gdLst>
                  <a:gd name="connsiteX0" fmla="*/ 189000 w 200025"/>
                  <a:gd name="connsiteY0" fmla="*/ 165113 h 292100"/>
                  <a:gd name="connsiteX1" fmla="*/ 189000 w 200025"/>
                  <a:gd name="connsiteY1" fmla="*/ 90023 h 292100"/>
                  <a:gd name="connsiteX2" fmla="*/ 94514 w 200025"/>
                  <a:gd name="connsiteY2" fmla="*/ 0 h 292100"/>
                  <a:gd name="connsiteX3" fmla="*/ 0 w 200025"/>
                  <a:gd name="connsiteY3" fmla="*/ 90023 h 292100"/>
                  <a:gd name="connsiteX4" fmla="*/ 0 w 200025"/>
                  <a:gd name="connsiteY4" fmla="*/ 263365 h 292100"/>
                  <a:gd name="connsiteX5" fmla="*/ 94514 w 200025"/>
                  <a:gd name="connsiteY5" fmla="*/ 298323 h 292100"/>
                  <a:gd name="connsiteX6" fmla="*/ 206109 w 200025"/>
                  <a:gd name="connsiteY6" fmla="*/ 223909 h 292100"/>
                  <a:gd name="connsiteX7" fmla="*/ 206109 w 200025"/>
                  <a:gd name="connsiteY7" fmla="*/ 204560 h 292100"/>
                  <a:gd name="connsiteX8" fmla="*/ 189000 w 200025"/>
                  <a:gd name="connsiteY8" fmla="*/ 165113 h 292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0025" h="292100">
                    <a:moveTo>
                      <a:pt x="189000" y="165113"/>
                    </a:moveTo>
                    <a:lnTo>
                      <a:pt x="189000" y="90023"/>
                    </a:lnTo>
                    <a:cubicBezTo>
                      <a:pt x="189000" y="40325"/>
                      <a:pt x="146754" y="0"/>
                      <a:pt x="94514" y="0"/>
                    </a:cubicBezTo>
                    <a:cubicBezTo>
                      <a:pt x="42341" y="0"/>
                      <a:pt x="0" y="40252"/>
                      <a:pt x="0" y="90023"/>
                    </a:cubicBezTo>
                    <a:lnTo>
                      <a:pt x="0" y="263365"/>
                    </a:lnTo>
                    <a:cubicBezTo>
                      <a:pt x="19654" y="284332"/>
                      <a:pt x="54631" y="298323"/>
                      <a:pt x="94514" y="298323"/>
                    </a:cubicBezTo>
                    <a:cubicBezTo>
                      <a:pt x="156116" y="298323"/>
                      <a:pt x="206109" y="265075"/>
                      <a:pt x="206109" y="223909"/>
                    </a:cubicBezTo>
                    <a:lnTo>
                      <a:pt x="206109" y="204560"/>
                    </a:lnTo>
                    <a:cubicBezTo>
                      <a:pt x="206099" y="190049"/>
                      <a:pt x="199782" y="176571"/>
                      <a:pt x="189000" y="165113"/>
                    </a:cubicBezTo>
                    <a:close/>
                  </a:path>
                </a:pathLst>
              </a:custGeom>
              <a:solidFill>
                <a:srgbClr val="FFFF00">
                  <a:alpha val="65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2" name="자유형: 도형 161">
                <a:extLst>
                  <a:ext uri="{FF2B5EF4-FFF2-40B4-BE49-F238E27FC236}">
                    <a16:creationId xmlns:a16="http://schemas.microsoft.com/office/drawing/2014/main" id="{9C70EF8B-47F5-4334-B148-3A93C28E2F85}"/>
                  </a:ext>
                </a:extLst>
              </p:cNvPr>
              <p:cNvSpPr/>
              <p:nvPr/>
            </p:nvSpPr>
            <p:spPr>
              <a:xfrm>
                <a:off x="5039661" y="346490"/>
                <a:ext cx="40005" cy="25400"/>
              </a:xfrm>
              <a:custGeom>
                <a:avLst/>
                <a:gdLst>
                  <a:gd name="connsiteX0" fmla="*/ 28074 w 40005"/>
                  <a:gd name="connsiteY0" fmla="*/ 31903 h 25400"/>
                  <a:gd name="connsiteX1" fmla="*/ 47228 w 40005"/>
                  <a:gd name="connsiteY1" fmla="*/ 28429 h 25400"/>
                  <a:gd name="connsiteX2" fmla="*/ 0 w 40005"/>
                  <a:gd name="connsiteY2" fmla="*/ 0 h 25400"/>
                  <a:gd name="connsiteX3" fmla="*/ 3389 w 40005"/>
                  <a:gd name="connsiteY3" fmla="*/ 13725 h 25400"/>
                  <a:gd name="connsiteX4" fmla="*/ 28074 w 40005"/>
                  <a:gd name="connsiteY4" fmla="*/ 31903 h 25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005" h="25400">
                    <a:moveTo>
                      <a:pt x="28074" y="31903"/>
                    </a:moveTo>
                    <a:lnTo>
                      <a:pt x="47228" y="28429"/>
                    </a:lnTo>
                    <a:cubicBezTo>
                      <a:pt x="36004" y="14054"/>
                      <a:pt x="19462" y="3566"/>
                      <a:pt x="0" y="0"/>
                    </a:cubicBezTo>
                    <a:lnTo>
                      <a:pt x="3389" y="13725"/>
                    </a:lnTo>
                    <a:cubicBezTo>
                      <a:pt x="13576" y="17163"/>
                      <a:pt x="22149" y="23637"/>
                      <a:pt x="28074" y="31903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3" name="자유형: 도형 162">
                <a:extLst>
                  <a:ext uri="{FF2B5EF4-FFF2-40B4-BE49-F238E27FC236}">
                    <a16:creationId xmlns:a16="http://schemas.microsoft.com/office/drawing/2014/main" id="{79A51329-F917-4419-97F0-9AAE2D95820D}"/>
                  </a:ext>
                </a:extLst>
              </p:cNvPr>
              <p:cNvSpPr/>
              <p:nvPr/>
            </p:nvSpPr>
            <p:spPr>
              <a:xfrm>
                <a:off x="4939452" y="583777"/>
                <a:ext cx="26670" cy="25400"/>
              </a:xfrm>
              <a:custGeom>
                <a:avLst/>
                <a:gdLst>
                  <a:gd name="connsiteX0" fmla="*/ 0 w 26670"/>
                  <a:gd name="connsiteY0" fmla="*/ 0 h 25400"/>
                  <a:gd name="connsiteX1" fmla="*/ 0 w 26670"/>
                  <a:gd name="connsiteY1" fmla="*/ 19303 h 25400"/>
                  <a:gd name="connsiteX2" fmla="*/ 30772 w 26670"/>
                  <a:gd name="connsiteY2" fmla="*/ 36027 h 25400"/>
                  <a:gd name="connsiteX3" fmla="*/ 30772 w 26670"/>
                  <a:gd name="connsiteY3" fmla="*/ 16660 h 25400"/>
                  <a:gd name="connsiteX4" fmla="*/ 0 w 26670"/>
                  <a:gd name="connsiteY4" fmla="*/ 0 h 25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670" h="25400">
                    <a:moveTo>
                      <a:pt x="0" y="0"/>
                    </a:moveTo>
                    <a:lnTo>
                      <a:pt x="0" y="19303"/>
                    </a:lnTo>
                    <a:cubicBezTo>
                      <a:pt x="8651" y="26024"/>
                      <a:pt x="19116" y="31702"/>
                      <a:pt x="30772" y="36027"/>
                    </a:cubicBezTo>
                    <a:lnTo>
                      <a:pt x="30772" y="16660"/>
                    </a:lnTo>
                    <a:cubicBezTo>
                      <a:pt x="19058" y="12390"/>
                      <a:pt x="8679" y="6730"/>
                      <a:pt x="0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4" name="자유형: 도형 163">
                <a:extLst>
                  <a:ext uri="{FF2B5EF4-FFF2-40B4-BE49-F238E27FC236}">
                    <a16:creationId xmlns:a16="http://schemas.microsoft.com/office/drawing/2014/main" id="{D3E3947F-BB29-486F-BFAF-F2FD4C6D2E2C}"/>
                  </a:ext>
                </a:extLst>
              </p:cNvPr>
              <p:cNvSpPr/>
              <p:nvPr/>
            </p:nvSpPr>
            <p:spPr>
              <a:xfrm>
                <a:off x="4936620" y="358368"/>
                <a:ext cx="146685" cy="241300"/>
              </a:xfrm>
              <a:custGeom>
                <a:avLst/>
                <a:gdLst>
                  <a:gd name="connsiteX0" fmla="*/ 140245 w 146685"/>
                  <a:gd name="connsiteY0" fmla="*/ 229012 h 241300"/>
                  <a:gd name="connsiteX1" fmla="*/ 129501 w 146685"/>
                  <a:gd name="connsiteY1" fmla="*/ 233200 h 241300"/>
                  <a:gd name="connsiteX2" fmla="*/ 127130 w 146685"/>
                  <a:gd name="connsiteY2" fmla="*/ 233940 h 241300"/>
                  <a:gd name="connsiteX3" fmla="*/ 103194 w 146685"/>
                  <a:gd name="connsiteY3" fmla="*/ 238951 h 241300"/>
                  <a:gd name="connsiteX4" fmla="*/ 100198 w 146685"/>
                  <a:gd name="connsiteY4" fmla="*/ 239198 h 241300"/>
                  <a:gd name="connsiteX5" fmla="*/ 87256 w 146685"/>
                  <a:gd name="connsiteY5" fmla="*/ 239939 h 241300"/>
                  <a:gd name="connsiteX6" fmla="*/ 80967 w 146685"/>
                  <a:gd name="connsiteY6" fmla="*/ 239637 h 241300"/>
                  <a:gd name="connsiteX7" fmla="*/ 36994 w 146685"/>
                  <a:gd name="connsiteY7" fmla="*/ 230246 h 241300"/>
                  <a:gd name="connsiteX8" fmla="*/ 36993 w 146685"/>
                  <a:gd name="connsiteY8" fmla="*/ 123700 h 241300"/>
                  <a:gd name="connsiteX9" fmla="*/ 36993 w 146685"/>
                  <a:gd name="connsiteY9" fmla="*/ 62417 h 241300"/>
                  <a:gd name="connsiteX10" fmla="*/ 64645 w 146685"/>
                  <a:gd name="connsiteY10" fmla="*/ 19879 h 241300"/>
                  <a:gd name="connsiteX11" fmla="*/ 64347 w 146685"/>
                  <a:gd name="connsiteY11" fmla="*/ 19202 h 241300"/>
                  <a:gd name="connsiteX12" fmla="*/ 47708 w 146685"/>
                  <a:gd name="connsiteY12" fmla="*/ 0 h 241300"/>
                  <a:gd name="connsiteX13" fmla="*/ 10504 w 146685"/>
                  <a:gd name="connsiteY13" fmla="*/ 62380 h 241300"/>
                  <a:gd name="connsiteX14" fmla="*/ 10504 w 146685"/>
                  <a:gd name="connsiteY14" fmla="*/ 213576 h 241300"/>
                  <a:gd name="connsiteX15" fmla="*/ 4100 w 146685"/>
                  <a:gd name="connsiteY15" fmla="*/ 206846 h 241300"/>
                  <a:gd name="connsiteX16" fmla="*/ 0 w 146685"/>
                  <a:gd name="connsiteY16" fmla="*/ 215579 h 241300"/>
                  <a:gd name="connsiteX17" fmla="*/ 87246 w 146685"/>
                  <a:gd name="connsiteY17" fmla="*/ 246842 h 241300"/>
                  <a:gd name="connsiteX18" fmla="*/ 147407 w 146685"/>
                  <a:gd name="connsiteY18" fmla="*/ 234114 h 241300"/>
                  <a:gd name="connsiteX19" fmla="*/ 140379 w 146685"/>
                  <a:gd name="connsiteY19" fmla="*/ 228920 h 241300"/>
                  <a:gd name="connsiteX20" fmla="*/ 140245 w 146685"/>
                  <a:gd name="connsiteY20" fmla="*/ 229012 h 241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46685" h="241300">
                    <a:moveTo>
                      <a:pt x="140245" y="229012"/>
                    </a:moveTo>
                    <a:cubicBezTo>
                      <a:pt x="136837" y="230566"/>
                      <a:pt x="133179" y="231929"/>
                      <a:pt x="129501" y="233200"/>
                    </a:cubicBezTo>
                    <a:cubicBezTo>
                      <a:pt x="128724" y="233447"/>
                      <a:pt x="127936" y="233712"/>
                      <a:pt x="127130" y="233940"/>
                    </a:cubicBezTo>
                    <a:cubicBezTo>
                      <a:pt x="119612" y="236217"/>
                      <a:pt x="111643" y="237991"/>
                      <a:pt x="103194" y="238951"/>
                    </a:cubicBezTo>
                    <a:cubicBezTo>
                      <a:pt x="102195" y="239070"/>
                      <a:pt x="101178" y="239189"/>
                      <a:pt x="100198" y="239198"/>
                    </a:cubicBezTo>
                    <a:cubicBezTo>
                      <a:pt x="95926" y="239582"/>
                      <a:pt x="91615" y="239939"/>
                      <a:pt x="87256" y="239939"/>
                    </a:cubicBezTo>
                    <a:cubicBezTo>
                      <a:pt x="85278" y="239939"/>
                      <a:pt x="83156" y="239747"/>
                      <a:pt x="80967" y="239637"/>
                    </a:cubicBezTo>
                    <a:cubicBezTo>
                      <a:pt x="64962" y="238915"/>
                      <a:pt x="49888" y="235641"/>
                      <a:pt x="36994" y="230246"/>
                    </a:cubicBezTo>
                    <a:lnTo>
                      <a:pt x="36993" y="123700"/>
                    </a:lnTo>
                    <a:lnTo>
                      <a:pt x="36993" y="62417"/>
                    </a:lnTo>
                    <a:cubicBezTo>
                      <a:pt x="36993" y="43736"/>
                      <a:pt x="48304" y="27752"/>
                      <a:pt x="64645" y="19879"/>
                    </a:cubicBezTo>
                    <a:lnTo>
                      <a:pt x="64347" y="19202"/>
                    </a:lnTo>
                    <a:lnTo>
                      <a:pt x="47708" y="0"/>
                    </a:lnTo>
                    <a:cubicBezTo>
                      <a:pt x="25443" y="12738"/>
                      <a:pt x="10504" y="35844"/>
                      <a:pt x="10504" y="62380"/>
                    </a:cubicBezTo>
                    <a:lnTo>
                      <a:pt x="10504" y="213576"/>
                    </a:lnTo>
                    <a:cubicBezTo>
                      <a:pt x="9841" y="212945"/>
                      <a:pt x="6394" y="209654"/>
                      <a:pt x="4100" y="206846"/>
                    </a:cubicBezTo>
                    <a:lnTo>
                      <a:pt x="0" y="215579"/>
                    </a:lnTo>
                    <a:cubicBezTo>
                      <a:pt x="18684" y="234397"/>
                      <a:pt x="50790" y="246842"/>
                      <a:pt x="87246" y="246842"/>
                    </a:cubicBezTo>
                    <a:cubicBezTo>
                      <a:pt x="109646" y="246842"/>
                      <a:pt x="130413" y="242097"/>
                      <a:pt x="147407" y="234114"/>
                    </a:cubicBezTo>
                    <a:lnTo>
                      <a:pt x="140379" y="228920"/>
                    </a:lnTo>
                    <a:cubicBezTo>
                      <a:pt x="140245" y="229012"/>
                      <a:pt x="140245" y="229012"/>
                      <a:pt x="140245" y="22901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5" name="자유형: 도형 164">
                <a:extLst>
                  <a:ext uri="{FF2B5EF4-FFF2-40B4-BE49-F238E27FC236}">
                    <a16:creationId xmlns:a16="http://schemas.microsoft.com/office/drawing/2014/main" id="{9CC96C8C-7BFA-47A3-9368-76F85664D25C}"/>
                  </a:ext>
                </a:extLst>
              </p:cNvPr>
              <p:cNvSpPr/>
              <p:nvPr/>
            </p:nvSpPr>
            <p:spPr>
              <a:xfrm>
                <a:off x="4989571" y="701643"/>
                <a:ext cx="13335" cy="304800"/>
              </a:xfrm>
              <a:custGeom>
                <a:avLst/>
                <a:gdLst>
                  <a:gd name="connsiteX0" fmla="*/ 0 w 0"/>
                  <a:gd name="connsiteY0" fmla="*/ 0 h 304800"/>
                  <a:gd name="connsiteX1" fmla="*/ 0 w 0"/>
                  <a:gd name="connsiteY1" fmla="*/ 312624 h 304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304800">
                    <a:moveTo>
                      <a:pt x="0" y="0"/>
                    </a:moveTo>
                    <a:lnTo>
                      <a:pt x="0" y="312624"/>
                    </a:lnTo>
                  </a:path>
                </a:pathLst>
              </a:custGeom>
              <a:noFill/>
              <a:ln w="28688" cap="rnd">
                <a:solidFill>
                  <a:srgbClr val="8C8C8C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6" name="자유형: 도형 165">
                <a:extLst>
                  <a:ext uri="{FF2B5EF4-FFF2-40B4-BE49-F238E27FC236}">
                    <a16:creationId xmlns:a16="http://schemas.microsoft.com/office/drawing/2014/main" id="{FB58544E-0E39-4322-97EC-48B7D765C4FA}"/>
                  </a:ext>
                </a:extLst>
              </p:cNvPr>
              <p:cNvSpPr/>
              <p:nvPr/>
            </p:nvSpPr>
            <p:spPr>
              <a:xfrm>
                <a:off x="4989571" y="963468"/>
                <a:ext cx="13335" cy="50800"/>
              </a:xfrm>
              <a:custGeom>
                <a:avLst/>
                <a:gdLst>
                  <a:gd name="connsiteX0" fmla="*/ 0 w 0"/>
                  <a:gd name="connsiteY0" fmla="*/ 0 h 50800"/>
                  <a:gd name="connsiteX1" fmla="*/ 0 w 0"/>
                  <a:gd name="connsiteY1" fmla="*/ 50800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28688" cap="rnd">
                <a:solidFill>
                  <a:srgbClr val="FF0000">
                    <a:alpha val="3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7" name="자유형: 도형 166">
                <a:extLst>
                  <a:ext uri="{FF2B5EF4-FFF2-40B4-BE49-F238E27FC236}">
                    <a16:creationId xmlns:a16="http://schemas.microsoft.com/office/drawing/2014/main" id="{1B21B19A-7A5A-4E94-B1F6-B56FA45573A1}"/>
                  </a:ext>
                </a:extLst>
              </p:cNvPr>
              <p:cNvSpPr/>
              <p:nvPr/>
            </p:nvSpPr>
            <p:spPr>
              <a:xfrm>
                <a:off x="5085612" y="701643"/>
                <a:ext cx="13335" cy="304800"/>
              </a:xfrm>
              <a:custGeom>
                <a:avLst/>
                <a:gdLst>
                  <a:gd name="connsiteX0" fmla="*/ 0 w 0"/>
                  <a:gd name="connsiteY0" fmla="*/ 0 h 304800"/>
                  <a:gd name="connsiteX1" fmla="*/ 0 w 0"/>
                  <a:gd name="connsiteY1" fmla="*/ 312624 h 304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304800">
                    <a:moveTo>
                      <a:pt x="0" y="0"/>
                    </a:moveTo>
                    <a:lnTo>
                      <a:pt x="0" y="312624"/>
                    </a:lnTo>
                  </a:path>
                </a:pathLst>
              </a:custGeom>
              <a:noFill/>
              <a:ln w="28688" cap="rnd">
                <a:solidFill>
                  <a:srgbClr val="8C8C8C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8" name="자유형: 도형 167">
                <a:extLst>
                  <a:ext uri="{FF2B5EF4-FFF2-40B4-BE49-F238E27FC236}">
                    <a16:creationId xmlns:a16="http://schemas.microsoft.com/office/drawing/2014/main" id="{C937E5E3-191E-4835-B2EC-AB8E347EB0C1}"/>
                  </a:ext>
                </a:extLst>
              </p:cNvPr>
              <p:cNvSpPr/>
              <p:nvPr/>
            </p:nvSpPr>
            <p:spPr>
              <a:xfrm>
                <a:off x="5085612" y="963468"/>
                <a:ext cx="13335" cy="50800"/>
              </a:xfrm>
              <a:custGeom>
                <a:avLst/>
                <a:gdLst>
                  <a:gd name="connsiteX0" fmla="*/ 0 w 0"/>
                  <a:gd name="connsiteY0" fmla="*/ 0 h 50800"/>
                  <a:gd name="connsiteX1" fmla="*/ 0 w 0"/>
                  <a:gd name="connsiteY1" fmla="*/ 50800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28688" cap="rnd">
                <a:solidFill>
                  <a:srgbClr val="FF0000">
                    <a:alpha val="3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81" name="자유형: 도형 3280">
                <a:extLst>
                  <a:ext uri="{FF2B5EF4-FFF2-40B4-BE49-F238E27FC236}">
                    <a16:creationId xmlns:a16="http://schemas.microsoft.com/office/drawing/2014/main" id="{4AA25CF6-2749-4DEC-9C54-FA966365F9A1}"/>
                  </a:ext>
                </a:extLst>
              </p:cNvPr>
              <p:cNvSpPr/>
              <p:nvPr/>
            </p:nvSpPr>
            <p:spPr>
              <a:xfrm>
                <a:off x="5701726" y="653564"/>
                <a:ext cx="26670" cy="12700"/>
              </a:xfrm>
              <a:custGeom>
                <a:avLst/>
                <a:gdLst>
                  <a:gd name="connsiteX0" fmla="*/ 0 w 26670"/>
                  <a:gd name="connsiteY0" fmla="*/ 0 h 0"/>
                  <a:gd name="connsiteX1" fmla="*/ 28698 w 26670"/>
                  <a:gd name="connsiteY1" fmla="*/ 0 h 0"/>
                  <a:gd name="connsiteX2" fmla="*/ 28698 w 26670"/>
                  <a:gd name="connsiteY2" fmla="*/ 9144 h 0"/>
                  <a:gd name="connsiteX3" fmla="*/ 0 w 26670"/>
                  <a:gd name="connsiteY3" fmla="*/ 9144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">
                    <a:moveTo>
                      <a:pt x="0" y="0"/>
                    </a:moveTo>
                    <a:lnTo>
                      <a:pt x="28698" y="0"/>
                    </a:lnTo>
                    <a:lnTo>
                      <a:pt x="28698" y="9144"/>
                    </a:lnTo>
                    <a:lnTo>
                      <a:pt x="0" y="9144"/>
                    </a:lnTo>
                    <a:close/>
                  </a:path>
                </a:pathLst>
              </a:custGeom>
              <a:noFill/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82" name="자유형: 도형 3281">
                <a:extLst>
                  <a:ext uri="{FF2B5EF4-FFF2-40B4-BE49-F238E27FC236}">
                    <a16:creationId xmlns:a16="http://schemas.microsoft.com/office/drawing/2014/main" id="{0509F0F1-9CD8-4BA8-9A95-A01A74DB3F69}"/>
                  </a:ext>
                </a:extLst>
              </p:cNvPr>
              <p:cNvSpPr/>
              <p:nvPr/>
            </p:nvSpPr>
            <p:spPr>
              <a:xfrm>
                <a:off x="5797738" y="653564"/>
                <a:ext cx="26670" cy="12700"/>
              </a:xfrm>
              <a:custGeom>
                <a:avLst/>
                <a:gdLst>
                  <a:gd name="connsiteX0" fmla="*/ 0 w 26670"/>
                  <a:gd name="connsiteY0" fmla="*/ 0 h 0"/>
                  <a:gd name="connsiteX1" fmla="*/ 28727 w 26670"/>
                  <a:gd name="connsiteY1" fmla="*/ 0 h 0"/>
                  <a:gd name="connsiteX2" fmla="*/ 28727 w 26670"/>
                  <a:gd name="connsiteY2" fmla="*/ 9144 h 0"/>
                  <a:gd name="connsiteX3" fmla="*/ 0 w 26670"/>
                  <a:gd name="connsiteY3" fmla="*/ 9144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">
                    <a:moveTo>
                      <a:pt x="0" y="0"/>
                    </a:moveTo>
                    <a:lnTo>
                      <a:pt x="28727" y="0"/>
                    </a:lnTo>
                    <a:lnTo>
                      <a:pt x="28727" y="9144"/>
                    </a:lnTo>
                    <a:lnTo>
                      <a:pt x="0" y="9144"/>
                    </a:lnTo>
                    <a:close/>
                  </a:path>
                </a:pathLst>
              </a:custGeom>
              <a:noFill/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83" name="자유형: 도형 3282">
                <a:extLst>
                  <a:ext uri="{FF2B5EF4-FFF2-40B4-BE49-F238E27FC236}">
                    <a16:creationId xmlns:a16="http://schemas.microsoft.com/office/drawing/2014/main" id="{38ED42CB-8CA9-44AE-983B-DA99A66338F2}"/>
                  </a:ext>
                </a:extLst>
              </p:cNvPr>
              <p:cNvSpPr/>
              <p:nvPr/>
            </p:nvSpPr>
            <p:spPr>
              <a:xfrm>
                <a:off x="5701726" y="576837"/>
                <a:ext cx="26670" cy="114300"/>
              </a:xfrm>
              <a:custGeom>
                <a:avLst/>
                <a:gdLst>
                  <a:gd name="connsiteX0" fmla="*/ 0 w 26670"/>
                  <a:gd name="connsiteY0" fmla="*/ 0 h 114300"/>
                  <a:gd name="connsiteX1" fmla="*/ 28688 w 26670"/>
                  <a:gd name="connsiteY1" fmla="*/ 0 h 114300"/>
                  <a:gd name="connsiteX2" fmla="*/ 28688 w 26670"/>
                  <a:gd name="connsiteY2" fmla="*/ 124806 h 114300"/>
                  <a:gd name="connsiteX3" fmla="*/ 0 w 26670"/>
                  <a:gd name="connsiteY3" fmla="*/ 124806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" h="114300">
                    <a:moveTo>
                      <a:pt x="0" y="0"/>
                    </a:moveTo>
                    <a:lnTo>
                      <a:pt x="28688" y="0"/>
                    </a:lnTo>
                    <a:lnTo>
                      <a:pt x="28688" y="124806"/>
                    </a:lnTo>
                    <a:lnTo>
                      <a:pt x="0" y="124806"/>
                    </a:lnTo>
                    <a:close/>
                  </a:path>
                </a:pathLst>
              </a:custGeom>
              <a:solidFill>
                <a:srgbClr val="8C8C8C"/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84" name="자유형: 도형 3283">
                <a:extLst>
                  <a:ext uri="{FF2B5EF4-FFF2-40B4-BE49-F238E27FC236}">
                    <a16:creationId xmlns:a16="http://schemas.microsoft.com/office/drawing/2014/main" id="{2411CB06-9399-4CFA-9DA5-A79EFDA836B1}"/>
                  </a:ext>
                </a:extLst>
              </p:cNvPr>
              <p:cNvSpPr/>
              <p:nvPr/>
            </p:nvSpPr>
            <p:spPr>
              <a:xfrm>
                <a:off x="5753793" y="576078"/>
                <a:ext cx="66675" cy="127000"/>
              </a:xfrm>
              <a:custGeom>
                <a:avLst/>
                <a:gdLst>
                  <a:gd name="connsiteX0" fmla="*/ 72662 w 66675"/>
                  <a:gd name="connsiteY0" fmla="*/ 125565 h 127000"/>
                  <a:gd name="connsiteX1" fmla="*/ 44818 w 66675"/>
                  <a:gd name="connsiteY1" fmla="*/ 87572 h 127000"/>
                  <a:gd name="connsiteX2" fmla="*/ 28823 w 66675"/>
                  <a:gd name="connsiteY2" fmla="*/ 69476 h 127000"/>
                  <a:gd name="connsiteX3" fmla="*/ 28823 w 66675"/>
                  <a:gd name="connsiteY3" fmla="*/ 0 h 127000"/>
                  <a:gd name="connsiteX4" fmla="*/ 0 w 66675"/>
                  <a:gd name="connsiteY4" fmla="*/ 0 h 127000"/>
                  <a:gd name="connsiteX5" fmla="*/ 0 w 66675"/>
                  <a:gd name="connsiteY5" fmla="*/ 73408 h 127000"/>
                  <a:gd name="connsiteX6" fmla="*/ 25952 w 66675"/>
                  <a:gd name="connsiteY6" fmla="*/ 108311 h 127000"/>
                  <a:gd name="connsiteX7" fmla="*/ 43935 w 66675"/>
                  <a:gd name="connsiteY7" fmla="*/ 130787 h 12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6675" h="127000">
                    <a:moveTo>
                      <a:pt x="72662" y="125565"/>
                    </a:moveTo>
                    <a:cubicBezTo>
                      <a:pt x="72662" y="110661"/>
                      <a:pt x="58462" y="98865"/>
                      <a:pt x="44818" y="87572"/>
                    </a:cubicBezTo>
                    <a:cubicBezTo>
                      <a:pt x="39269" y="82909"/>
                      <a:pt x="28823" y="74853"/>
                      <a:pt x="28823" y="69476"/>
                    </a:cubicBezTo>
                    <a:lnTo>
                      <a:pt x="28823" y="0"/>
                    </a:lnTo>
                    <a:lnTo>
                      <a:pt x="0" y="0"/>
                    </a:lnTo>
                    <a:lnTo>
                      <a:pt x="0" y="73408"/>
                    </a:lnTo>
                    <a:cubicBezTo>
                      <a:pt x="0" y="86850"/>
                      <a:pt x="12635" y="97265"/>
                      <a:pt x="25952" y="108311"/>
                    </a:cubicBezTo>
                    <a:cubicBezTo>
                      <a:pt x="31876" y="113084"/>
                      <a:pt x="43935" y="124185"/>
                      <a:pt x="43935" y="130787"/>
                    </a:cubicBezTo>
                  </a:path>
                </a:pathLst>
              </a:custGeom>
              <a:solidFill>
                <a:srgbClr val="8C8C8C"/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85" name="자유형: 도형 3284">
                <a:extLst>
                  <a:ext uri="{FF2B5EF4-FFF2-40B4-BE49-F238E27FC236}">
                    <a16:creationId xmlns:a16="http://schemas.microsoft.com/office/drawing/2014/main" id="{108BB8E3-B09E-4AC3-A0E5-F37305B17C7E}"/>
                  </a:ext>
                </a:extLst>
              </p:cNvPr>
              <p:cNvSpPr/>
              <p:nvPr/>
            </p:nvSpPr>
            <p:spPr>
              <a:xfrm>
                <a:off x="5653196" y="330717"/>
                <a:ext cx="200025" cy="292100"/>
              </a:xfrm>
              <a:custGeom>
                <a:avLst/>
                <a:gdLst>
                  <a:gd name="connsiteX0" fmla="*/ 189000 w 200025"/>
                  <a:gd name="connsiteY0" fmla="*/ 165113 h 292100"/>
                  <a:gd name="connsiteX1" fmla="*/ 189000 w 200025"/>
                  <a:gd name="connsiteY1" fmla="*/ 90023 h 292100"/>
                  <a:gd name="connsiteX2" fmla="*/ 94514 w 200025"/>
                  <a:gd name="connsiteY2" fmla="*/ 0 h 292100"/>
                  <a:gd name="connsiteX3" fmla="*/ 0 w 200025"/>
                  <a:gd name="connsiteY3" fmla="*/ 90023 h 292100"/>
                  <a:gd name="connsiteX4" fmla="*/ 0 w 200025"/>
                  <a:gd name="connsiteY4" fmla="*/ 263365 h 292100"/>
                  <a:gd name="connsiteX5" fmla="*/ 94514 w 200025"/>
                  <a:gd name="connsiteY5" fmla="*/ 298323 h 292100"/>
                  <a:gd name="connsiteX6" fmla="*/ 206109 w 200025"/>
                  <a:gd name="connsiteY6" fmla="*/ 223909 h 292100"/>
                  <a:gd name="connsiteX7" fmla="*/ 206109 w 200025"/>
                  <a:gd name="connsiteY7" fmla="*/ 204560 h 292100"/>
                  <a:gd name="connsiteX8" fmla="*/ 189000 w 200025"/>
                  <a:gd name="connsiteY8" fmla="*/ 165113 h 292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0025" h="292100">
                    <a:moveTo>
                      <a:pt x="189000" y="165113"/>
                    </a:moveTo>
                    <a:lnTo>
                      <a:pt x="189000" y="90023"/>
                    </a:lnTo>
                    <a:cubicBezTo>
                      <a:pt x="189000" y="40325"/>
                      <a:pt x="146754" y="0"/>
                      <a:pt x="94514" y="0"/>
                    </a:cubicBezTo>
                    <a:cubicBezTo>
                      <a:pt x="42341" y="0"/>
                      <a:pt x="0" y="40252"/>
                      <a:pt x="0" y="90023"/>
                    </a:cubicBezTo>
                    <a:lnTo>
                      <a:pt x="0" y="263365"/>
                    </a:lnTo>
                    <a:cubicBezTo>
                      <a:pt x="19654" y="284332"/>
                      <a:pt x="54631" y="298323"/>
                      <a:pt x="94514" y="298323"/>
                    </a:cubicBezTo>
                    <a:cubicBezTo>
                      <a:pt x="156116" y="298323"/>
                      <a:pt x="206109" y="265075"/>
                      <a:pt x="206109" y="223909"/>
                    </a:cubicBezTo>
                    <a:lnTo>
                      <a:pt x="206109" y="204560"/>
                    </a:lnTo>
                    <a:cubicBezTo>
                      <a:pt x="206099" y="190049"/>
                      <a:pt x="199782" y="176571"/>
                      <a:pt x="189000" y="165113"/>
                    </a:cubicBezTo>
                    <a:close/>
                  </a:path>
                </a:pathLst>
              </a:custGeom>
              <a:solidFill>
                <a:srgbClr val="FFFF00">
                  <a:alpha val="30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86" name="자유형: 도형 3285">
                <a:extLst>
                  <a:ext uri="{FF2B5EF4-FFF2-40B4-BE49-F238E27FC236}">
                    <a16:creationId xmlns:a16="http://schemas.microsoft.com/office/drawing/2014/main" id="{F4FD99B9-93D1-4909-9984-D0F894CAB84B}"/>
                  </a:ext>
                </a:extLst>
              </p:cNvPr>
              <p:cNvSpPr/>
              <p:nvPr/>
            </p:nvSpPr>
            <p:spPr>
              <a:xfrm>
                <a:off x="5658227" y="330717"/>
                <a:ext cx="200025" cy="292100"/>
              </a:xfrm>
              <a:custGeom>
                <a:avLst/>
                <a:gdLst>
                  <a:gd name="connsiteX0" fmla="*/ 189000 w 200025"/>
                  <a:gd name="connsiteY0" fmla="*/ 165113 h 292100"/>
                  <a:gd name="connsiteX1" fmla="*/ 189000 w 200025"/>
                  <a:gd name="connsiteY1" fmla="*/ 90023 h 292100"/>
                  <a:gd name="connsiteX2" fmla="*/ 94514 w 200025"/>
                  <a:gd name="connsiteY2" fmla="*/ 0 h 292100"/>
                  <a:gd name="connsiteX3" fmla="*/ 0 w 200025"/>
                  <a:gd name="connsiteY3" fmla="*/ 90023 h 292100"/>
                  <a:gd name="connsiteX4" fmla="*/ 0 w 200025"/>
                  <a:gd name="connsiteY4" fmla="*/ 263365 h 292100"/>
                  <a:gd name="connsiteX5" fmla="*/ 94514 w 200025"/>
                  <a:gd name="connsiteY5" fmla="*/ 298323 h 292100"/>
                  <a:gd name="connsiteX6" fmla="*/ 206109 w 200025"/>
                  <a:gd name="connsiteY6" fmla="*/ 223909 h 292100"/>
                  <a:gd name="connsiteX7" fmla="*/ 206109 w 200025"/>
                  <a:gd name="connsiteY7" fmla="*/ 204560 h 292100"/>
                  <a:gd name="connsiteX8" fmla="*/ 189000 w 200025"/>
                  <a:gd name="connsiteY8" fmla="*/ 165113 h 292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0025" h="292100">
                    <a:moveTo>
                      <a:pt x="189000" y="165113"/>
                    </a:moveTo>
                    <a:lnTo>
                      <a:pt x="189000" y="90023"/>
                    </a:lnTo>
                    <a:cubicBezTo>
                      <a:pt x="189000" y="40325"/>
                      <a:pt x="146754" y="0"/>
                      <a:pt x="94514" y="0"/>
                    </a:cubicBezTo>
                    <a:cubicBezTo>
                      <a:pt x="42341" y="0"/>
                      <a:pt x="0" y="40252"/>
                      <a:pt x="0" y="90023"/>
                    </a:cubicBezTo>
                    <a:lnTo>
                      <a:pt x="0" y="263365"/>
                    </a:lnTo>
                    <a:cubicBezTo>
                      <a:pt x="19654" y="284332"/>
                      <a:pt x="54631" y="298323"/>
                      <a:pt x="94514" y="298323"/>
                    </a:cubicBezTo>
                    <a:cubicBezTo>
                      <a:pt x="156116" y="298323"/>
                      <a:pt x="206109" y="265075"/>
                      <a:pt x="206109" y="223909"/>
                    </a:cubicBezTo>
                    <a:lnTo>
                      <a:pt x="206109" y="204560"/>
                    </a:lnTo>
                    <a:cubicBezTo>
                      <a:pt x="206099" y="190049"/>
                      <a:pt x="199782" y="176571"/>
                      <a:pt x="189000" y="165113"/>
                    </a:cubicBezTo>
                    <a:close/>
                  </a:path>
                </a:pathLst>
              </a:custGeom>
              <a:solidFill>
                <a:srgbClr val="E6E6E6">
                  <a:alpha val="50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87" name="자유형: 도형 3286">
                <a:extLst>
                  <a:ext uri="{FF2B5EF4-FFF2-40B4-BE49-F238E27FC236}">
                    <a16:creationId xmlns:a16="http://schemas.microsoft.com/office/drawing/2014/main" id="{CA384C6D-03C4-437D-8532-C6100FE47C28}"/>
                  </a:ext>
                </a:extLst>
              </p:cNvPr>
              <p:cNvSpPr/>
              <p:nvPr/>
            </p:nvSpPr>
            <p:spPr>
              <a:xfrm>
                <a:off x="5655707" y="495830"/>
                <a:ext cx="200025" cy="127000"/>
              </a:xfrm>
              <a:custGeom>
                <a:avLst/>
                <a:gdLst>
                  <a:gd name="connsiteX0" fmla="*/ 189000 w 200025"/>
                  <a:gd name="connsiteY0" fmla="*/ 0 h 127000"/>
                  <a:gd name="connsiteX1" fmla="*/ 189000 w 200025"/>
                  <a:gd name="connsiteY1" fmla="*/ 39438 h 127000"/>
                  <a:gd name="connsiteX2" fmla="*/ 94514 w 200025"/>
                  <a:gd name="connsiteY2" fmla="*/ 102495 h 127000"/>
                  <a:gd name="connsiteX3" fmla="*/ 0 w 200025"/>
                  <a:gd name="connsiteY3" fmla="*/ 39439 h 127000"/>
                  <a:gd name="connsiteX4" fmla="*/ 0 w 200025"/>
                  <a:gd name="connsiteY4" fmla="*/ 78877 h 127000"/>
                  <a:gd name="connsiteX5" fmla="*/ 0 w 200025"/>
                  <a:gd name="connsiteY5" fmla="*/ 98234 h 127000"/>
                  <a:gd name="connsiteX6" fmla="*/ 94514 w 200025"/>
                  <a:gd name="connsiteY6" fmla="*/ 133192 h 127000"/>
                  <a:gd name="connsiteX7" fmla="*/ 206109 w 200025"/>
                  <a:gd name="connsiteY7" fmla="*/ 58787 h 127000"/>
                  <a:gd name="connsiteX8" fmla="*/ 206108 w 200025"/>
                  <a:gd name="connsiteY8" fmla="*/ 39439 h 127000"/>
                  <a:gd name="connsiteX9" fmla="*/ 189000 w 200025"/>
                  <a:gd name="connsiteY9" fmla="*/ 0 h 12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0025" h="127000">
                    <a:moveTo>
                      <a:pt x="189000" y="0"/>
                    </a:moveTo>
                    <a:lnTo>
                      <a:pt x="189000" y="39438"/>
                    </a:lnTo>
                    <a:cubicBezTo>
                      <a:pt x="189000" y="74222"/>
                      <a:pt x="146783" y="102495"/>
                      <a:pt x="94514" y="102495"/>
                    </a:cubicBezTo>
                    <a:cubicBezTo>
                      <a:pt x="42341" y="102495"/>
                      <a:pt x="0" y="74314"/>
                      <a:pt x="0" y="39439"/>
                    </a:cubicBezTo>
                    <a:lnTo>
                      <a:pt x="0" y="78877"/>
                    </a:lnTo>
                    <a:lnTo>
                      <a:pt x="0" y="98234"/>
                    </a:lnTo>
                    <a:cubicBezTo>
                      <a:pt x="19654" y="119211"/>
                      <a:pt x="54631" y="133192"/>
                      <a:pt x="94514" y="133192"/>
                    </a:cubicBezTo>
                    <a:cubicBezTo>
                      <a:pt x="156116" y="133192"/>
                      <a:pt x="206109" y="99944"/>
                      <a:pt x="206109" y="58787"/>
                    </a:cubicBezTo>
                    <a:lnTo>
                      <a:pt x="206108" y="39439"/>
                    </a:lnTo>
                    <a:cubicBezTo>
                      <a:pt x="206099" y="24936"/>
                      <a:pt x="199782" y="11458"/>
                      <a:pt x="189000" y="0"/>
                    </a:cubicBezTo>
                    <a:close/>
                  </a:path>
                </a:pathLst>
              </a:custGeom>
              <a:solidFill>
                <a:srgbClr val="D1D1D1">
                  <a:alpha val="90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88" name="자유형: 도형 3287">
                <a:extLst>
                  <a:ext uri="{FF2B5EF4-FFF2-40B4-BE49-F238E27FC236}">
                    <a16:creationId xmlns:a16="http://schemas.microsoft.com/office/drawing/2014/main" id="{5B76C24F-5112-4151-A801-AA21A9FB7D7B}"/>
                  </a:ext>
                </a:extLst>
              </p:cNvPr>
              <p:cNvSpPr/>
              <p:nvPr/>
            </p:nvSpPr>
            <p:spPr>
              <a:xfrm>
                <a:off x="5655706" y="495830"/>
                <a:ext cx="200025" cy="127000"/>
              </a:xfrm>
              <a:custGeom>
                <a:avLst/>
                <a:gdLst>
                  <a:gd name="connsiteX0" fmla="*/ 189000 w 200025"/>
                  <a:gd name="connsiteY0" fmla="*/ 0 h 127000"/>
                  <a:gd name="connsiteX1" fmla="*/ 189000 w 200025"/>
                  <a:gd name="connsiteY1" fmla="*/ 39438 h 127000"/>
                  <a:gd name="connsiteX2" fmla="*/ 94514 w 200025"/>
                  <a:gd name="connsiteY2" fmla="*/ 102495 h 127000"/>
                  <a:gd name="connsiteX3" fmla="*/ 0 w 200025"/>
                  <a:gd name="connsiteY3" fmla="*/ 39439 h 127000"/>
                  <a:gd name="connsiteX4" fmla="*/ 0 w 200025"/>
                  <a:gd name="connsiteY4" fmla="*/ 78877 h 127000"/>
                  <a:gd name="connsiteX5" fmla="*/ 0 w 200025"/>
                  <a:gd name="connsiteY5" fmla="*/ 98234 h 127000"/>
                  <a:gd name="connsiteX6" fmla="*/ 94514 w 200025"/>
                  <a:gd name="connsiteY6" fmla="*/ 133192 h 127000"/>
                  <a:gd name="connsiteX7" fmla="*/ 206109 w 200025"/>
                  <a:gd name="connsiteY7" fmla="*/ 58787 h 127000"/>
                  <a:gd name="connsiteX8" fmla="*/ 206108 w 200025"/>
                  <a:gd name="connsiteY8" fmla="*/ 39439 h 127000"/>
                  <a:gd name="connsiteX9" fmla="*/ 189000 w 200025"/>
                  <a:gd name="connsiteY9" fmla="*/ 0 h 12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0025" h="127000">
                    <a:moveTo>
                      <a:pt x="189000" y="0"/>
                    </a:moveTo>
                    <a:lnTo>
                      <a:pt x="189000" y="39438"/>
                    </a:lnTo>
                    <a:cubicBezTo>
                      <a:pt x="189000" y="74222"/>
                      <a:pt x="146783" y="102495"/>
                      <a:pt x="94514" y="102495"/>
                    </a:cubicBezTo>
                    <a:cubicBezTo>
                      <a:pt x="42341" y="102495"/>
                      <a:pt x="0" y="74314"/>
                      <a:pt x="0" y="39439"/>
                    </a:cubicBezTo>
                    <a:lnTo>
                      <a:pt x="0" y="78877"/>
                    </a:lnTo>
                    <a:lnTo>
                      <a:pt x="0" y="98234"/>
                    </a:lnTo>
                    <a:cubicBezTo>
                      <a:pt x="19654" y="119211"/>
                      <a:pt x="54631" y="133192"/>
                      <a:pt x="94514" y="133192"/>
                    </a:cubicBezTo>
                    <a:cubicBezTo>
                      <a:pt x="156116" y="133192"/>
                      <a:pt x="206109" y="99944"/>
                      <a:pt x="206109" y="58787"/>
                    </a:cubicBezTo>
                    <a:lnTo>
                      <a:pt x="206108" y="39439"/>
                    </a:lnTo>
                    <a:cubicBezTo>
                      <a:pt x="206099" y="24936"/>
                      <a:pt x="199782" y="11458"/>
                      <a:pt x="189000" y="0"/>
                    </a:cubicBezTo>
                    <a:close/>
                  </a:path>
                </a:pathLst>
              </a:custGeom>
              <a:solidFill>
                <a:srgbClr val="FFFF00">
                  <a:alpha val="70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89" name="자유형: 도형 3288">
                <a:extLst>
                  <a:ext uri="{FF2B5EF4-FFF2-40B4-BE49-F238E27FC236}">
                    <a16:creationId xmlns:a16="http://schemas.microsoft.com/office/drawing/2014/main" id="{75230655-C2FF-4A3F-A138-ABB3828503DD}"/>
                  </a:ext>
                </a:extLst>
              </p:cNvPr>
              <p:cNvSpPr/>
              <p:nvPr/>
            </p:nvSpPr>
            <p:spPr>
              <a:xfrm>
                <a:off x="5655707" y="495830"/>
                <a:ext cx="200025" cy="101600"/>
              </a:xfrm>
              <a:custGeom>
                <a:avLst/>
                <a:gdLst>
                  <a:gd name="connsiteX0" fmla="*/ 189000 w 200025"/>
                  <a:gd name="connsiteY0" fmla="*/ 0 h 101600"/>
                  <a:gd name="connsiteX1" fmla="*/ 189000 w 200025"/>
                  <a:gd name="connsiteY1" fmla="*/ 39438 h 101600"/>
                  <a:gd name="connsiteX2" fmla="*/ 94514 w 200025"/>
                  <a:gd name="connsiteY2" fmla="*/ 102495 h 101600"/>
                  <a:gd name="connsiteX3" fmla="*/ 0 w 200025"/>
                  <a:gd name="connsiteY3" fmla="*/ 39439 h 101600"/>
                  <a:gd name="connsiteX4" fmla="*/ 0 w 200025"/>
                  <a:gd name="connsiteY4" fmla="*/ 78877 h 101600"/>
                  <a:gd name="connsiteX5" fmla="*/ 94514 w 200025"/>
                  <a:gd name="connsiteY5" fmla="*/ 113834 h 101600"/>
                  <a:gd name="connsiteX6" fmla="*/ 206109 w 200025"/>
                  <a:gd name="connsiteY6" fmla="*/ 39429 h 101600"/>
                  <a:gd name="connsiteX7" fmla="*/ 189000 w 200025"/>
                  <a:gd name="connsiteY7" fmla="*/ 0 h 10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0025" h="101600">
                    <a:moveTo>
                      <a:pt x="189000" y="0"/>
                    </a:moveTo>
                    <a:lnTo>
                      <a:pt x="189000" y="39438"/>
                    </a:lnTo>
                    <a:cubicBezTo>
                      <a:pt x="189000" y="74222"/>
                      <a:pt x="146783" y="102495"/>
                      <a:pt x="94514" y="102495"/>
                    </a:cubicBezTo>
                    <a:cubicBezTo>
                      <a:pt x="42341" y="102495"/>
                      <a:pt x="0" y="74314"/>
                      <a:pt x="0" y="39439"/>
                    </a:cubicBezTo>
                    <a:lnTo>
                      <a:pt x="0" y="78877"/>
                    </a:lnTo>
                    <a:cubicBezTo>
                      <a:pt x="19654" y="99835"/>
                      <a:pt x="54631" y="113834"/>
                      <a:pt x="94514" y="113834"/>
                    </a:cubicBezTo>
                    <a:cubicBezTo>
                      <a:pt x="156116" y="113834"/>
                      <a:pt x="206109" y="80587"/>
                      <a:pt x="206109" y="39429"/>
                    </a:cubicBezTo>
                    <a:cubicBezTo>
                      <a:pt x="206099" y="24936"/>
                      <a:pt x="199782" y="11458"/>
                      <a:pt x="189000" y="0"/>
                    </a:cubicBezTo>
                    <a:close/>
                  </a:path>
                </a:pathLst>
              </a:custGeom>
              <a:solidFill>
                <a:srgbClr val="FFFF00">
                  <a:alpha val="25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90" name="자유형: 도형 3289">
                <a:extLst>
                  <a:ext uri="{FF2B5EF4-FFF2-40B4-BE49-F238E27FC236}">
                    <a16:creationId xmlns:a16="http://schemas.microsoft.com/office/drawing/2014/main" id="{6FE02ED3-9F6A-4E7F-AACA-46A0AD4A1CCD}"/>
                  </a:ext>
                </a:extLst>
              </p:cNvPr>
              <p:cNvSpPr/>
              <p:nvPr/>
            </p:nvSpPr>
            <p:spPr>
              <a:xfrm>
                <a:off x="5655717" y="472266"/>
                <a:ext cx="186690" cy="114300"/>
              </a:xfrm>
              <a:custGeom>
                <a:avLst/>
                <a:gdLst>
                  <a:gd name="connsiteX0" fmla="*/ 189009 w 186690"/>
                  <a:gd name="connsiteY0" fmla="*/ 63002 h 114300"/>
                  <a:gd name="connsiteX1" fmla="*/ 94505 w 186690"/>
                  <a:gd name="connsiteY1" fmla="*/ 126004 h 114300"/>
                  <a:gd name="connsiteX2" fmla="*/ 0 w 186690"/>
                  <a:gd name="connsiteY2" fmla="*/ 63002 h 114300"/>
                  <a:gd name="connsiteX3" fmla="*/ 94505 w 186690"/>
                  <a:gd name="connsiteY3" fmla="*/ 0 h 114300"/>
                  <a:gd name="connsiteX4" fmla="*/ 189009 w 186690"/>
                  <a:gd name="connsiteY4" fmla="*/ 63002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6690" h="114300">
                    <a:moveTo>
                      <a:pt x="189009" y="63002"/>
                    </a:moveTo>
                    <a:cubicBezTo>
                      <a:pt x="189009" y="97797"/>
                      <a:pt x="146698" y="126004"/>
                      <a:pt x="94505" y="126004"/>
                    </a:cubicBezTo>
                    <a:cubicBezTo>
                      <a:pt x="42311" y="126004"/>
                      <a:pt x="0" y="97797"/>
                      <a:pt x="0" y="63002"/>
                    </a:cubicBezTo>
                    <a:cubicBezTo>
                      <a:pt x="0" y="28207"/>
                      <a:pt x="42311" y="0"/>
                      <a:pt x="94505" y="0"/>
                    </a:cubicBezTo>
                    <a:cubicBezTo>
                      <a:pt x="146698" y="0"/>
                      <a:pt x="189009" y="28207"/>
                      <a:pt x="189009" y="63002"/>
                    </a:cubicBezTo>
                    <a:close/>
                  </a:path>
                </a:pathLst>
              </a:custGeom>
              <a:solidFill>
                <a:srgbClr val="E6E6E6">
                  <a:alpha val="25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91" name="자유형: 도형 3290">
                <a:extLst>
                  <a:ext uri="{FF2B5EF4-FFF2-40B4-BE49-F238E27FC236}">
                    <a16:creationId xmlns:a16="http://schemas.microsoft.com/office/drawing/2014/main" id="{FEDC38A4-E582-46FA-9210-1D99CC86E493}"/>
                  </a:ext>
                </a:extLst>
              </p:cNvPr>
              <p:cNvSpPr/>
              <p:nvPr/>
            </p:nvSpPr>
            <p:spPr>
              <a:xfrm>
                <a:off x="5655717" y="472266"/>
                <a:ext cx="186690" cy="114300"/>
              </a:xfrm>
              <a:custGeom>
                <a:avLst/>
                <a:gdLst>
                  <a:gd name="connsiteX0" fmla="*/ 189009 w 186690"/>
                  <a:gd name="connsiteY0" fmla="*/ 63002 h 114300"/>
                  <a:gd name="connsiteX1" fmla="*/ 94505 w 186690"/>
                  <a:gd name="connsiteY1" fmla="*/ 126004 h 114300"/>
                  <a:gd name="connsiteX2" fmla="*/ 0 w 186690"/>
                  <a:gd name="connsiteY2" fmla="*/ 63002 h 114300"/>
                  <a:gd name="connsiteX3" fmla="*/ 94505 w 186690"/>
                  <a:gd name="connsiteY3" fmla="*/ 0 h 114300"/>
                  <a:gd name="connsiteX4" fmla="*/ 189009 w 186690"/>
                  <a:gd name="connsiteY4" fmla="*/ 63002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6690" h="114300">
                    <a:moveTo>
                      <a:pt x="189009" y="63002"/>
                    </a:moveTo>
                    <a:cubicBezTo>
                      <a:pt x="189009" y="97797"/>
                      <a:pt x="146698" y="126004"/>
                      <a:pt x="94505" y="126004"/>
                    </a:cubicBezTo>
                    <a:cubicBezTo>
                      <a:pt x="42311" y="126004"/>
                      <a:pt x="0" y="97797"/>
                      <a:pt x="0" y="63002"/>
                    </a:cubicBezTo>
                    <a:cubicBezTo>
                      <a:pt x="0" y="28207"/>
                      <a:pt x="42311" y="0"/>
                      <a:pt x="94505" y="0"/>
                    </a:cubicBezTo>
                    <a:cubicBezTo>
                      <a:pt x="146698" y="0"/>
                      <a:pt x="189009" y="28207"/>
                      <a:pt x="189009" y="63002"/>
                    </a:cubicBezTo>
                    <a:close/>
                  </a:path>
                </a:pathLst>
              </a:custGeom>
              <a:solidFill>
                <a:srgbClr val="FFFF00">
                  <a:alpha val="25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92" name="자유형: 도형 3291">
                <a:extLst>
                  <a:ext uri="{FF2B5EF4-FFF2-40B4-BE49-F238E27FC236}">
                    <a16:creationId xmlns:a16="http://schemas.microsoft.com/office/drawing/2014/main" id="{0C5037DF-C5AA-41FA-B888-4BC12C8AAEC5}"/>
                  </a:ext>
                </a:extLst>
              </p:cNvPr>
              <p:cNvSpPr/>
              <p:nvPr/>
            </p:nvSpPr>
            <p:spPr>
              <a:xfrm>
                <a:off x="5685087" y="442539"/>
                <a:ext cx="93345" cy="88900"/>
              </a:xfrm>
              <a:custGeom>
                <a:avLst/>
                <a:gdLst>
                  <a:gd name="connsiteX0" fmla="*/ 0 w 93345"/>
                  <a:gd name="connsiteY0" fmla="*/ 10708 h 88900"/>
                  <a:gd name="connsiteX1" fmla="*/ 0 w 93345"/>
                  <a:gd name="connsiteY1" fmla="*/ 92738 h 88900"/>
                  <a:gd name="connsiteX2" fmla="*/ 13240 w 93345"/>
                  <a:gd name="connsiteY2" fmla="*/ 92738 h 88900"/>
                  <a:gd name="connsiteX3" fmla="*/ 13240 w 93345"/>
                  <a:gd name="connsiteY3" fmla="*/ 54479 h 88900"/>
                  <a:gd name="connsiteX4" fmla="*/ 50838 w 93345"/>
                  <a:gd name="connsiteY4" fmla="*/ 54479 h 88900"/>
                  <a:gd name="connsiteX5" fmla="*/ 104134 w 93345"/>
                  <a:gd name="connsiteY5" fmla="*/ 0 h 88900"/>
                  <a:gd name="connsiteX6" fmla="*/ 16053 w 93345"/>
                  <a:gd name="connsiteY6" fmla="*/ 0 h 88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3345" h="88900">
                    <a:moveTo>
                      <a:pt x="0" y="10708"/>
                    </a:moveTo>
                    <a:lnTo>
                      <a:pt x="0" y="92738"/>
                    </a:lnTo>
                    <a:lnTo>
                      <a:pt x="13240" y="92738"/>
                    </a:lnTo>
                    <a:lnTo>
                      <a:pt x="13240" y="54479"/>
                    </a:lnTo>
                    <a:lnTo>
                      <a:pt x="50838" y="54479"/>
                    </a:lnTo>
                    <a:lnTo>
                      <a:pt x="104134" y="0"/>
                    </a:lnTo>
                    <a:lnTo>
                      <a:pt x="16053" y="0"/>
                    </a:lnTo>
                    <a:close/>
                  </a:path>
                </a:pathLst>
              </a:custGeom>
              <a:solidFill>
                <a:srgbClr val="666666"/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93" name="자유형: 도형 3292">
                <a:extLst>
                  <a:ext uri="{FF2B5EF4-FFF2-40B4-BE49-F238E27FC236}">
                    <a16:creationId xmlns:a16="http://schemas.microsoft.com/office/drawing/2014/main" id="{756D20D8-983F-4B69-89C2-518BF8F898D4}"/>
                  </a:ext>
                </a:extLst>
              </p:cNvPr>
              <p:cNvSpPr/>
              <p:nvPr/>
            </p:nvSpPr>
            <p:spPr>
              <a:xfrm>
                <a:off x="5754542" y="438973"/>
                <a:ext cx="53340" cy="88900"/>
              </a:xfrm>
              <a:custGeom>
                <a:avLst/>
                <a:gdLst>
                  <a:gd name="connsiteX0" fmla="*/ 44895 w 53340"/>
                  <a:gd name="connsiteY0" fmla="*/ 0 h 88900"/>
                  <a:gd name="connsiteX1" fmla="*/ 50713 w 53340"/>
                  <a:gd name="connsiteY1" fmla="*/ 6474 h 88900"/>
                  <a:gd name="connsiteX2" fmla="*/ 0 w 53340"/>
                  <a:gd name="connsiteY2" fmla="*/ 58046 h 88900"/>
                  <a:gd name="connsiteX3" fmla="*/ 48649 w 53340"/>
                  <a:gd name="connsiteY3" fmla="*/ 58046 h 88900"/>
                  <a:gd name="connsiteX4" fmla="*/ 48649 w 53340"/>
                  <a:gd name="connsiteY4" fmla="*/ 96304 h 88900"/>
                  <a:gd name="connsiteX5" fmla="*/ 60833 w 53340"/>
                  <a:gd name="connsiteY5" fmla="*/ 96304 h 88900"/>
                  <a:gd name="connsiteX6" fmla="*/ 60833 w 53340"/>
                  <a:gd name="connsiteY6" fmla="*/ 0 h 88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340" h="88900">
                    <a:moveTo>
                      <a:pt x="44895" y="0"/>
                    </a:moveTo>
                    <a:lnTo>
                      <a:pt x="50713" y="6474"/>
                    </a:lnTo>
                    <a:lnTo>
                      <a:pt x="0" y="58046"/>
                    </a:lnTo>
                    <a:lnTo>
                      <a:pt x="48649" y="58046"/>
                    </a:lnTo>
                    <a:lnTo>
                      <a:pt x="48649" y="96304"/>
                    </a:lnTo>
                    <a:lnTo>
                      <a:pt x="60833" y="96304"/>
                    </a:lnTo>
                    <a:lnTo>
                      <a:pt x="60833" y="0"/>
                    </a:lnTo>
                    <a:close/>
                  </a:path>
                </a:pathLst>
              </a:custGeom>
              <a:solidFill>
                <a:srgbClr val="666666"/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94" name="자유형: 도형 3293">
                <a:extLst>
                  <a:ext uri="{FF2B5EF4-FFF2-40B4-BE49-F238E27FC236}">
                    <a16:creationId xmlns:a16="http://schemas.microsoft.com/office/drawing/2014/main" id="{2B98F0BE-D886-407C-94D3-15007BCAB03F}"/>
                  </a:ext>
                </a:extLst>
              </p:cNvPr>
              <p:cNvSpPr/>
              <p:nvPr/>
            </p:nvSpPr>
            <p:spPr>
              <a:xfrm>
                <a:off x="5661113" y="330717"/>
                <a:ext cx="200025" cy="292100"/>
              </a:xfrm>
              <a:custGeom>
                <a:avLst/>
                <a:gdLst>
                  <a:gd name="connsiteX0" fmla="*/ 189000 w 200025"/>
                  <a:gd name="connsiteY0" fmla="*/ 165113 h 292100"/>
                  <a:gd name="connsiteX1" fmla="*/ 189000 w 200025"/>
                  <a:gd name="connsiteY1" fmla="*/ 90023 h 292100"/>
                  <a:gd name="connsiteX2" fmla="*/ 94514 w 200025"/>
                  <a:gd name="connsiteY2" fmla="*/ 0 h 292100"/>
                  <a:gd name="connsiteX3" fmla="*/ 0 w 200025"/>
                  <a:gd name="connsiteY3" fmla="*/ 90023 h 292100"/>
                  <a:gd name="connsiteX4" fmla="*/ 0 w 200025"/>
                  <a:gd name="connsiteY4" fmla="*/ 263365 h 292100"/>
                  <a:gd name="connsiteX5" fmla="*/ 94514 w 200025"/>
                  <a:gd name="connsiteY5" fmla="*/ 298323 h 292100"/>
                  <a:gd name="connsiteX6" fmla="*/ 206109 w 200025"/>
                  <a:gd name="connsiteY6" fmla="*/ 223909 h 292100"/>
                  <a:gd name="connsiteX7" fmla="*/ 206109 w 200025"/>
                  <a:gd name="connsiteY7" fmla="*/ 204560 h 292100"/>
                  <a:gd name="connsiteX8" fmla="*/ 189000 w 200025"/>
                  <a:gd name="connsiteY8" fmla="*/ 165113 h 292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0025" h="292100">
                    <a:moveTo>
                      <a:pt x="189000" y="165113"/>
                    </a:moveTo>
                    <a:lnTo>
                      <a:pt x="189000" y="90023"/>
                    </a:lnTo>
                    <a:cubicBezTo>
                      <a:pt x="189000" y="40325"/>
                      <a:pt x="146754" y="0"/>
                      <a:pt x="94514" y="0"/>
                    </a:cubicBezTo>
                    <a:cubicBezTo>
                      <a:pt x="42341" y="0"/>
                      <a:pt x="0" y="40252"/>
                      <a:pt x="0" y="90023"/>
                    </a:cubicBezTo>
                    <a:lnTo>
                      <a:pt x="0" y="263365"/>
                    </a:lnTo>
                    <a:cubicBezTo>
                      <a:pt x="19654" y="284332"/>
                      <a:pt x="54631" y="298323"/>
                      <a:pt x="94514" y="298323"/>
                    </a:cubicBezTo>
                    <a:cubicBezTo>
                      <a:pt x="156116" y="298323"/>
                      <a:pt x="206109" y="265075"/>
                      <a:pt x="206109" y="223909"/>
                    </a:cubicBezTo>
                    <a:lnTo>
                      <a:pt x="206109" y="204560"/>
                    </a:lnTo>
                    <a:cubicBezTo>
                      <a:pt x="206099" y="190049"/>
                      <a:pt x="199782" y="176571"/>
                      <a:pt x="189000" y="165113"/>
                    </a:cubicBezTo>
                    <a:close/>
                  </a:path>
                </a:pathLst>
              </a:custGeom>
              <a:solidFill>
                <a:srgbClr val="FFFF00">
                  <a:alpha val="65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95" name="자유형: 도형 3294">
                <a:extLst>
                  <a:ext uri="{FF2B5EF4-FFF2-40B4-BE49-F238E27FC236}">
                    <a16:creationId xmlns:a16="http://schemas.microsoft.com/office/drawing/2014/main" id="{9ED8C08B-5206-4AC2-90B3-8E931541BD96}"/>
                  </a:ext>
                </a:extLst>
              </p:cNvPr>
              <p:cNvSpPr/>
              <p:nvPr/>
            </p:nvSpPr>
            <p:spPr>
              <a:xfrm>
                <a:off x="5766160" y="346490"/>
                <a:ext cx="40005" cy="25400"/>
              </a:xfrm>
              <a:custGeom>
                <a:avLst/>
                <a:gdLst>
                  <a:gd name="connsiteX0" fmla="*/ 28074 w 40005"/>
                  <a:gd name="connsiteY0" fmla="*/ 31903 h 25400"/>
                  <a:gd name="connsiteX1" fmla="*/ 47228 w 40005"/>
                  <a:gd name="connsiteY1" fmla="*/ 28429 h 25400"/>
                  <a:gd name="connsiteX2" fmla="*/ 0 w 40005"/>
                  <a:gd name="connsiteY2" fmla="*/ 0 h 25400"/>
                  <a:gd name="connsiteX3" fmla="*/ 3389 w 40005"/>
                  <a:gd name="connsiteY3" fmla="*/ 13725 h 25400"/>
                  <a:gd name="connsiteX4" fmla="*/ 28074 w 40005"/>
                  <a:gd name="connsiteY4" fmla="*/ 31903 h 25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005" h="25400">
                    <a:moveTo>
                      <a:pt x="28074" y="31903"/>
                    </a:moveTo>
                    <a:lnTo>
                      <a:pt x="47228" y="28429"/>
                    </a:lnTo>
                    <a:cubicBezTo>
                      <a:pt x="36004" y="14054"/>
                      <a:pt x="19462" y="3566"/>
                      <a:pt x="0" y="0"/>
                    </a:cubicBezTo>
                    <a:lnTo>
                      <a:pt x="3389" y="13725"/>
                    </a:lnTo>
                    <a:cubicBezTo>
                      <a:pt x="13576" y="17163"/>
                      <a:pt x="22149" y="23637"/>
                      <a:pt x="28074" y="31903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96" name="자유형: 도형 3295">
                <a:extLst>
                  <a:ext uri="{FF2B5EF4-FFF2-40B4-BE49-F238E27FC236}">
                    <a16:creationId xmlns:a16="http://schemas.microsoft.com/office/drawing/2014/main" id="{8C477D25-5F7E-449A-9F75-6A5C46D73182}"/>
                  </a:ext>
                </a:extLst>
              </p:cNvPr>
              <p:cNvSpPr/>
              <p:nvPr/>
            </p:nvSpPr>
            <p:spPr>
              <a:xfrm>
                <a:off x="5665951" y="583777"/>
                <a:ext cx="26670" cy="25400"/>
              </a:xfrm>
              <a:custGeom>
                <a:avLst/>
                <a:gdLst>
                  <a:gd name="connsiteX0" fmla="*/ 0 w 26670"/>
                  <a:gd name="connsiteY0" fmla="*/ 0 h 25400"/>
                  <a:gd name="connsiteX1" fmla="*/ 0 w 26670"/>
                  <a:gd name="connsiteY1" fmla="*/ 19303 h 25400"/>
                  <a:gd name="connsiteX2" fmla="*/ 30772 w 26670"/>
                  <a:gd name="connsiteY2" fmla="*/ 36027 h 25400"/>
                  <a:gd name="connsiteX3" fmla="*/ 30772 w 26670"/>
                  <a:gd name="connsiteY3" fmla="*/ 16660 h 25400"/>
                  <a:gd name="connsiteX4" fmla="*/ 0 w 26670"/>
                  <a:gd name="connsiteY4" fmla="*/ 0 h 25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670" h="25400">
                    <a:moveTo>
                      <a:pt x="0" y="0"/>
                    </a:moveTo>
                    <a:lnTo>
                      <a:pt x="0" y="19303"/>
                    </a:lnTo>
                    <a:cubicBezTo>
                      <a:pt x="8651" y="26024"/>
                      <a:pt x="19116" y="31702"/>
                      <a:pt x="30772" y="36027"/>
                    </a:cubicBezTo>
                    <a:lnTo>
                      <a:pt x="30772" y="16660"/>
                    </a:lnTo>
                    <a:cubicBezTo>
                      <a:pt x="19058" y="12390"/>
                      <a:pt x="8679" y="6730"/>
                      <a:pt x="0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97" name="자유형: 도형 3296">
                <a:extLst>
                  <a:ext uri="{FF2B5EF4-FFF2-40B4-BE49-F238E27FC236}">
                    <a16:creationId xmlns:a16="http://schemas.microsoft.com/office/drawing/2014/main" id="{0327FE89-0381-40D4-95AF-7DED8B48644B}"/>
                  </a:ext>
                </a:extLst>
              </p:cNvPr>
              <p:cNvSpPr/>
              <p:nvPr/>
            </p:nvSpPr>
            <p:spPr>
              <a:xfrm>
                <a:off x="5663119" y="358368"/>
                <a:ext cx="146685" cy="241300"/>
              </a:xfrm>
              <a:custGeom>
                <a:avLst/>
                <a:gdLst>
                  <a:gd name="connsiteX0" fmla="*/ 140245 w 146685"/>
                  <a:gd name="connsiteY0" fmla="*/ 229012 h 241300"/>
                  <a:gd name="connsiteX1" fmla="*/ 129501 w 146685"/>
                  <a:gd name="connsiteY1" fmla="*/ 233200 h 241300"/>
                  <a:gd name="connsiteX2" fmla="*/ 127130 w 146685"/>
                  <a:gd name="connsiteY2" fmla="*/ 233940 h 241300"/>
                  <a:gd name="connsiteX3" fmla="*/ 103194 w 146685"/>
                  <a:gd name="connsiteY3" fmla="*/ 238951 h 241300"/>
                  <a:gd name="connsiteX4" fmla="*/ 100198 w 146685"/>
                  <a:gd name="connsiteY4" fmla="*/ 239198 h 241300"/>
                  <a:gd name="connsiteX5" fmla="*/ 87256 w 146685"/>
                  <a:gd name="connsiteY5" fmla="*/ 239939 h 241300"/>
                  <a:gd name="connsiteX6" fmla="*/ 80967 w 146685"/>
                  <a:gd name="connsiteY6" fmla="*/ 239637 h 241300"/>
                  <a:gd name="connsiteX7" fmla="*/ 36994 w 146685"/>
                  <a:gd name="connsiteY7" fmla="*/ 230246 h 241300"/>
                  <a:gd name="connsiteX8" fmla="*/ 36993 w 146685"/>
                  <a:gd name="connsiteY8" fmla="*/ 123700 h 241300"/>
                  <a:gd name="connsiteX9" fmla="*/ 36993 w 146685"/>
                  <a:gd name="connsiteY9" fmla="*/ 62417 h 241300"/>
                  <a:gd name="connsiteX10" fmla="*/ 64645 w 146685"/>
                  <a:gd name="connsiteY10" fmla="*/ 19879 h 241300"/>
                  <a:gd name="connsiteX11" fmla="*/ 64347 w 146685"/>
                  <a:gd name="connsiteY11" fmla="*/ 19202 h 241300"/>
                  <a:gd name="connsiteX12" fmla="*/ 47708 w 146685"/>
                  <a:gd name="connsiteY12" fmla="*/ 0 h 241300"/>
                  <a:gd name="connsiteX13" fmla="*/ 10504 w 146685"/>
                  <a:gd name="connsiteY13" fmla="*/ 62380 h 241300"/>
                  <a:gd name="connsiteX14" fmla="*/ 10504 w 146685"/>
                  <a:gd name="connsiteY14" fmla="*/ 213576 h 241300"/>
                  <a:gd name="connsiteX15" fmla="*/ 4100 w 146685"/>
                  <a:gd name="connsiteY15" fmla="*/ 206846 h 241300"/>
                  <a:gd name="connsiteX16" fmla="*/ 0 w 146685"/>
                  <a:gd name="connsiteY16" fmla="*/ 215579 h 241300"/>
                  <a:gd name="connsiteX17" fmla="*/ 87246 w 146685"/>
                  <a:gd name="connsiteY17" fmla="*/ 246842 h 241300"/>
                  <a:gd name="connsiteX18" fmla="*/ 147407 w 146685"/>
                  <a:gd name="connsiteY18" fmla="*/ 234114 h 241300"/>
                  <a:gd name="connsiteX19" fmla="*/ 140379 w 146685"/>
                  <a:gd name="connsiteY19" fmla="*/ 228920 h 241300"/>
                  <a:gd name="connsiteX20" fmla="*/ 140245 w 146685"/>
                  <a:gd name="connsiteY20" fmla="*/ 229012 h 241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46685" h="241300">
                    <a:moveTo>
                      <a:pt x="140245" y="229012"/>
                    </a:moveTo>
                    <a:cubicBezTo>
                      <a:pt x="136837" y="230566"/>
                      <a:pt x="133179" y="231929"/>
                      <a:pt x="129501" y="233200"/>
                    </a:cubicBezTo>
                    <a:cubicBezTo>
                      <a:pt x="128724" y="233447"/>
                      <a:pt x="127936" y="233712"/>
                      <a:pt x="127130" y="233940"/>
                    </a:cubicBezTo>
                    <a:cubicBezTo>
                      <a:pt x="119612" y="236217"/>
                      <a:pt x="111643" y="237991"/>
                      <a:pt x="103194" y="238951"/>
                    </a:cubicBezTo>
                    <a:cubicBezTo>
                      <a:pt x="102195" y="239070"/>
                      <a:pt x="101178" y="239189"/>
                      <a:pt x="100198" y="239198"/>
                    </a:cubicBezTo>
                    <a:cubicBezTo>
                      <a:pt x="95926" y="239582"/>
                      <a:pt x="91615" y="239939"/>
                      <a:pt x="87256" y="239939"/>
                    </a:cubicBezTo>
                    <a:cubicBezTo>
                      <a:pt x="85278" y="239939"/>
                      <a:pt x="83156" y="239747"/>
                      <a:pt x="80967" y="239637"/>
                    </a:cubicBezTo>
                    <a:cubicBezTo>
                      <a:pt x="64962" y="238915"/>
                      <a:pt x="49888" y="235641"/>
                      <a:pt x="36994" y="230246"/>
                    </a:cubicBezTo>
                    <a:lnTo>
                      <a:pt x="36993" y="123700"/>
                    </a:lnTo>
                    <a:lnTo>
                      <a:pt x="36993" y="62417"/>
                    </a:lnTo>
                    <a:cubicBezTo>
                      <a:pt x="36993" y="43736"/>
                      <a:pt x="48304" y="27752"/>
                      <a:pt x="64645" y="19879"/>
                    </a:cubicBezTo>
                    <a:lnTo>
                      <a:pt x="64347" y="19202"/>
                    </a:lnTo>
                    <a:lnTo>
                      <a:pt x="47708" y="0"/>
                    </a:lnTo>
                    <a:cubicBezTo>
                      <a:pt x="25443" y="12738"/>
                      <a:pt x="10504" y="35844"/>
                      <a:pt x="10504" y="62380"/>
                    </a:cubicBezTo>
                    <a:lnTo>
                      <a:pt x="10504" y="213576"/>
                    </a:lnTo>
                    <a:cubicBezTo>
                      <a:pt x="9841" y="212945"/>
                      <a:pt x="6394" y="209654"/>
                      <a:pt x="4100" y="206846"/>
                    </a:cubicBezTo>
                    <a:lnTo>
                      <a:pt x="0" y="215579"/>
                    </a:lnTo>
                    <a:cubicBezTo>
                      <a:pt x="18684" y="234397"/>
                      <a:pt x="50790" y="246842"/>
                      <a:pt x="87246" y="246842"/>
                    </a:cubicBezTo>
                    <a:cubicBezTo>
                      <a:pt x="109646" y="246842"/>
                      <a:pt x="130413" y="242097"/>
                      <a:pt x="147407" y="234114"/>
                    </a:cubicBezTo>
                    <a:lnTo>
                      <a:pt x="140379" y="228920"/>
                    </a:lnTo>
                    <a:cubicBezTo>
                      <a:pt x="140245" y="229012"/>
                      <a:pt x="140245" y="229012"/>
                      <a:pt x="140245" y="22901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98" name="자유형: 도형 3297">
                <a:extLst>
                  <a:ext uri="{FF2B5EF4-FFF2-40B4-BE49-F238E27FC236}">
                    <a16:creationId xmlns:a16="http://schemas.microsoft.com/office/drawing/2014/main" id="{4F04FDA9-82F1-4969-AC2E-D64E7469F9F8}"/>
                  </a:ext>
                </a:extLst>
              </p:cNvPr>
              <p:cNvSpPr/>
              <p:nvPr/>
            </p:nvSpPr>
            <p:spPr>
              <a:xfrm>
                <a:off x="5716070" y="701643"/>
                <a:ext cx="13335" cy="304800"/>
              </a:xfrm>
              <a:custGeom>
                <a:avLst/>
                <a:gdLst>
                  <a:gd name="connsiteX0" fmla="*/ 0 w 0"/>
                  <a:gd name="connsiteY0" fmla="*/ 0 h 304800"/>
                  <a:gd name="connsiteX1" fmla="*/ 0 w 0"/>
                  <a:gd name="connsiteY1" fmla="*/ 312624 h 304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304800">
                    <a:moveTo>
                      <a:pt x="0" y="0"/>
                    </a:moveTo>
                    <a:lnTo>
                      <a:pt x="0" y="312624"/>
                    </a:lnTo>
                  </a:path>
                </a:pathLst>
              </a:custGeom>
              <a:noFill/>
              <a:ln w="28688" cap="rnd">
                <a:solidFill>
                  <a:srgbClr val="8C8C8C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99" name="자유형: 도형 3298">
                <a:extLst>
                  <a:ext uri="{FF2B5EF4-FFF2-40B4-BE49-F238E27FC236}">
                    <a16:creationId xmlns:a16="http://schemas.microsoft.com/office/drawing/2014/main" id="{0467207C-F26D-4C97-9A7F-C8396AC14F68}"/>
                  </a:ext>
                </a:extLst>
              </p:cNvPr>
              <p:cNvSpPr/>
              <p:nvPr/>
            </p:nvSpPr>
            <p:spPr>
              <a:xfrm>
                <a:off x="5716070" y="963468"/>
                <a:ext cx="13335" cy="50800"/>
              </a:xfrm>
              <a:custGeom>
                <a:avLst/>
                <a:gdLst>
                  <a:gd name="connsiteX0" fmla="*/ 0 w 0"/>
                  <a:gd name="connsiteY0" fmla="*/ 0 h 50800"/>
                  <a:gd name="connsiteX1" fmla="*/ 0 w 0"/>
                  <a:gd name="connsiteY1" fmla="*/ 50800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28688" cap="rnd">
                <a:solidFill>
                  <a:srgbClr val="FF0000">
                    <a:alpha val="3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00" name="자유형: 도형 3299">
                <a:extLst>
                  <a:ext uri="{FF2B5EF4-FFF2-40B4-BE49-F238E27FC236}">
                    <a16:creationId xmlns:a16="http://schemas.microsoft.com/office/drawing/2014/main" id="{5473CF92-5F0B-4352-AD84-F95A3944D07F}"/>
                  </a:ext>
                </a:extLst>
              </p:cNvPr>
              <p:cNvSpPr/>
              <p:nvPr/>
            </p:nvSpPr>
            <p:spPr>
              <a:xfrm>
                <a:off x="5812111" y="701643"/>
                <a:ext cx="13335" cy="304800"/>
              </a:xfrm>
              <a:custGeom>
                <a:avLst/>
                <a:gdLst>
                  <a:gd name="connsiteX0" fmla="*/ 0 w 0"/>
                  <a:gd name="connsiteY0" fmla="*/ 0 h 304800"/>
                  <a:gd name="connsiteX1" fmla="*/ 0 w 0"/>
                  <a:gd name="connsiteY1" fmla="*/ 312624 h 304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304800">
                    <a:moveTo>
                      <a:pt x="0" y="0"/>
                    </a:moveTo>
                    <a:lnTo>
                      <a:pt x="0" y="312624"/>
                    </a:lnTo>
                  </a:path>
                </a:pathLst>
              </a:custGeom>
              <a:noFill/>
              <a:ln w="28688" cap="rnd">
                <a:solidFill>
                  <a:srgbClr val="8C8C8C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01" name="자유형: 도형 3300">
                <a:extLst>
                  <a:ext uri="{FF2B5EF4-FFF2-40B4-BE49-F238E27FC236}">
                    <a16:creationId xmlns:a16="http://schemas.microsoft.com/office/drawing/2014/main" id="{0D2CE84E-E39A-4BEB-A777-C8FFF25F52ED}"/>
                  </a:ext>
                </a:extLst>
              </p:cNvPr>
              <p:cNvSpPr/>
              <p:nvPr/>
            </p:nvSpPr>
            <p:spPr>
              <a:xfrm>
                <a:off x="5812111" y="963468"/>
                <a:ext cx="13335" cy="50800"/>
              </a:xfrm>
              <a:custGeom>
                <a:avLst/>
                <a:gdLst>
                  <a:gd name="connsiteX0" fmla="*/ 0 w 0"/>
                  <a:gd name="connsiteY0" fmla="*/ 0 h 50800"/>
                  <a:gd name="connsiteX1" fmla="*/ 0 w 0"/>
                  <a:gd name="connsiteY1" fmla="*/ 50800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28688" cap="rnd">
                <a:solidFill>
                  <a:srgbClr val="FF0000">
                    <a:alpha val="3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03" name="자유형: 도형 3302">
                <a:extLst>
                  <a:ext uri="{FF2B5EF4-FFF2-40B4-BE49-F238E27FC236}">
                    <a16:creationId xmlns:a16="http://schemas.microsoft.com/office/drawing/2014/main" id="{9B7A8090-97DA-4D28-A890-7CCE1BC35F26}"/>
                  </a:ext>
                </a:extLst>
              </p:cNvPr>
              <p:cNvSpPr/>
              <p:nvPr/>
            </p:nvSpPr>
            <p:spPr>
              <a:xfrm>
                <a:off x="6428225" y="653564"/>
                <a:ext cx="26670" cy="12700"/>
              </a:xfrm>
              <a:custGeom>
                <a:avLst/>
                <a:gdLst>
                  <a:gd name="connsiteX0" fmla="*/ 0 w 26670"/>
                  <a:gd name="connsiteY0" fmla="*/ 0 h 0"/>
                  <a:gd name="connsiteX1" fmla="*/ 28698 w 26670"/>
                  <a:gd name="connsiteY1" fmla="*/ 0 h 0"/>
                  <a:gd name="connsiteX2" fmla="*/ 28698 w 26670"/>
                  <a:gd name="connsiteY2" fmla="*/ 9144 h 0"/>
                  <a:gd name="connsiteX3" fmla="*/ 0 w 26670"/>
                  <a:gd name="connsiteY3" fmla="*/ 9144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">
                    <a:moveTo>
                      <a:pt x="0" y="0"/>
                    </a:moveTo>
                    <a:lnTo>
                      <a:pt x="28698" y="0"/>
                    </a:lnTo>
                    <a:lnTo>
                      <a:pt x="28698" y="9144"/>
                    </a:lnTo>
                    <a:lnTo>
                      <a:pt x="0" y="9144"/>
                    </a:lnTo>
                    <a:close/>
                  </a:path>
                </a:pathLst>
              </a:custGeom>
              <a:noFill/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04" name="자유형: 도형 3303">
                <a:extLst>
                  <a:ext uri="{FF2B5EF4-FFF2-40B4-BE49-F238E27FC236}">
                    <a16:creationId xmlns:a16="http://schemas.microsoft.com/office/drawing/2014/main" id="{A41892BA-E2D8-4C91-ACB6-5EBFC542288E}"/>
                  </a:ext>
                </a:extLst>
              </p:cNvPr>
              <p:cNvSpPr/>
              <p:nvPr/>
            </p:nvSpPr>
            <p:spPr>
              <a:xfrm>
                <a:off x="6524237" y="653564"/>
                <a:ext cx="26670" cy="12700"/>
              </a:xfrm>
              <a:custGeom>
                <a:avLst/>
                <a:gdLst>
                  <a:gd name="connsiteX0" fmla="*/ 0 w 26670"/>
                  <a:gd name="connsiteY0" fmla="*/ 0 h 0"/>
                  <a:gd name="connsiteX1" fmla="*/ 28727 w 26670"/>
                  <a:gd name="connsiteY1" fmla="*/ 0 h 0"/>
                  <a:gd name="connsiteX2" fmla="*/ 28727 w 26670"/>
                  <a:gd name="connsiteY2" fmla="*/ 9144 h 0"/>
                  <a:gd name="connsiteX3" fmla="*/ 0 w 26670"/>
                  <a:gd name="connsiteY3" fmla="*/ 9144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">
                    <a:moveTo>
                      <a:pt x="0" y="0"/>
                    </a:moveTo>
                    <a:lnTo>
                      <a:pt x="28727" y="0"/>
                    </a:lnTo>
                    <a:lnTo>
                      <a:pt x="28727" y="9144"/>
                    </a:lnTo>
                    <a:lnTo>
                      <a:pt x="0" y="9144"/>
                    </a:lnTo>
                    <a:close/>
                  </a:path>
                </a:pathLst>
              </a:custGeom>
              <a:noFill/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05" name="자유형: 도형 3304">
                <a:extLst>
                  <a:ext uri="{FF2B5EF4-FFF2-40B4-BE49-F238E27FC236}">
                    <a16:creationId xmlns:a16="http://schemas.microsoft.com/office/drawing/2014/main" id="{3AE815AB-C77D-462B-87A3-1C6C1C28968B}"/>
                  </a:ext>
                </a:extLst>
              </p:cNvPr>
              <p:cNvSpPr/>
              <p:nvPr/>
            </p:nvSpPr>
            <p:spPr>
              <a:xfrm>
                <a:off x="6428225" y="576837"/>
                <a:ext cx="26670" cy="114300"/>
              </a:xfrm>
              <a:custGeom>
                <a:avLst/>
                <a:gdLst>
                  <a:gd name="connsiteX0" fmla="*/ 0 w 26670"/>
                  <a:gd name="connsiteY0" fmla="*/ 0 h 114300"/>
                  <a:gd name="connsiteX1" fmla="*/ 28688 w 26670"/>
                  <a:gd name="connsiteY1" fmla="*/ 0 h 114300"/>
                  <a:gd name="connsiteX2" fmla="*/ 28688 w 26670"/>
                  <a:gd name="connsiteY2" fmla="*/ 124806 h 114300"/>
                  <a:gd name="connsiteX3" fmla="*/ 0 w 26670"/>
                  <a:gd name="connsiteY3" fmla="*/ 124806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" h="114300">
                    <a:moveTo>
                      <a:pt x="0" y="0"/>
                    </a:moveTo>
                    <a:lnTo>
                      <a:pt x="28688" y="0"/>
                    </a:lnTo>
                    <a:lnTo>
                      <a:pt x="28688" y="124806"/>
                    </a:lnTo>
                    <a:lnTo>
                      <a:pt x="0" y="124806"/>
                    </a:lnTo>
                    <a:close/>
                  </a:path>
                </a:pathLst>
              </a:custGeom>
              <a:solidFill>
                <a:srgbClr val="8C8C8C"/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06" name="자유형: 도형 3305">
                <a:extLst>
                  <a:ext uri="{FF2B5EF4-FFF2-40B4-BE49-F238E27FC236}">
                    <a16:creationId xmlns:a16="http://schemas.microsoft.com/office/drawing/2014/main" id="{FA5CF1B2-7BF4-4479-8192-8D32E9F496BC}"/>
                  </a:ext>
                </a:extLst>
              </p:cNvPr>
              <p:cNvSpPr/>
              <p:nvPr/>
            </p:nvSpPr>
            <p:spPr>
              <a:xfrm>
                <a:off x="6480292" y="576078"/>
                <a:ext cx="66675" cy="127000"/>
              </a:xfrm>
              <a:custGeom>
                <a:avLst/>
                <a:gdLst>
                  <a:gd name="connsiteX0" fmla="*/ 72662 w 66675"/>
                  <a:gd name="connsiteY0" fmla="*/ 125565 h 127000"/>
                  <a:gd name="connsiteX1" fmla="*/ 44818 w 66675"/>
                  <a:gd name="connsiteY1" fmla="*/ 87572 h 127000"/>
                  <a:gd name="connsiteX2" fmla="*/ 28823 w 66675"/>
                  <a:gd name="connsiteY2" fmla="*/ 69476 h 127000"/>
                  <a:gd name="connsiteX3" fmla="*/ 28823 w 66675"/>
                  <a:gd name="connsiteY3" fmla="*/ 0 h 127000"/>
                  <a:gd name="connsiteX4" fmla="*/ 0 w 66675"/>
                  <a:gd name="connsiteY4" fmla="*/ 0 h 127000"/>
                  <a:gd name="connsiteX5" fmla="*/ 0 w 66675"/>
                  <a:gd name="connsiteY5" fmla="*/ 73408 h 127000"/>
                  <a:gd name="connsiteX6" fmla="*/ 25952 w 66675"/>
                  <a:gd name="connsiteY6" fmla="*/ 108311 h 127000"/>
                  <a:gd name="connsiteX7" fmla="*/ 43935 w 66675"/>
                  <a:gd name="connsiteY7" fmla="*/ 130787 h 12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6675" h="127000">
                    <a:moveTo>
                      <a:pt x="72662" y="125565"/>
                    </a:moveTo>
                    <a:cubicBezTo>
                      <a:pt x="72662" y="110661"/>
                      <a:pt x="58462" y="98865"/>
                      <a:pt x="44818" y="87572"/>
                    </a:cubicBezTo>
                    <a:cubicBezTo>
                      <a:pt x="39269" y="82909"/>
                      <a:pt x="28823" y="74853"/>
                      <a:pt x="28823" y="69476"/>
                    </a:cubicBezTo>
                    <a:lnTo>
                      <a:pt x="28823" y="0"/>
                    </a:lnTo>
                    <a:lnTo>
                      <a:pt x="0" y="0"/>
                    </a:lnTo>
                    <a:lnTo>
                      <a:pt x="0" y="73408"/>
                    </a:lnTo>
                    <a:cubicBezTo>
                      <a:pt x="0" y="86850"/>
                      <a:pt x="12635" y="97265"/>
                      <a:pt x="25952" y="108311"/>
                    </a:cubicBezTo>
                    <a:cubicBezTo>
                      <a:pt x="31876" y="113084"/>
                      <a:pt x="43935" y="124185"/>
                      <a:pt x="43935" y="130787"/>
                    </a:cubicBezTo>
                  </a:path>
                </a:pathLst>
              </a:custGeom>
              <a:solidFill>
                <a:srgbClr val="8C8C8C"/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07" name="자유형: 도형 3306">
                <a:extLst>
                  <a:ext uri="{FF2B5EF4-FFF2-40B4-BE49-F238E27FC236}">
                    <a16:creationId xmlns:a16="http://schemas.microsoft.com/office/drawing/2014/main" id="{2C765403-927C-4730-B1E4-3D6B62FDD265}"/>
                  </a:ext>
                </a:extLst>
              </p:cNvPr>
              <p:cNvSpPr/>
              <p:nvPr/>
            </p:nvSpPr>
            <p:spPr>
              <a:xfrm>
                <a:off x="6379695" y="330717"/>
                <a:ext cx="200025" cy="292100"/>
              </a:xfrm>
              <a:custGeom>
                <a:avLst/>
                <a:gdLst>
                  <a:gd name="connsiteX0" fmla="*/ 189000 w 200025"/>
                  <a:gd name="connsiteY0" fmla="*/ 165113 h 292100"/>
                  <a:gd name="connsiteX1" fmla="*/ 189000 w 200025"/>
                  <a:gd name="connsiteY1" fmla="*/ 90023 h 292100"/>
                  <a:gd name="connsiteX2" fmla="*/ 94514 w 200025"/>
                  <a:gd name="connsiteY2" fmla="*/ 0 h 292100"/>
                  <a:gd name="connsiteX3" fmla="*/ 0 w 200025"/>
                  <a:gd name="connsiteY3" fmla="*/ 90023 h 292100"/>
                  <a:gd name="connsiteX4" fmla="*/ 0 w 200025"/>
                  <a:gd name="connsiteY4" fmla="*/ 263365 h 292100"/>
                  <a:gd name="connsiteX5" fmla="*/ 94514 w 200025"/>
                  <a:gd name="connsiteY5" fmla="*/ 298323 h 292100"/>
                  <a:gd name="connsiteX6" fmla="*/ 206109 w 200025"/>
                  <a:gd name="connsiteY6" fmla="*/ 223909 h 292100"/>
                  <a:gd name="connsiteX7" fmla="*/ 206109 w 200025"/>
                  <a:gd name="connsiteY7" fmla="*/ 204560 h 292100"/>
                  <a:gd name="connsiteX8" fmla="*/ 189000 w 200025"/>
                  <a:gd name="connsiteY8" fmla="*/ 165113 h 292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0025" h="292100">
                    <a:moveTo>
                      <a:pt x="189000" y="165113"/>
                    </a:moveTo>
                    <a:lnTo>
                      <a:pt x="189000" y="90023"/>
                    </a:lnTo>
                    <a:cubicBezTo>
                      <a:pt x="189000" y="40325"/>
                      <a:pt x="146754" y="0"/>
                      <a:pt x="94514" y="0"/>
                    </a:cubicBezTo>
                    <a:cubicBezTo>
                      <a:pt x="42341" y="0"/>
                      <a:pt x="0" y="40252"/>
                      <a:pt x="0" y="90023"/>
                    </a:cubicBezTo>
                    <a:lnTo>
                      <a:pt x="0" y="263365"/>
                    </a:lnTo>
                    <a:cubicBezTo>
                      <a:pt x="19654" y="284332"/>
                      <a:pt x="54631" y="298323"/>
                      <a:pt x="94514" y="298323"/>
                    </a:cubicBezTo>
                    <a:cubicBezTo>
                      <a:pt x="156116" y="298323"/>
                      <a:pt x="206109" y="265075"/>
                      <a:pt x="206109" y="223909"/>
                    </a:cubicBezTo>
                    <a:lnTo>
                      <a:pt x="206109" y="204560"/>
                    </a:lnTo>
                    <a:cubicBezTo>
                      <a:pt x="206099" y="190049"/>
                      <a:pt x="199782" y="176571"/>
                      <a:pt x="189000" y="165113"/>
                    </a:cubicBezTo>
                    <a:close/>
                  </a:path>
                </a:pathLst>
              </a:custGeom>
              <a:solidFill>
                <a:srgbClr val="FFFF00">
                  <a:alpha val="30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08" name="자유형: 도형 3307">
                <a:extLst>
                  <a:ext uri="{FF2B5EF4-FFF2-40B4-BE49-F238E27FC236}">
                    <a16:creationId xmlns:a16="http://schemas.microsoft.com/office/drawing/2014/main" id="{CE589CDF-6EB1-4D2E-B2DA-DED12C82DA22}"/>
                  </a:ext>
                </a:extLst>
              </p:cNvPr>
              <p:cNvSpPr/>
              <p:nvPr/>
            </p:nvSpPr>
            <p:spPr>
              <a:xfrm>
                <a:off x="6384726" y="330717"/>
                <a:ext cx="200025" cy="292100"/>
              </a:xfrm>
              <a:custGeom>
                <a:avLst/>
                <a:gdLst>
                  <a:gd name="connsiteX0" fmla="*/ 189000 w 200025"/>
                  <a:gd name="connsiteY0" fmla="*/ 165113 h 292100"/>
                  <a:gd name="connsiteX1" fmla="*/ 189000 w 200025"/>
                  <a:gd name="connsiteY1" fmla="*/ 90023 h 292100"/>
                  <a:gd name="connsiteX2" fmla="*/ 94514 w 200025"/>
                  <a:gd name="connsiteY2" fmla="*/ 0 h 292100"/>
                  <a:gd name="connsiteX3" fmla="*/ 0 w 200025"/>
                  <a:gd name="connsiteY3" fmla="*/ 90023 h 292100"/>
                  <a:gd name="connsiteX4" fmla="*/ 0 w 200025"/>
                  <a:gd name="connsiteY4" fmla="*/ 263365 h 292100"/>
                  <a:gd name="connsiteX5" fmla="*/ 94514 w 200025"/>
                  <a:gd name="connsiteY5" fmla="*/ 298323 h 292100"/>
                  <a:gd name="connsiteX6" fmla="*/ 206109 w 200025"/>
                  <a:gd name="connsiteY6" fmla="*/ 223909 h 292100"/>
                  <a:gd name="connsiteX7" fmla="*/ 206109 w 200025"/>
                  <a:gd name="connsiteY7" fmla="*/ 204560 h 292100"/>
                  <a:gd name="connsiteX8" fmla="*/ 189000 w 200025"/>
                  <a:gd name="connsiteY8" fmla="*/ 165113 h 292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0025" h="292100">
                    <a:moveTo>
                      <a:pt x="189000" y="165113"/>
                    </a:moveTo>
                    <a:lnTo>
                      <a:pt x="189000" y="90023"/>
                    </a:lnTo>
                    <a:cubicBezTo>
                      <a:pt x="189000" y="40325"/>
                      <a:pt x="146754" y="0"/>
                      <a:pt x="94514" y="0"/>
                    </a:cubicBezTo>
                    <a:cubicBezTo>
                      <a:pt x="42341" y="0"/>
                      <a:pt x="0" y="40252"/>
                      <a:pt x="0" y="90023"/>
                    </a:cubicBezTo>
                    <a:lnTo>
                      <a:pt x="0" y="263365"/>
                    </a:lnTo>
                    <a:cubicBezTo>
                      <a:pt x="19654" y="284332"/>
                      <a:pt x="54631" y="298323"/>
                      <a:pt x="94514" y="298323"/>
                    </a:cubicBezTo>
                    <a:cubicBezTo>
                      <a:pt x="156116" y="298323"/>
                      <a:pt x="206109" y="265075"/>
                      <a:pt x="206109" y="223909"/>
                    </a:cubicBezTo>
                    <a:lnTo>
                      <a:pt x="206109" y="204560"/>
                    </a:lnTo>
                    <a:cubicBezTo>
                      <a:pt x="206099" y="190049"/>
                      <a:pt x="199782" y="176571"/>
                      <a:pt x="189000" y="165113"/>
                    </a:cubicBezTo>
                    <a:close/>
                  </a:path>
                </a:pathLst>
              </a:custGeom>
              <a:solidFill>
                <a:srgbClr val="E6E6E6">
                  <a:alpha val="50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09" name="자유형: 도형 3308">
                <a:extLst>
                  <a:ext uri="{FF2B5EF4-FFF2-40B4-BE49-F238E27FC236}">
                    <a16:creationId xmlns:a16="http://schemas.microsoft.com/office/drawing/2014/main" id="{8D1BFA6B-1918-4E5A-9364-121179D74C6C}"/>
                  </a:ext>
                </a:extLst>
              </p:cNvPr>
              <p:cNvSpPr/>
              <p:nvPr/>
            </p:nvSpPr>
            <p:spPr>
              <a:xfrm>
                <a:off x="6382206" y="495830"/>
                <a:ext cx="200025" cy="127000"/>
              </a:xfrm>
              <a:custGeom>
                <a:avLst/>
                <a:gdLst>
                  <a:gd name="connsiteX0" fmla="*/ 189000 w 200025"/>
                  <a:gd name="connsiteY0" fmla="*/ 0 h 127000"/>
                  <a:gd name="connsiteX1" fmla="*/ 189000 w 200025"/>
                  <a:gd name="connsiteY1" fmla="*/ 39438 h 127000"/>
                  <a:gd name="connsiteX2" fmla="*/ 94514 w 200025"/>
                  <a:gd name="connsiteY2" fmla="*/ 102495 h 127000"/>
                  <a:gd name="connsiteX3" fmla="*/ 0 w 200025"/>
                  <a:gd name="connsiteY3" fmla="*/ 39439 h 127000"/>
                  <a:gd name="connsiteX4" fmla="*/ 0 w 200025"/>
                  <a:gd name="connsiteY4" fmla="*/ 78877 h 127000"/>
                  <a:gd name="connsiteX5" fmla="*/ 0 w 200025"/>
                  <a:gd name="connsiteY5" fmla="*/ 98234 h 127000"/>
                  <a:gd name="connsiteX6" fmla="*/ 94514 w 200025"/>
                  <a:gd name="connsiteY6" fmla="*/ 133192 h 127000"/>
                  <a:gd name="connsiteX7" fmla="*/ 206109 w 200025"/>
                  <a:gd name="connsiteY7" fmla="*/ 58787 h 127000"/>
                  <a:gd name="connsiteX8" fmla="*/ 206108 w 200025"/>
                  <a:gd name="connsiteY8" fmla="*/ 39439 h 127000"/>
                  <a:gd name="connsiteX9" fmla="*/ 189000 w 200025"/>
                  <a:gd name="connsiteY9" fmla="*/ 0 h 12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0025" h="127000">
                    <a:moveTo>
                      <a:pt x="189000" y="0"/>
                    </a:moveTo>
                    <a:lnTo>
                      <a:pt x="189000" y="39438"/>
                    </a:lnTo>
                    <a:cubicBezTo>
                      <a:pt x="189000" y="74222"/>
                      <a:pt x="146783" y="102495"/>
                      <a:pt x="94514" y="102495"/>
                    </a:cubicBezTo>
                    <a:cubicBezTo>
                      <a:pt x="42341" y="102495"/>
                      <a:pt x="0" y="74314"/>
                      <a:pt x="0" y="39439"/>
                    </a:cubicBezTo>
                    <a:lnTo>
                      <a:pt x="0" y="78877"/>
                    </a:lnTo>
                    <a:lnTo>
                      <a:pt x="0" y="98234"/>
                    </a:lnTo>
                    <a:cubicBezTo>
                      <a:pt x="19654" y="119211"/>
                      <a:pt x="54631" y="133192"/>
                      <a:pt x="94514" y="133192"/>
                    </a:cubicBezTo>
                    <a:cubicBezTo>
                      <a:pt x="156116" y="133192"/>
                      <a:pt x="206109" y="99944"/>
                      <a:pt x="206109" y="58787"/>
                    </a:cubicBezTo>
                    <a:lnTo>
                      <a:pt x="206108" y="39439"/>
                    </a:lnTo>
                    <a:cubicBezTo>
                      <a:pt x="206099" y="24936"/>
                      <a:pt x="199782" y="11458"/>
                      <a:pt x="189000" y="0"/>
                    </a:cubicBezTo>
                    <a:close/>
                  </a:path>
                </a:pathLst>
              </a:custGeom>
              <a:solidFill>
                <a:srgbClr val="D1D1D1">
                  <a:alpha val="90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10" name="자유형: 도형 3309">
                <a:extLst>
                  <a:ext uri="{FF2B5EF4-FFF2-40B4-BE49-F238E27FC236}">
                    <a16:creationId xmlns:a16="http://schemas.microsoft.com/office/drawing/2014/main" id="{39E2A2B9-DC1D-4E08-8914-736BD1939CAF}"/>
                  </a:ext>
                </a:extLst>
              </p:cNvPr>
              <p:cNvSpPr/>
              <p:nvPr/>
            </p:nvSpPr>
            <p:spPr>
              <a:xfrm>
                <a:off x="6382205" y="495830"/>
                <a:ext cx="200025" cy="127000"/>
              </a:xfrm>
              <a:custGeom>
                <a:avLst/>
                <a:gdLst>
                  <a:gd name="connsiteX0" fmla="*/ 189000 w 200025"/>
                  <a:gd name="connsiteY0" fmla="*/ 0 h 127000"/>
                  <a:gd name="connsiteX1" fmla="*/ 189000 w 200025"/>
                  <a:gd name="connsiteY1" fmla="*/ 39438 h 127000"/>
                  <a:gd name="connsiteX2" fmla="*/ 94514 w 200025"/>
                  <a:gd name="connsiteY2" fmla="*/ 102495 h 127000"/>
                  <a:gd name="connsiteX3" fmla="*/ 0 w 200025"/>
                  <a:gd name="connsiteY3" fmla="*/ 39439 h 127000"/>
                  <a:gd name="connsiteX4" fmla="*/ 0 w 200025"/>
                  <a:gd name="connsiteY4" fmla="*/ 78877 h 127000"/>
                  <a:gd name="connsiteX5" fmla="*/ 0 w 200025"/>
                  <a:gd name="connsiteY5" fmla="*/ 98234 h 127000"/>
                  <a:gd name="connsiteX6" fmla="*/ 94514 w 200025"/>
                  <a:gd name="connsiteY6" fmla="*/ 133192 h 127000"/>
                  <a:gd name="connsiteX7" fmla="*/ 206109 w 200025"/>
                  <a:gd name="connsiteY7" fmla="*/ 58787 h 127000"/>
                  <a:gd name="connsiteX8" fmla="*/ 206108 w 200025"/>
                  <a:gd name="connsiteY8" fmla="*/ 39439 h 127000"/>
                  <a:gd name="connsiteX9" fmla="*/ 189000 w 200025"/>
                  <a:gd name="connsiteY9" fmla="*/ 0 h 12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0025" h="127000">
                    <a:moveTo>
                      <a:pt x="189000" y="0"/>
                    </a:moveTo>
                    <a:lnTo>
                      <a:pt x="189000" y="39438"/>
                    </a:lnTo>
                    <a:cubicBezTo>
                      <a:pt x="189000" y="74222"/>
                      <a:pt x="146783" y="102495"/>
                      <a:pt x="94514" y="102495"/>
                    </a:cubicBezTo>
                    <a:cubicBezTo>
                      <a:pt x="42341" y="102495"/>
                      <a:pt x="0" y="74314"/>
                      <a:pt x="0" y="39439"/>
                    </a:cubicBezTo>
                    <a:lnTo>
                      <a:pt x="0" y="78877"/>
                    </a:lnTo>
                    <a:lnTo>
                      <a:pt x="0" y="98234"/>
                    </a:lnTo>
                    <a:cubicBezTo>
                      <a:pt x="19654" y="119211"/>
                      <a:pt x="54631" y="133192"/>
                      <a:pt x="94514" y="133192"/>
                    </a:cubicBezTo>
                    <a:cubicBezTo>
                      <a:pt x="156116" y="133192"/>
                      <a:pt x="206109" y="99944"/>
                      <a:pt x="206109" y="58787"/>
                    </a:cubicBezTo>
                    <a:lnTo>
                      <a:pt x="206108" y="39439"/>
                    </a:lnTo>
                    <a:cubicBezTo>
                      <a:pt x="206099" y="24936"/>
                      <a:pt x="199782" y="11458"/>
                      <a:pt x="189000" y="0"/>
                    </a:cubicBezTo>
                    <a:close/>
                  </a:path>
                </a:pathLst>
              </a:custGeom>
              <a:solidFill>
                <a:srgbClr val="FFFF00">
                  <a:alpha val="70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11" name="자유형: 도형 3310">
                <a:extLst>
                  <a:ext uri="{FF2B5EF4-FFF2-40B4-BE49-F238E27FC236}">
                    <a16:creationId xmlns:a16="http://schemas.microsoft.com/office/drawing/2014/main" id="{2A9A6F32-EDC5-44FB-9A50-6D1721A93DEE}"/>
                  </a:ext>
                </a:extLst>
              </p:cNvPr>
              <p:cNvSpPr/>
              <p:nvPr/>
            </p:nvSpPr>
            <p:spPr>
              <a:xfrm>
                <a:off x="6382206" y="495830"/>
                <a:ext cx="200025" cy="101600"/>
              </a:xfrm>
              <a:custGeom>
                <a:avLst/>
                <a:gdLst>
                  <a:gd name="connsiteX0" fmla="*/ 189000 w 200025"/>
                  <a:gd name="connsiteY0" fmla="*/ 0 h 101600"/>
                  <a:gd name="connsiteX1" fmla="*/ 189000 w 200025"/>
                  <a:gd name="connsiteY1" fmla="*/ 39438 h 101600"/>
                  <a:gd name="connsiteX2" fmla="*/ 94514 w 200025"/>
                  <a:gd name="connsiteY2" fmla="*/ 102495 h 101600"/>
                  <a:gd name="connsiteX3" fmla="*/ 0 w 200025"/>
                  <a:gd name="connsiteY3" fmla="*/ 39439 h 101600"/>
                  <a:gd name="connsiteX4" fmla="*/ 0 w 200025"/>
                  <a:gd name="connsiteY4" fmla="*/ 78877 h 101600"/>
                  <a:gd name="connsiteX5" fmla="*/ 94514 w 200025"/>
                  <a:gd name="connsiteY5" fmla="*/ 113834 h 101600"/>
                  <a:gd name="connsiteX6" fmla="*/ 206109 w 200025"/>
                  <a:gd name="connsiteY6" fmla="*/ 39429 h 101600"/>
                  <a:gd name="connsiteX7" fmla="*/ 189000 w 200025"/>
                  <a:gd name="connsiteY7" fmla="*/ 0 h 10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0025" h="101600">
                    <a:moveTo>
                      <a:pt x="189000" y="0"/>
                    </a:moveTo>
                    <a:lnTo>
                      <a:pt x="189000" y="39438"/>
                    </a:lnTo>
                    <a:cubicBezTo>
                      <a:pt x="189000" y="74222"/>
                      <a:pt x="146783" y="102495"/>
                      <a:pt x="94514" y="102495"/>
                    </a:cubicBezTo>
                    <a:cubicBezTo>
                      <a:pt x="42341" y="102495"/>
                      <a:pt x="0" y="74314"/>
                      <a:pt x="0" y="39439"/>
                    </a:cubicBezTo>
                    <a:lnTo>
                      <a:pt x="0" y="78877"/>
                    </a:lnTo>
                    <a:cubicBezTo>
                      <a:pt x="19654" y="99835"/>
                      <a:pt x="54631" y="113834"/>
                      <a:pt x="94514" y="113834"/>
                    </a:cubicBezTo>
                    <a:cubicBezTo>
                      <a:pt x="156116" y="113834"/>
                      <a:pt x="206109" y="80587"/>
                      <a:pt x="206109" y="39429"/>
                    </a:cubicBezTo>
                    <a:cubicBezTo>
                      <a:pt x="206099" y="24936"/>
                      <a:pt x="199782" y="11458"/>
                      <a:pt x="189000" y="0"/>
                    </a:cubicBezTo>
                    <a:close/>
                  </a:path>
                </a:pathLst>
              </a:custGeom>
              <a:solidFill>
                <a:srgbClr val="FFFF00">
                  <a:alpha val="25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12" name="자유형: 도형 3311">
                <a:extLst>
                  <a:ext uri="{FF2B5EF4-FFF2-40B4-BE49-F238E27FC236}">
                    <a16:creationId xmlns:a16="http://schemas.microsoft.com/office/drawing/2014/main" id="{4A86EF68-4FFA-4A7C-85D1-679C56190412}"/>
                  </a:ext>
                </a:extLst>
              </p:cNvPr>
              <p:cNvSpPr/>
              <p:nvPr/>
            </p:nvSpPr>
            <p:spPr>
              <a:xfrm>
                <a:off x="6382216" y="472266"/>
                <a:ext cx="186690" cy="114300"/>
              </a:xfrm>
              <a:custGeom>
                <a:avLst/>
                <a:gdLst>
                  <a:gd name="connsiteX0" fmla="*/ 189009 w 186690"/>
                  <a:gd name="connsiteY0" fmla="*/ 63002 h 114300"/>
                  <a:gd name="connsiteX1" fmla="*/ 94505 w 186690"/>
                  <a:gd name="connsiteY1" fmla="*/ 126004 h 114300"/>
                  <a:gd name="connsiteX2" fmla="*/ 0 w 186690"/>
                  <a:gd name="connsiteY2" fmla="*/ 63002 h 114300"/>
                  <a:gd name="connsiteX3" fmla="*/ 94505 w 186690"/>
                  <a:gd name="connsiteY3" fmla="*/ 0 h 114300"/>
                  <a:gd name="connsiteX4" fmla="*/ 189009 w 186690"/>
                  <a:gd name="connsiteY4" fmla="*/ 63002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6690" h="114300">
                    <a:moveTo>
                      <a:pt x="189009" y="63002"/>
                    </a:moveTo>
                    <a:cubicBezTo>
                      <a:pt x="189009" y="97797"/>
                      <a:pt x="146698" y="126004"/>
                      <a:pt x="94505" y="126004"/>
                    </a:cubicBezTo>
                    <a:cubicBezTo>
                      <a:pt x="42311" y="126004"/>
                      <a:pt x="0" y="97797"/>
                      <a:pt x="0" y="63002"/>
                    </a:cubicBezTo>
                    <a:cubicBezTo>
                      <a:pt x="0" y="28207"/>
                      <a:pt x="42311" y="0"/>
                      <a:pt x="94505" y="0"/>
                    </a:cubicBezTo>
                    <a:cubicBezTo>
                      <a:pt x="146698" y="0"/>
                      <a:pt x="189009" y="28207"/>
                      <a:pt x="189009" y="63002"/>
                    </a:cubicBezTo>
                    <a:close/>
                  </a:path>
                </a:pathLst>
              </a:custGeom>
              <a:solidFill>
                <a:srgbClr val="E6E6E6">
                  <a:alpha val="25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13" name="자유형: 도형 3312">
                <a:extLst>
                  <a:ext uri="{FF2B5EF4-FFF2-40B4-BE49-F238E27FC236}">
                    <a16:creationId xmlns:a16="http://schemas.microsoft.com/office/drawing/2014/main" id="{966D0664-E00B-492A-AF6A-1B75E4E88008}"/>
                  </a:ext>
                </a:extLst>
              </p:cNvPr>
              <p:cNvSpPr/>
              <p:nvPr/>
            </p:nvSpPr>
            <p:spPr>
              <a:xfrm>
                <a:off x="6382216" y="472266"/>
                <a:ext cx="186690" cy="114300"/>
              </a:xfrm>
              <a:custGeom>
                <a:avLst/>
                <a:gdLst>
                  <a:gd name="connsiteX0" fmla="*/ 189009 w 186690"/>
                  <a:gd name="connsiteY0" fmla="*/ 63002 h 114300"/>
                  <a:gd name="connsiteX1" fmla="*/ 94505 w 186690"/>
                  <a:gd name="connsiteY1" fmla="*/ 126004 h 114300"/>
                  <a:gd name="connsiteX2" fmla="*/ 0 w 186690"/>
                  <a:gd name="connsiteY2" fmla="*/ 63002 h 114300"/>
                  <a:gd name="connsiteX3" fmla="*/ 94505 w 186690"/>
                  <a:gd name="connsiteY3" fmla="*/ 0 h 114300"/>
                  <a:gd name="connsiteX4" fmla="*/ 189009 w 186690"/>
                  <a:gd name="connsiteY4" fmla="*/ 63002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6690" h="114300">
                    <a:moveTo>
                      <a:pt x="189009" y="63002"/>
                    </a:moveTo>
                    <a:cubicBezTo>
                      <a:pt x="189009" y="97797"/>
                      <a:pt x="146698" y="126004"/>
                      <a:pt x="94505" y="126004"/>
                    </a:cubicBezTo>
                    <a:cubicBezTo>
                      <a:pt x="42311" y="126004"/>
                      <a:pt x="0" y="97797"/>
                      <a:pt x="0" y="63002"/>
                    </a:cubicBezTo>
                    <a:cubicBezTo>
                      <a:pt x="0" y="28207"/>
                      <a:pt x="42311" y="0"/>
                      <a:pt x="94505" y="0"/>
                    </a:cubicBezTo>
                    <a:cubicBezTo>
                      <a:pt x="146698" y="0"/>
                      <a:pt x="189009" y="28207"/>
                      <a:pt x="189009" y="63002"/>
                    </a:cubicBezTo>
                    <a:close/>
                  </a:path>
                </a:pathLst>
              </a:custGeom>
              <a:solidFill>
                <a:srgbClr val="FFFF00">
                  <a:alpha val="25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14" name="자유형: 도형 3313">
                <a:extLst>
                  <a:ext uri="{FF2B5EF4-FFF2-40B4-BE49-F238E27FC236}">
                    <a16:creationId xmlns:a16="http://schemas.microsoft.com/office/drawing/2014/main" id="{0E9CF15E-D9E3-463C-908E-E6B361D94CF3}"/>
                  </a:ext>
                </a:extLst>
              </p:cNvPr>
              <p:cNvSpPr/>
              <p:nvPr/>
            </p:nvSpPr>
            <p:spPr>
              <a:xfrm>
                <a:off x="6411586" y="442539"/>
                <a:ext cx="93345" cy="88900"/>
              </a:xfrm>
              <a:custGeom>
                <a:avLst/>
                <a:gdLst>
                  <a:gd name="connsiteX0" fmla="*/ 0 w 93345"/>
                  <a:gd name="connsiteY0" fmla="*/ 10708 h 88900"/>
                  <a:gd name="connsiteX1" fmla="*/ 0 w 93345"/>
                  <a:gd name="connsiteY1" fmla="*/ 92738 h 88900"/>
                  <a:gd name="connsiteX2" fmla="*/ 13240 w 93345"/>
                  <a:gd name="connsiteY2" fmla="*/ 92738 h 88900"/>
                  <a:gd name="connsiteX3" fmla="*/ 13240 w 93345"/>
                  <a:gd name="connsiteY3" fmla="*/ 54479 h 88900"/>
                  <a:gd name="connsiteX4" fmla="*/ 50838 w 93345"/>
                  <a:gd name="connsiteY4" fmla="*/ 54479 h 88900"/>
                  <a:gd name="connsiteX5" fmla="*/ 104134 w 93345"/>
                  <a:gd name="connsiteY5" fmla="*/ 0 h 88900"/>
                  <a:gd name="connsiteX6" fmla="*/ 16053 w 93345"/>
                  <a:gd name="connsiteY6" fmla="*/ 0 h 88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3345" h="88900">
                    <a:moveTo>
                      <a:pt x="0" y="10708"/>
                    </a:moveTo>
                    <a:lnTo>
                      <a:pt x="0" y="92738"/>
                    </a:lnTo>
                    <a:lnTo>
                      <a:pt x="13240" y="92738"/>
                    </a:lnTo>
                    <a:lnTo>
                      <a:pt x="13240" y="54479"/>
                    </a:lnTo>
                    <a:lnTo>
                      <a:pt x="50838" y="54479"/>
                    </a:lnTo>
                    <a:lnTo>
                      <a:pt x="104134" y="0"/>
                    </a:lnTo>
                    <a:lnTo>
                      <a:pt x="16053" y="0"/>
                    </a:lnTo>
                    <a:close/>
                  </a:path>
                </a:pathLst>
              </a:custGeom>
              <a:solidFill>
                <a:srgbClr val="666666"/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15" name="자유형: 도형 3314">
                <a:extLst>
                  <a:ext uri="{FF2B5EF4-FFF2-40B4-BE49-F238E27FC236}">
                    <a16:creationId xmlns:a16="http://schemas.microsoft.com/office/drawing/2014/main" id="{323298FA-308C-4BA2-9DC4-739363EBBF14}"/>
                  </a:ext>
                </a:extLst>
              </p:cNvPr>
              <p:cNvSpPr/>
              <p:nvPr/>
            </p:nvSpPr>
            <p:spPr>
              <a:xfrm>
                <a:off x="6481041" y="438973"/>
                <a:ext cx="53340" cy="88900"/>
              </a:xfrm>
              <a:custGeom>
                <a:avLst/>
                <a:gdLst>
                  <a:gd name="connsiteX0" fmla="*/ 44895 w 53340"/>
                  <a:gd name="connsiteY0" fmla="*/ 0 h 88900"/>
                  <a:gd name="connsiteX1" fmla="*/ 50713 w 53340"/>
                  <a:gd name="connsiteY1" fmla="*/ 6474 h 88900"/>
                  <a:gd name="connsiteX2" fmla="*/ 0 w 53340"/>
                  <a:gd name="connsiteY2" fmla="*/ 58046 h 88900"/>
                  <a:gd name="connsiteX3" fmla="*/ 48649 w 53340"/>
                  <a:gd name="connsiteY3" fmla="*/ 58046 h 88900"/>
                  <a:gd name="connsiteX4" fmla="*/ 48649 w 53340"/>
                  <a:gd name="connsiteY4" fmla="*/ 96304 h 88900"/>
                  <a:gd name="connsiteX5" fmla="*/ 60833 w 53340"/>
                  <a:gd name="connsiteY5" fmla="*/ 96304 h 88900"/>
                  <a:gd name="connsiteX6" fmla="*/ 60833 w 53340"/>
                  <a:gd name="connsiteY6" fmla="*/ 0 h 88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340" h="88900">
                    <a:moveTo>
                      <a:pt x="44895" y="0"/>
                    </a:moveTo>
                    <a:lnTo>
                      <a:pt x="50713" y="6474"/>
                    </a:lnTo>
                    <a:lnTo>
                      <a:pt x="0" y="58046"/>
                    </a:lnTo>
                    <a:lnTo>
                      <a:pt x="48649" y="58046"/>
                    </a:lnTo>
                    <a:lnTo>
                      <a:pt x="48649" y="96304"/>
                    </a:lnTo>
                    <a:lnTo>
                      <a:pt x="60833" y="96304"/>
                    </a:lnTo>
                    <a:lnTo>
                      <a:pt x="60833" y="0"/>
                    </a:lnTo>
                    <a:close/>
                  </a:path>
                </a:pathLst>
              </a:custGeom>
              <a:solidFill>
                <a:srgbClr val="666666"/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16" name="자유형: 도형 3315">
                <a:extLst>
                  <a:ext uri="{FF2B5EF4-FFF2-40B4-BE49-F238E27FC236}">
                    <a16:creationId xmlns:a16="http://schemas.microsoft.com/office/drawing/2014/main" id="{74FBA226-1C7D-447A-8FC9-33E6423DFEE7}"/>
                  </a:ext>
                </a:extLst>
              </p:cNvPr>
              <p:cNvSpPr/>
              <p:nvPr/>
            </p:nvSpPr>
            <p:spPr>
              <a:xfrm>
                <a:off x="6387612" y="330717"/>
                <a:ext cx="200025" cy="292100"/>
              </a:xfrm>
              <a:custGeom>
                <a:avLst/>
                <a:gdLst>
                  <a:gd name="connsiteX0" fmla="*/ 189000 w 200025"/>
                  <a:gd name="connsiteY0" fmla="*/ 165113 h 292100"/>
                  <a:gd name="connsiteX1" fmla="*/ 189000 w 200025"/>
                  <a:gd name="connsiteY1" fmla="*/ 90023 h 292100"/>
                  <a:gd name="connsiteX2" fmla="*/ 94514 w 200025"/>
                  <a:gd name="connsiteY2" fmla="*/ 0 h 292100"/>
                  <a:gd name="connsiteX3" fmla="*/ 0 w 200025"/>
                  <a:gd name="connsiteY3" fmla="*/ 90023 h 292100"/>
                  <a:gd name="connsiteX4" fmla="*/ 0 w 200025"/>
                  <a:gd name="connsiteY4" fmla="*/ 263365 h 292100"/>
                  <a:gd name="connsiteX5" fmla="*/ 94514 w 200025"/>
                  <a:gd name="connsiteY5" fmla="*/ 298323 h 292100"/>
                  <a:gd name="connsiteX6" fmla="*/ 206109 w 200025"/>
                  <a:gd name="connsiteY6" fmla="*/ 223909 h 292100"/>
                  <a:gd name="connsiteX7" fmla="*/ 206109 w 200025"/>
                  <a:gd name="connsiteY7" fmla="*/ 204560 h 292100"/>
                  <a:gd name="connsiteX8" fmla="*/ 189000 w 200025"/>
                  <a:gd name="connsiteY8" fmla="*/ 165113 h 292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0025" h="292100">
                    <a:moveTo>
                      <a:pt x="189000" y="165113"/>
                    </a:moveTo>
                    <a:lnTo>
                      <a:pt x="189000" y="90023"/>
                    </a:lnTo>
                    <a:cubicBezTo>
                      <a:pt x="189000" y="40325"/>
                      <a:pt x="146754" y="0"/>
                      <a:pt x="94514" y="0"/>
                    </a:cubicBezTo>
                    <a:cubicBezTo>
                      <a:pt x="42341" y="0"/>
                      <a:pt x="0" y="40252"/>
                      <a:pt x="0" y="90023"/>
                    </a:cubicBezTo>
                    <a:lnTo>
                      <a:pt x="0" y="263365"/>
                    </a:lnTo>
                    <a:cubicBezTo>
                      <a:pt x="19654" y="284332"/>
                      <a:pt x="54631" y="298323"/>
                      <a:pt x="94514" y="298323"/>
                    </a:cubicBezTo>
                    <a:cubicBezTo>
                      <a:pt x="156116" y="298323"/>
                      <a:pt x="206109" y="265075"/>
                      <a:pt x="206109" y="223909"/>
                    </a:cubicBezTo>
                    <a:lnTo>
                      <a:pt x="206109" y="204560"/>
                    </a:lnTo>
                    <a:cubicBezTo>
                      <a:pt x="206099" y="190049"/>
                      <a:pt x="199782" y="176571"/>
                      <a:pt x="189000" y="165113"/>
                    </a:cubicBezTo>
                    <a:close/>
                  </a:path>
                </a:pathLst>
              </a:custGeom>
              <a:solidFill>
                <a:srgbClr val="FFFF00">
                  <a:alpha val="65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17" name="자유형: 도형 3316">
                <a:extLst>
                  <a:ext uri="{FF2B5EF4-FFF2-40B4-BE49-F238E27FC236}">
                    <a16:creationId xmlns:a16="http://schemas.microsoft.com/office/drawing/2014/main" id="{6505C3A4-8F15-442B-8CD0-18004ABDC9AA}"/>
                  </a:ext>
                </a:extLst>
              </p:cNvPr>
              <p:cNvSpPr/>
              <p:nvPr/>
            </p:nvSpPr>
            <p:spPr>
              <a:xfrm>
                <a:off x="6492659" y="346490"/>
                <a:ext cx="40005" cy="25400"/>
              </a:xfrm>
              <a:custGeom>
                <a:avLst/>
                <a:gdLst>
                  <a:gd name="connsiteX0" fmla="*/ 28074 w 40005"/>
                  <a:gd name="connsiteY0" fmla="*/ 31903 h 25400"/>
                  <a:gd name="connsiteX1" fmla="*/ 47228 w 40005"/>
                  <a:gd name="connsiteY1" fmla="*/ 28429 h 25400"/>
                  <a:gd name="connsiteX2" fmla="*/ 0 w 40005"/>
                  <a:gd name="connsiteY2" fmla="*/ 0 h 25400"/>
                  <a:gd name="connsiteX3" fmla="*/ 3389 w 40005"/>
                  <a:gd name="connsiteY3" fmla="*/ 13725 h 25400"/>
                  <a:gd name="connsiteX4" fmla="*/ 28074 w 40005"/>
                  <a:gd name="connsiteY4" fmla="*/ 31903 h 25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005" h="25400">
                    <a:moveTo>
                      <a:pt x="28074" y="31903"/>
                    </a:moveTo>
                    <a:lnTo>
                      <a:pt x="47228" y="28429"/>
                    </a:lnTo>
                    <a:cubicBezTo>
                      <a:pt x="36004" y="14054"/>
                      <a:pt x="19462" y="3566"/>
                      <a:pt x="0" y="0"/>
                    </a:cubicBezTo>
                    <a:lnTo>
                      <a:pt x="3389" y="13725"/>
                    </a:lnTo>
                    <a:cubicBezTo>
                      <a:pt x="13576" y="17163"/>
                      <a:pt x="22149" y="23637"/>
                      <a:pt x="28074" y="31903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18" name="자유형: 도형 3317">
                <a:extLst>
                  <a:ext uri="{FF2B5EF4-FFF2-40B4-BE49-F238E27FC236}">
                    <a16:creationId xmlns:a16="http://schemas.microsoft.com/office/drawing/2014/main" id="{DFB9CFDF-2578-4F1B-90AB-B0AA5B057E8B}"/>
                  </a:ext>
                </a:extLst>
              </p:cNvPr>
              <p:cNvSpPr/>
              <p:nvPr/>
            </p:nvSpPr>
            <p:spPr>
              <a:xfrm>
                <a:off x="6392450" y="583777"/>
                <a:ext cx="26670" cy="25400"/>
              </a:xfrm>
              <a:custGeom>
                <a:avLst/>
                <a:gdLst>
                  <a:gd name="connsiteX0" fmla="*/ 0 w 26670"/>
                  <a:gd name="connsiteY0" fmla="*/ 0 h 25400"/>
                  <a:gd name="connsiteX1" fmla="*/ 0 w 26670"/>
                  <a:gd name="connsiteY1" fmla="*/ 19303 h 25400"/>
                  <a:gd name="connsiteX2" fmla="*/ 30772 w 26670"/>
                  <a:gd name="connsiteY2" fmla="*/ 36027 h 25400"/>
                  <a:gd name="connsiteX3" fmla="*/ 30772 w 26670"/>
                  <a:gd name="connsiteY3" fmla="*/ 16660 h 25400"/>
                  <a:gd name="connsiteX4" fmla="*/ 0 w 26670"/>
                  <a:gd name="connsiteY4" fmla="*/ 0 h 25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670" h="25400">
                    <a:moveTo>
                      <a:pt x="0" y="0"/>
                    </a:moveTo>
                    <a:lnTo>
                      <a:pt x="0" y="19303"/>
                    </a:lnTo>
                    <a:cubicBezTo>
                      <a:pt x="8651" y="26024"/>
                      <a:pt x="19116" y="31702"/>
                      <a:pt x="30772" y="36027"/>
                    </a:cubicBezTo>
                    <a:lnTo>
                      <a:pt x="30772" y="16660"/>
                    </a:lnTo>
                    <a:cubicBezTo>
                      <a:pt x="19058" y="12390"/>
                      <a:pt x="8679" y="6730"/>
                      <a:pt x="0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19" name="자유형: 도형 3318">
                <a:extLst>
                  <a:ext uri="{FF2B5EF4-FFF2-40B4-BE49-F238E27FC236}">
                    <a16:creationId xmlns:a16="http://schemas.microsoft.com/office/drawing/2014/main" id="{789B291E-DD58-4B96-82F1-7E42764F8966}"/>
                  </a:ext>
                </a:extLst>
              </p:cNvPr>
              <p:cNvSpPr/>
              <p:nvPr/>
            </p:nvSpPr>
            <p:spPr>
              <a:xfrm>
                <a:off x="6389618" y="358368"/>
                <a:ext cx="146685" cy="241300"/>
              </a:xfrm>
              <a:custGeom>
                <a:avLst/>
                <a:gdLst>
                  <a:gd name="connsiteX0" fmla="*/ 140245 w 146685"/>
                  <a:gd name="connsiteY0" fmla="*/ 229012 h 241300"/>
                  <a:gd name="connsiteX1" fmla="*/ 129501 w 146685"/>
                  <a:gd name="connsiteY1" fmla="*/ 233200 h 241300"/>
                  <a:gd name="connsiteX2" fmla="*/ 127130 w 146685"/>
                  <a:gd name="connsiteY2" fmla="*/ 233940 h 241300"/>
                  <a:gd name="connsiteX3" fmla="*/ 103194 w 146685"/>
                  <a:gd name="connsiteY3" fmla="*/ 238951 h 241300"/>
                  <a:gd name="connsiteX4" fmla="*/ 100198 w 146685"/>
                  <a:gd name="connsiteY4" fmla="*/ 239198 h 241300"/>
                  <a:gd name="connsiteX5" fmla="*/ 87256 w 146685"/>
                  <a:gd name="connsiteY5" fmla="*/ 239939 h 241300"/>
                  <a:gd name="connsiteX6" fmla="*/ 80967 w 146685"/>
                  <a:gd name="connsiteY6" fmla="*/ 239637 h 241300"/>
                  <a:gd name="connsiteX7" fmla="*/ 36994 w 146685"/>
                  <a:gd name="connsiteY7" fmla="*/ 230246 h 241300"/>
                  <a:gd name="connsiteX8" fmla="*/ 36993 w 146685"/>
                  <a:gd name="connsiteY8" fmla="*/ 123700 h 241300"/>
                  <a:gd name="connsiteX9" fmla="*/ 36993 w 146685"/>
                  <a:gd name="connsiteY9" fmla="*/ 62417 h 241300"/>
                  <a:gd name="connsiteX10" fmla="*/ 64645 w 146685"/>
                  <a:gd name="connsiteY10" fmla="*/ 19879 h 241300"/>
                  <a:gd name="connsiteX11" fmla="*/ 64347 w 146685"/>
                  <a:gd name="connsiteY11" fmla="*/ 19202 h 241300"/>
                  <a:gd name="connsiteX12" fmla="*/ 47708 w 146685"/>
                  <a:gd name="connsiteY12" fmla="*/ 0 h 241300"/>
                  <a:gd name="connsiteX13" fmla="*/ 10504 w 146685"/>
                  <a:gd name="connsiteY13" fmla="*/ 62380 h 241300"/>
                  <a:gd name="connsiteX14" fmla="*/ 10504 w 146685"/>
                  <a:gd name="connsiteY14" fmla="*/ 213576 h 241300"/>
                  <a:gd name="connsiteX15" fmla="*/ 4100 w 146685"/>
                  <a:gd name="connsiteY15" fmla="*/ 206846 h 241300"/>
                  <a:gd name="connsiteX16" fmla="*/ 0 w 146685"/>
                  <a:gd name="connsiteY16" fmla="*/ 215579 h 241300"/>
                  <a:gd name="connsiteX17" fmla="*/ 87246 w 146685"/>
                  <a:gd name="connsiteY17" fmla="*/ 246842 h 241300"/>
                  <a:gd name="connsiteX18" fmla="*/ 147407 w 146685"/>
                  <a:gd name="connsiteY18" fmla="*/ 234114 h 241300"/>
                  <a:gd name="connsiteX19" fmla="*/ 140379 w 146685"/>
                  <a:gd name="connsiteY19" fmla="*/ 228920 h 241300"/>
                  <a:gd name="connsiteX20" fmla="*/ 140245 w 146685"/>
                  <a:gd name="connsiteY20" fmla="*/ 229012 h 241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46685" h="241300">
                    <a:moveTo>
                      <a:pt x="140245" y="229012"/>
                    </a:moveTo>
                    <a:cubicBezTo>
                      <a:pt x="136837" y="230566"/>
                      <a:pt x="133179" y="231929"/>
                      <a:pt x="129501" y="233200"/>
                    </a:cubicBezTo>
                    <a:cubicBezTo>
                      <a:pt x="128724" y="233447"/>
                      <a:pt x="127936" y="233712"/>
                      <a:pt x="127130" y="233940"/>
                    </a:cubicBezTo>
                    <a:cubicBezTo>
                      <a:pt x="119612" y="236217"/>
                      <a:pt x="111643" y="237991"/>
                      <a:pt x="103194" y="238951"/>
                    </a:cubicBezTo>
                    <a:cubicBezTo>
                      <a:pt x="102195" y="239070"/>
                      <a:pt x="101178" y="239189"/>
                      <a:pt x="100198" y="239198"/>
                    </a:cubicBezTo>
                    <a:cubicBezTo>
                      <a:pt x="95926" y="239582"/>
                      <a:pt x="91615" y="239939"/>
                      <a:pt x="87256" y="239939"/>
                    </a:cubicBezTo>
                    <a:cubicBezTo>
                      <a:pt x="85278" y="239939"/>
                      <a:pt x="83156" y="239747"/>
                      <a:pt x="80967" y="239637"/>
                    </a:cubicBezTo>
                    <a:cubicBezTo>
                      <a:pt x="64962" y="238915"/>
                      <a:pt x="49888" y="235641"/>
                      <a:pt x="36994" y="230246"/>
                    </a:cubicBezTo>
                    <a:lnTo>
                      <a:pt x="36993" y="123700"/>
                    </a:lnTo>
                    <a:lnTo>
                      <a:pt x="36993" y="62417"/>
                    </a:lnTo>
                    <a:cubicBezTo>
                      <a:pt x="36993" y="43736"/>
                      <a:pt x="48304" y="27752"/>
                      <a:pt x="64645" y="19879"/>
                    </a:cubicBezTo>
                    <a:lnTo>
                      <a:pt x="64347" y="19202"/>
                    </a:lnTo>
                    <a:lnTo>
                      <a:pt x="47708" y="0"/>
                    </a:lnTo>
                    <a:cubicBezTo>
                      <a:pt x="25443" y="12738"/>
                      <a:pt x="10504" y="35844"/>
                      <a:pt x="10504" y="62380"/>
                    </a:cubicBezTo>
                    <a:lnTo>
                      <a:pt x="10504" y="213576"/>
                    </a:lnTo>
                    <a:cubicBezTo>
                      <a:pt x="9841" y="212945"/>
                      <a:pt x="6394" y="209654"/>
                      <a:pt x="4100" y="206846"/>
                    </a:cubicBezTo>
                    <a:lnTo>
                      <a:pt x="0" y="215579"/>
                    </a:lnTo>
                    <a:cubicBezTo>
                      <a:pt x="18684" y="234397"/>
                      <a:pt x="50790" y="246842"/>
                      <a:pt x="87246" y="246842"/>
                    </a:cubicBezTo>
                    <a:cubicBezTo>
                      <a:pt x="109646" y="246842"/>
                      <a:pt x="130413" y="242097"/>
                      <a:pt x="147407" y="234114"/>
                    </a:cubicBezTo>
                    <a:lnTo>
                      <a:pt x="140379" y="228920"/>
                    </a:lnTo>
                    <a:cubicBezTo>
                      <a:pt x="140245" y="229012"/>
                      <a:pt x="140245" y="229012"/>
                      <a:pt x="140245" y="22901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20" name="자유형: 도형 3319">
                <a:extLst>
                  <a:ext uri="{FF2B5EF4-FFF2-40B4-BE49-F238E27FC236}">
                    <a16:creationId xmlns:a16="http://schemas.microsoft.com/office/drawing/2014/main" id="{2C4097CA-2A45-4747-AF17-72A86B61829A}"/>
                  </a:ext>
                </a:extLst>
              </p:cNvPr>
              <p:cNvSpPr/>
              <p:nvPr/>
            </p:nvSpPr>
            <p:spPr>
              <a:xfrm>
                <a:off x="6442569" y="701643"/>
                <a:ext cx="13335" cy="304800"/>
              </a:xfrm>
              <a:custGeom>
                <a:avLst/>
                <a:gdLst>
                  <a:gd name="connsiteX0" fmla="*/ 0 w 0"/>
                  <a:gd name="connsiteY0" fmla="*/ 0 h 304800"/>
                  <a:gd name="connsiteX1" fmla="*/ 0 w 0"/>
                  <a:gd name="connsiteY1" fmla="*/ 312624 h 304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304800">
                    <a:moveTo>
                      <a:pt x="0" y="0"/>
                    </a:moveTo>
                    <a:lnTo>
                      <a:pt x="0" y="312624"/>
                    </a:lnTo>
                  </a:path>
                </a:pathLst>
              </a:custGeom>
              <a:noFill/>
              <a:ln w="28688" cap="rnd">
                <a:solidFill>
                  <a:srgbClr val="8C8C8C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21" name="자유형: 도형 3320">
                <a:extLst>
                  <a:ext uri="{FF2B5EF4-FFF2-40B4-BE49-F238E27FC236}">
                    <a16:creationId xmlns:a16="http://schemas.microsoft.com/office/drawing/2014/main" id="{5AAE089B-F55E-4A72-B4C4-1D1A708E4E29}"/>
                  </a:ext>
                </a:extLst>
              </p:cNvPr>
              <p:cNvSpPr/>
              <p:nvPr/>
            </p:nvSpPr>
            <p:spPr>
              <a:xfrm>
                <a:off x="6442569" y="963468"/>
                <a:ext cx="13335" cy="50800"/>
              </a:xfrm>
              <a:custGeom>
                <a:avLst/>
                <a:gdLst>
                  <a:gd name="connsiteX0" fmla="*/ 0 w 0"/>
                  <a:gd name="connsiteY0" fmla="*/ 0 h 50800"/>
                  <a:gd name="connsiteX1" fmla="*/ 0 w 0"/>
                  <a:gd name="connsiteY1" fmla="*/ 50800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28688" cap="rnd">
                <a:solidFill>
                  <a:srgbClr val="FF0000">
                    <a:alpha val="3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22" name="자유형: 도형 3321">
                <a:extLst>
                  <a:ext uri="{FF2B5EF4-FFF2-40B4-BE49-F238E27FC236}">
                    <a16:creationId xmlns:a16="http://schemas.microsoft.com/office/drawing/2014/main" id="{2DDF1ACD-934C-4806-B544-8591B6B34401}"/>
                  </a:ext>
                </a:extLst>
              </p:cNvPr>
              <p:cNvSpPr/>
              <p:nvPr/>
            </p:nvSpPr>
            <p:spPr>
              <a:xfrm>
                <a:off x="6538610" y="701643"/>
                <a:ext cx="13335" cy="304800"/>
              </a:xfrm>
              <a:custGeom>
                <a:avLst/>
                <a:gdLst>
                  <a:gd name="connsiteX0" fmla="*/ 0 w 0"/>
                  <a:gd name="connsiteY0" fmla="*/ 0 h 304800"/>
                  <a:gd name="connsiteX1" fmla="*/ 0 w 0"/>
                  <a:gd name="connsiteY1" fmla="*/ 312624 h 304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304800">
                    <a:moveTo>
                      <a:pt x="0" y="0"/>
                    </a:moveTo>
                    <a:lnTo>
                      <a:pt x="0" y="312624"/>
                    </a:lnTo>
                  </a:path>
                </a:pathLst>
              </a:custGeom>
              <a:noFill/>
              <a:ln w="28688" cap="rnd">
                <a:solidFill>
                  <a:srgbClr val="8C8C8C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23" name="자유형: 도형 3322">
                <a:extLst>
                  <a:ext uri="{FF2B5EF4-FFF2-40B4-BE49-F238E27FC236}">
                    <a16:creationId xmlns:a16="http://schemas.microsoft.com/office/drawing/2014/main" id="{849630E6-0CCD-4E45-8C35-78FFF58EF3DC}"/>
                  </a:ext>
                </a:extLst>
              </p:cNvPr>
              <p:cNvSpPr/>
              <p:nvPr/>
            </p:nvSpPr>
            <p:spPr>
              <a:xfrm>
                <a:off x="6538610" y="963468"/>
                <a:ext cx="13335" cy="50800"/>
              </a:xfrm>
              <a:custGeom>
                <a:avLst/>
                <a:gdLst>
                  <a:gd name="connsiteX0" fmla="*/ 0 w 0"/>
                  <a:gd name="connsiteY0" fmla="*/ 0 h 50800"/>
                  <a:gd name="connsiteX1" fmla="*/ 0 w 0"/>
                  <a:gd name="connsiteY1" fmla="*/ 50800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28688" cap="rnd">
                <a:solidFill>
                  <a:srgbClr val="FF0000">
                    <a:alpha val="3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25" name="자유형: 도형 3324">
                <a:extLst>
                  <a:ext uri="{FF2B5EF4-FFF2-40B4-BE49-F238E27FC236}">
                    <a16:creationId xmlns:a16="http://schemas.microsoft.com/office/drawing/2014/main" id="{068D2A61-7563-4ED1-8F07-5BE6C8A88C7E}"/>
                  </a:ext>
                </a:extLst>
              </p:cNvPr>
              <p:cNvSpPr/>
              <p:nvPr/>
            </p:nvSpPr>
            <p:spPr>
              <a:xfrm>
                <a:off x="7154724" y="653564"/>
                <a:ext cx="26670" cy="12700"/>
              </a:xfrm>
              <a:custGeom>
                <a:avLst/>
                <a:gdLst>
                  <a:gd name="connsiteX0" fmla="*/ 0 w 26670"/>
                  <a:gd name="connsiteY0" fmla="*/ 0 h 0"/>
                  <a:gd name="connsiteX1" fmla="*/ 28698 w 26670"/>
                  <a:gd name="connsiteY1" fmla="*/ 0 h 0"/>
                  <a:gd name="connsiteX2" fmla="*/ 28698 w 26670"/>
                  <a:gd name="connsiteY2" fmla="*/ 9144 h 0"/>
                  <a:gd name="connsiteX3" fmla="*/ 0 w 26670"/>
                  <a:gd name="connsiteY3" fmla="*/ 9144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">
                    <a:moveTo>
                      <a:pt x="0" y="0"/>
                    </a:moveTo>
                    <a:lnTo>
                      <a:pt x="28698" y="0"/>
                    </a:lnTo>
                    <a:lnTo>
                      <a:pt x="28698" y="9144"/>
                    </a:lnTo>
                    <a:lnTo>
                      <a:pt x="0" y="9144"/>
                    </a:lnTo>
                    <a:close/>
                  </a:path>
                </a:pathLst>
              </a:custGeom>
              <a:noFill/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26" name="자유형: 도형 3325">
                <a:extLst>
                  <a:ext uri="{FF2B5EF4-FFF2-40B4-BE49-F238E27FC236}">
                    <a16:creationId xmlns:a16="http://schemas.microsoft.com/office/drawing/2014/main" id="{6B753865-3F46-4542-B699-B5DFE5317FD8}"/>
                  </a:ext>
                </a:extLst>
              </p:cNvPr>
              <p:cNvSpPr/>
              <p:nvPr/>
            </p:nvSpPr>
            <p:spPr>
              <a:xfrm>
                <a:off x="7250736" y="653564"/>
                <a:ext cx="26670" cy="12700"/>
              </a:xfrm>
              <a:custGeom>
                <a:avLst/>
                <a:gdLst>
                  <a:gd name="connsiteX0" fmla="*/ 0 w 26670"/>
                  <a:gd name="connsiteY0" fmla="*/ 0 h 0"/>
                  <a:gd name="connsiteX1" fmla="*/ 28727 w 26670"/>
                  <a:gd name="connsiteY1" fmla="*/ 0 h 0"/>
                  <a:gd name="connsiteX2" fmla="*/ 28727 w 26670"/>
                  <a:gd name="connsiteY2" fmla="*/ 9144 h 0"/>
                  <a:gd name="connsiteX3" fmla="*/ 0 w 26670"/>
                  <a:gd name="connsiteY3" fmla="*/ 9144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">
                    <a:moveTo>
                      <a:pt x="0" y="0"/>
                    </a:moveTo>
                    <a:lnTo>
                      <a:pt x="28727" y="0"/>
                    </a:lnTo>
                    <a:lnTo>
                      <a:pt x="28727" y="9144"/>
                    </a:lnTo>
                    <a:lnTo>
                      <a:pt x="0" y="9144"/>
                    </a:lnTo>
                    <a:close/>
                  </a:path>
                </a:pathLst>
              </a:custGeom>
              <a:noFill/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27" name="자유형: 도형 3326">
                <a:extLst>
                  <a:ext uri="{FF2B5EF4-FFF2-40B4-BE49-F238E27FC236}">
                    <a16:creationId xmlns:a16="http://schemas.microsoft.com/office/drawing/2014/main" id="{76D2EAC2-D04D-4BDB-8413-D06EA3BD6CA0}"/>
                  </a:ext>
                </a:extLst>
              </p:cNvPr>
              <p:cNvSpPr/>
              <p:nvPr/>
            </p:nvSpPr>
            <p:spPr>
              <a:xfrm>
                <a:off x="7154724" y="576837"/>
                <a:ext cx="26670" cy="114300"/>
              </a:xfrm>
              <a:custGeom>
                <a:avLst/>
                <a:gdLst>
                  <a:gd name="connsiteX0" fmla="*/ 0 w 26670"/>
                  <a:gd name="connsiteY0" fmla="*/ 0 h 114300"/>
                  <a:gd name="connsiteX1" fmla="*/ 28688 w 26670"/>
                  <a:gd name="connsiteY1" fmla="*/ 0 h 114300"/>
                  <a:gd name="connsiteX2" fmla="*/ 28688 w 26670"/>
                  <a:gd name="connsiteY2" fmla="*/ 124806 h 114300"/>
                  <a:gd name="connsiteX3" fmla="*/ 0 w 26670"/>
                  <a:gd name="connsiteY3" fmla="*/ 124806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" h="114300">
                    <a:moveTo>
                      <a:pt x="0" y="0"/>
                    </a:moveTo>
                    <a:lnTo>
                      <a:pt x="28688" y="0"/>
                    </a:lnTo>
                    <a:lnTo>
                      <a:pt x="28688" y="124806"/>
                    </a:lnTo>
                    <a:lnTo>
                      <a:pt x="0" y="124806"/>
                    </a:lnTo>
                    <a:close/>
                  </a:path>
                </a:pathLst>
              </a:custGeom>
              <a:solidFill>
                <a:srgbClr val="8C8C8C"/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28" name="자유형: 도형 3327">
                <a:extLst>
                  <a:ext uri="{FF2B5EF4-FFF2-40B4-BE49-F238E27FC236}">
                    <a16:creationId xmlns:a16="http://schemas.microsoft.com/office/drawing/2014/main" id="{F3CF071C-5C26-4585-B045-2A701F9ADC98}"/>
                  </a:ext>
                </a:extLst>
              </p:cNvPr>
              <p:cNvSpPr/>
              <p:nvPr/>
            </p:nvSpPr>
            <p:spPr>
              <a:xfrm>
                <a:off x="7206791" y="576078"/>
                <a:ext cx="66675" cy="127000"/>
              </a:xfrm>
              <a:custGeom>
                <a:avLst/>
                <a:gdLst>
                  <a:gd name="connsiteX0" fmla="*/ 72662 w 66675"/>
                  <a:gd name="connsiteY0" fmla="*/ 125565 h 127000"/>
                  <a:gd name="connsiteX1" fmla="*/ 44818 w 66675"/>
                  <a:gd name="connsiteY1" fmla="*/ 87572 h 127000"/>
                  <a:gd name="connsiteX2" fmla="*/ 28823 w 66675"/>
                  <a:gd name="connsiteY2" fmla="*/ 69476 h 127000"/>
                  <a:gd name="connsiteX3" fmla="*/ 28823 w 66675"/>
                  <a:gd name="connsiteY3" fmla="*/ 0 h 127000"/>
                  <a:gd name="connsiteX4" fmla="*/ 0 w 66675"/>
                  <a:gd name="connsiteY4" fmla="*/ 0 h 127000"/>
                  <a:gd name="connsiteX5" fmla="*/ 0 w 66675"/>
                  <a:gd name="connsiteY5" fmla="*/ 73408 h 127000"/>
                  <a:gd name="connsiteX6" fmla="*/ 25952 w 66675"/>
                  <a:gd name="connsiteY6" fmla="*/ 108311 h 127000"/>
                  <a:gd name="connsiteX7" fmla="*/ 43935 w 66675"/>
                  <a:gd name="connsiteY7" fmla="*/ 130787 h 12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6675" h="127000">
                    <a:moveTo>
                      <a:pt x="72662" y="125565"/>
                    </a:moveTo>
                    <a:cubicBezTo>
                      <a:pt x="72662" y="110661"/>
                      <a:pt x="58462" y="98865"/>
                      <a:pt x="44818" y="87572"/>
                    </a:cubicBezTo>
                    <a:cubicBezTo>
                      <a:pt x="39269" y="82909"/>
                      <a:pt x="28823" y="74853"/>
                      <a:pt x="28823" y="69476"/>
                    </a:cubicBezTo>
                    <a:lnTo>
                      <a:pt x="28823" y="0"/>
                    </a:lnTo>
                    <a:lnTo>
                      <a:pt x="0" y="0"/>
                    </a:lnTo>
                    <a:lnTo>
                      <a:pt x="0" y="73408"/>
                    </a:lnTo>
                    <a:cubicBezTo>
                      <a:pt x="0" y="86850"/>
                      <a:pt x="12635" y="97265"/>
                      <a:pt x="25952" y="108311"/>
                    </a:cubicBezTo>
                    <a:cubicBezTo>
                      <a:pt x="31876" y="113084"/>
                      <a:pt x="43935" y="124185"/>
                      <a:pt x="43935" y="130787"/>
                    </a:cubicBezTo>
                  </a:path>
                </a:pathLst>
              </a:custGeom>
              <a:solidFill>
                <a:srgbClr val="8C8C8C"/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29" name="자유형: 도형 3328">
                <a:extLst>
                  <a:ext uri="{FF2B5EF4-FFF2-40B4-BE49-F238E27FC236}">
                    <a16:creationId xmlns:a16="http://schemas.microsoft.com/office/drawing/2014/main" id="{261680D9-3F51-4039-A2EB-CECBCCAA5BE0}"/>
                  </a:ext>
                </a:extLst>
              </p:cNvPr>
              <p:cNvSpPr/>
              <p:nvPr/>
            </p:nvSpPr>
            <p:spPr>
              <a:xfrm>
                <a:off x="7106194" y="330717"/>
                <a:ext cx="200025" cy="292100"/>
              </a:xfrm>
              <a:custGeom>
                <a:avLst/>
                <a:gdLst>
                  <a:gd name="connsiteX0" fmla="*/ 189000 w 200025"/>
                  <a:gd name="connsiteY0" fmla="*/ 165113 h 292100"/>
                  <a:gd name="connsiteX1" fmla="*/ 189000 w 200025"/>
                  <a:gd name="connsiteY1" fmla="*/ 90023 h 292100"/>
                  <a:gd name="connsiteX2" fmla="*/ 94514 w 200025"/>
                  <a:gd name="connsiteY2" fmla="*/ 0 h 292100"/>
                  <a:gd name="connsiteX3" fmla="*/ 0 w 200025"/>
                  <a:gd name="connsiteY3" fmla="*/ 90023 h 292100"/>
                  <a:gd name="connsiteX4" fmla="*/ 0 w 200025"/>
                  <a:gd name="connsiteY4" fmla="*/ 263365 h 292100"/>
                  <a:gd name="connsiteX5" fmla="*/ 94514 w 200025"/>
                  <a:gd name="connsiteY5" fmla="*/ 298323 h 292100"/>
                  <a:gd name="connsiteX6" fmla="*/ 206109 w 200025"/>
                  <a:gd name="connsiteY6" fmla="*/ 223909 h 292100"/>
                  <a:gd name="connsiteX7" fmla="*/ 206109 w 200025"/>
                  <a:gd name="connsiteY7" fmla="*/ 204560 h 292100"/>
                  <a:gd name="connsiteX8" fmla="*/ 189000 w 200025"/>
                  <a:gd name="connsiteY8" fmla="*/ 165113 h 292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0025" h="292100">
                    <a:moveTo>
                      <a:pt x="189000" y="165113"/>
                    </a:moveTo>
                    <a:lnTo>
                      <a:pt x="189000" y="90023"/>
                    </a:lnTo>
                    <a:cubicBezTo>
                      <a:pt x="189000" y="40325"/>
                      <a:pt x="146754" y="0"/>
                      <a:pt x="94514" y="0"/>
                    </a:cubicBezTo>
                    <a:cubicBezTo>
                      <a:pt x="42341" y="0"/>
                      <a:pt x="0" y="40252"/>
                      <a:pt x="0" y="90023"/>
                    </a:cubicBezTo>
                    <a:lnTo>
                      <a:pt x="0" y="263365"/>
                    </a:lnTo>
                    <a:cubicBezTo>
                      <a:pt x="19654" y="284332"/>
                      <a:pt x="54631" y="298323"/>
                      <a:pt x="94514" y="298323"/>
                    </a:cubicBezTo>
                    <a:cubicBezTo>
                      <a:pt x="156116" y="298323"/>
                      <a:pt x="206109" y="265075"/>
                      <a:pt x="206109" y="223909"/>
                    </a:cubicBezTo>
                    <a:lnTo>
                      <a:pt x="206109" y="204560"/>
                    </a:lnTo>
                    <a:cubicBezTo>
                      <a:pt x="206099" y="190049"/>
                      <a:pt x="199782" y="176571"/>
                      <a:pt x="189000" y="165113"/>
                    </a:cubicBezTo>
                    <a:close/>
                  </a:path>
                </a:pathLst>
              </a:custGeom>
              <a:solidFill>
                <a:srgbClr val="FFFF00">
                  <a:alpha val="30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30" name="자유형: 도형 3329">
                <a:extLst>
                  <a:ext uri="{FF2B5EF4-FFF2-40B4-BE49-F238E27FC236}">
                    <a16:creationId xmlns:a16="http://schemas.microsoft.com/office/drawing/2014/main" id="{322EA97F-7448-454F-856F-9F9B666C3156}"/>
                  </a:ext>
                </a:extLst>
              </p:cNvPr>
              <p:cNvSpPr/>
              <p:nvPr/>
            </p:nvSpPr>
            <p:spPr>
              <a:xfrm>
                <a:off x="7111225" y="330717"/>
                <a:ext cx="200025" cy="292100"/>
              </a:xfrm>
              <a:custGeom>
                <a:avLst/>
                <a:gdLst>
                  <a:gd name="connsiteX0" fmla="*/ 189000 w 200025"/>
                  <a:gd name="connsiteY0" fmla="*/ 165113 h 292100"/>
                  <a:gd name="connsiteX1" fmla="*/ 189000 w 200025"/>
                  <a:gd name="connsiteY1" fmla="*/ 90023 h 292100"/>
                  <a:gd name="connsiteX2" fmla="*/ 94514 w 200025"/>
                  <a:gd name="connsiteY2" fmla="*/ 0 h 292100"/>
                  <a:gd name="connsiteX3" fmla="*/ 0 w 200025"/>
                  <a:gd name="connsiteY3" fmla="*/ 90023 h 292100"/>
                  <a:gd name="connsiteX4" fmla="*/ 0 w 200025"/>
                  <a:gd name="connsiteY4" fmla="*/ 263365 h 292100"/>
                  <a:gd name="connsiteX5" fmla="*/ 94514 w 200025"/>
                  <a:gd name="connsiteY5" fmla="*/ 298323 h 292100"/>
                  <a:gd name="connsiteX6" fmla="*/ 206109 w 200025"/>
                  <a:gd name="connsiteY6" fmla="*/ 223909 h 292100"/>
                  <a:gd name="connsiteX7" fmla="*/ 206109 w 200025"/>
                  <a:gd name="connsiteY7" fmla="*/ 204560 h 292100"/>
                  <a:gd name="connsiteX8" fmla="*/ 189000 w 200025"/>
                  <a:gd name="connsiteY8" fmla="*/ 165113 h 292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0025" h="292100">
                    <a:moveTo>
                      <a:pt x="189000" y="165113"/>
                    </a:moveTo>
                    <a:lnTo>
                      <a:pt x="189000" y="90023"/>
                    </a:lnTo>
                    <a:cubicBezTo>
                      <a:pt x="189000" y="40325"/>
                      <a:pt x="146754" y="0"/>
                      <a:pt x="94514" y="0"/>
                    </a:cubicBezTo>
                    <a:cubicBezTo>
                      <a:pt x="42341" y="0"/>
                      <a:pt x="0" y="40252"/>
                      <a:pt x="0" y="90023"/>
                    </a:cubicBezTo>
                    <a:lnTo>
                      <a:pt x="0" y="263365"/>
                    </a:lnTo>
                    <a:cubicBezTo>
                      <a:pt x="19654" y="284332"/>
                      <a:pt x="54631" y="298323"/>
                      <a:pt x="94514" y="298323"/>
                    </a:cubicBezTo>
                    <a:cubicBezTo>
                      <a:pt x="156116" y="298323"/>
                      <a:pt x="206109" y="265075"/>
                      <a:pt x="206109" y="223909"/>
                    </a:cubicBezTo>
                    <a:lnTo>
                      <a:pt x="206109" y="204560"/>
                    </a:lnTo>
                    <a:cubicBezTo>
                      <a:pt x="206099" y="190049"/>
                      <a:pt x="199782" y="176571"/>
                      <a:pt x="189000" y="165113"/>
                    </a:cubicBezTo>
                    <a:close/>
                  </a:path>
                </a:pathLst>
              </a:custGeom>
              <a:solidFill>
                <a:srgbClr val="E6E6E6">
                  <a:alpha val="50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31" name="자유형: 도형 3330">
                <a:extLst>
                  <a:ext uri="{FF2B5EF4-FFF2-40B4-BE49-F238E27FC236}">
                    <a16:creationId xmlns:a16="http://schemas.microsoft.com/office/drawing/2014/main" id="{7C23DE9F-AA31-4A72-B156-3C36949D15CD}"/>
                  </a:ext>
                </a:extLst>
              </p:cNvPr>
              <p:cNvSpPr/>
              <p:nvPr/>
            </p:nvSpPr>
            <p:spPr>
              <a:xfrm>
                <a:off x="7108705" y="495830"/>
                <a:ext cx="200025" cy="127000"/>
              </a:xfrm>
              <a:custGeom>
                <a:avLst/>
                <a:gdLst>
                  <a:gd name="connsiteX0" fmla="*/ 189000 w 200025"/>
                  <a:gd name="connsiteY0" fmla="*/ 0 h 127000"/>
                  <a:gd name="connsiteX1" fmla="*/ 189000 w 200025"/>
                  <a:gd name="connsiteY1" fmla="*/ 39438 h 127000"/>
                  <a:gd name="connsiteX2" fmla="*/ 94514 w 200025"/>
                  <a:gd name="connsiteY2" fmla="*/ 102495 h 127000"/>
                  <a:gd name="connsiteX3" fmla="*/ 0 w 200025"/>
                  <a:gd name="connsiteY3" fmla="*/ 39439 h 127000"/>
                  <a:gd name="connsiteX4" fmla="*/ 0 w 200025"/>
                  <a:gd name="connsiteY4" fmla="*/ 78877 h 127000"/>
                  <a:gd name="connsiteX5" fmla="*/ 0 w 200025"/>
                  <a:gd name="connsiteY5" fmla="*/ 98234 h 127000"/>
                  <a:gd name="connsiteX6" fmla="*/ 94514 w 200025"/>
                  <a:gd name="connsiteY6" fmla="*/ 133192 h 127000"/>
                  <a:gd name="connsiteX7" fmla="*/ 206109 w 200025"/>
                  <a:gd name="connsiteY7" fmla="*/ 58787 h 127000"/>
                  <a:gd name="connsiteX8" fmla="*/ 206108 w 200025"/>
                  <a:gd name="connsiteY8" fmla="*/ 39439 h 127000"/>
                  <a:gd name="connsiteX9" fmla="*/ 189000 w 200025"/>
                  <a:gd name="connsiteY9" fmla="*/ 0 h 12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0025" h="127000">
                    <a:moveTo>
                      <a:pt x="189000" y="0"/>
                    </a:moveTo>
                    <a:lnTo>
                      <a:pt x="189000" y="39438"/>
                    </a:lnTo>
                    <a:cubicBezTo>
                      <a:pt x="189000" y="74222"/>
                      <a:pt x="146783" y="102495"/>
                      <a:pt x="94514" y="102495"/>
                    </a:cubicBezTo>
                    <a:cubicBezTo>
                      <a:pt x="42341" y="102495"/>
                      <a:pt x="0" y="74314"/>
                      <a:pt x="0" y="39439"/>
                    </a:cubicBezTo>
                    <a:lnTo>
                      <a:pt x="0" y="78877"/>
                    </a:lnTo>
                    <a:lnTo>
                      <a:pt x="0" y="98234"/>
                    </a:lnTo>
                    <a:cubicBezTo>
                      <a:pt x="19654" y="119211"/>
                      <a:pt x="54631" y="133192"/>
                      <a:pt x="94514" y="133192"/>
                    </a:cubicBezTo>
                    <a:cubicBezTo>
                      <a:pt x="156116" y="133192"/>
                      <a:pt x="206109" y="99944"/>
                      <a:pt x="206109" y="58787"/>
                    </a:cubicBezTo>
                    <a:lnTo>
                      <a:pt x="206108" y="39439"/>
                    </a:lnTo>
                    <a:cubicBezTo>
                      <a:pt x="206099" y="24936"/>
                      <a:pt x="199782" y="11458"/>
                      <a:pt x="189000" y="0"/>
                    </a:cubicBezTo>
                    <a:close/>
                  </a:path>
                </a:pathLst>
              </a:custGeom>
              <a:solidFill>
                <a:srgbClr val="D1D1D1">
                  <a:alpha val="90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32" name="자유형: 도형 3331">
                <a:extLst>
                  <a:ext uri="{FF2B5EF4-FFF2-40B4-BE49-F238E27FC236}">
                    <a16:creationId xmlns:a16="http://schemas.microsoft.com/office/drawing/2014/main" id="{0F798872-53FD-4029-B4F7-A2F62840E92D}"/>
                  </a:ext>
                </a:extLst>
              </p:cNvPr>
              <p:cNvSpPr/>
              <p:nvPr/>
            </p:nvSpPr>
            <p:spPr>
              <a:xfrm>
                <a:off x="7108704" y="495830"/>
                <a:ext cx="200025" cy="127000"/>
              </a:xfrm>
              <a:custGeom>
                <a:avLst/>
                <a:gdLst>
                  <a:gd name="connsiteX0" fmla="*/ 189000 w 200025"/>
                  <a:gd name="connsiteY0" fmla="*/ 0 h 127000"/>
                  <a:gd name="connsiteX1" fmla="*/ 189000 w 200025"/>
                  <a:gd name="connsiteY1" fmla="*/ 39438 h 127000"/>
                  <a:gd name="connsiteX2" fmla="*/ 94514 w 200025"/>
                  <a:gd name="connsiteY2" fmla="*/ 102495 h 127000"/>
                  <a:gd name="connsiteX3" fmla="*/ 0 w 200025"/>
                  <a:gd name="connsiteY3" fmla="*/ 39439 h 127000"/>
                  <a:gd name="connsiteX4" fmla="*/ 0 w 200025"/>
                  <a:gd name="connsiteY4" fmla="*/ 78877 h 127000"/>
                  <a:gd name="connsiteX5" fmla="*/ 0 w 200025"/>
                  <a:gd name="connsiteY5" fmla="*/ 98234 h 127000"/>
                  <a:gd name="connsiteX6" fmla="*/ 94514 w 200025"/>
                  <a:gd name="connsiteY6" fmla="*/ 133192 h 127000"/>
                  <a:gd name="connsiteX7" fmla="*/ 206109 w 200025"/>
                  <a:gd name="connsiteY7" fmla="*/ 58787 h 127000"/>
                  <a:gd name="connsiteX8" fmla="*/ 206108 w 200025"/>
                  <a:gd name="connsiteY8" fmla="*/ 39439 h 127000"/>
                  <a:gd name="connsiteX9" fmla="*/ 189000 w 200025"/>
                  <a:gd name="connsiteY9" fmla="*/ 0 h 12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0025" h="127000">
                    <a:moveTo>
                      <a:pt x="189000" y="0"/>
                    </a:moveTo>
                    <a:lnTo>
                      <a:pt x="189000" y="39438"/>
                    </a:lnTo>
                    <a:cubicBezTo>
                      <a:pt x="189000" y="74222"/>
                      <a:pt x="146783" y="102495"/>
                      <a:pt x="94514" y="102495"/>
                    </a:cubicBezTo>
                    <a:cubicBezTo>
                      <a:pt x="42341" y="102495"/>
                      <a:pt x="0" y="74314"/>
                      <a:pt x="0" y="39439"/>
                    </a:cubicBezTo>
                    <a:lnTo>
                      <a:pt x="0" y="78877"/>
                    </a:lnTo>
                    <a:lnTo>
                      <a:pt x="0" y="98234"/>
                    </a:lnTo>
                    <a:cubicBezTo>
                      <a:pt x="19654" y="119211"/>
                      <a:pt x="54631" y="133192"/>
                      <a:pt x="94514" y="133192"/>
                    </a:cubicBezTo>
                    <a:cubicBezTo>
                      <a:pt x="156116" y="133192"/>
                      <a:pt x="206109" y="99944"/>
                      <a:pt x="206109" y="58787"/>
                    </a:cubicBezTo>
                    <a:lnTo>
                      <a:pt x="206108" y="39439"/>
                    </a:lnTo>
                    <a:cubicBezTo>
                      <a:pt x="206099" y="24936"/>
                      <a:pt x="199782" y="11458"/>
                      <a:pt x="189000" y="0"/>
                    </a:cubicBezTo>
                    <a:close/>
                  </a:path>
                </a:pathLst>
              </a:custGeom>
              <a:solidFill>
                <a:srgbClr val="FFFF00">
                  <a:alpha val="70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33" name="자유형: 도형 3332">
                <a:extLst>
                  <a:ext uri="{FF2B5EF4-FFF2-40B4-BE49-F238E27FC236}">
                    <a16:creationId xmlns:a16="http://schemas.microsoft.com/office/drawing/2014/main" id="{24E335CF-B9BB-4A03-A31A-641985D884BE}"/>
                  </a:ext>
                </a:extLst>
              </p:cNvPr>
              <p:cNvSpPr/>
              <p:nvPr/>
            </p:nvSpPr>
            <p:spPr>
              <a:xfrm>
                <a:off x="7108705" y="495830"/>
                <a:ext cx="200025" cy="101600"/>
              </a:xfrm>
              <a:custGeom>
                <a:avLst/>
                <a:gdLst>
                  <a:gd name="connsiteX0" fmla="*/ 189000 w 200025"/>
                  <a:gd name="connsiteY0" fmla="*/ 0 h 101600"/>
                  <a:gd name="connsiteX1" fmla="*/ 189000 w 200025"/>
                  <a:gd name="connsiteY1" fmla="*/ 39438 h 101600"/>
                  <a:gd name="connsiteX2" fmla="*/ 94514 w 200025"/>
                  <a:gd name="connsiteY2" fmla="*/ 102495 h 101600"/>
                  <a:gd name="connsiteX3" fmla="*/ 0 w 200025"/>
                  <a:gd name="connsiteY3" fmla="*/ 39439 h 101600"/>
                  <a:gd name="connsiteX4" fmla="*/ 0 w 200025"/>
                  <a:gd name="connsiteY4" fmla="*/ 78877 h 101600"/>
                  <a:gd name="connsiteX5" fmla="*/ 94514 w 200025"/>
                  <a:gd name="connsiteY5" fmla="*/ 113834 h 101600"/>
                  <a:gd name="connsiteX6" fmla="*/ 206109 w 200025"/>
                  <a:gd name="connsiteY6" fmla="*/ 39429 h 101600"/>
                  <a:gd name="connsiteX7" fmla="*/ 189000 w 200025"/>
                  <a:gd name="connsiteY7" fmla="*/ 0 h 10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0025" h="101600">
                    <a:moveTo>
                      <a:pt x="189000" y="0"/>
                    </a:moveTo>
                    <a:lnTo>
                      <a:pt x="189000" y="39438"/>
                    </a:lnTo>
                    <a:cubicBezTo>
                      <a:pt x="189000" y="74222"/>
                      <a:pt x="146783" y="102495"/>
                      <a:pt x="94514" y="102495"/>
                    </a:cubicBezTo>
                    <a:cubicBezTo>
                      <a:pt x="42341" y="102495"/>
                      <a:pt x="0" y="74314"/>
                      <a:pt x="0" y="39439"/>
                    </a:cubicBezTo>
                    <a:lnTo>
                      <a:pt x="0" y="78877"/>
                    </a:lnTo>
                    <a:cubicBezTo>
                      <a:pt x="19654" y="99835"/>
                      <a:pt x="54631" y="113834"/>
                      <a:pt x="94514" y="113834"/>
                    </a:cubicBezTo>
                    <a:cubicBezTo>
                      <a:pt x="156116" y="113834"/>
                      <a:pt x="206109" y="80587"/>
                      <a:pt x="206109" y="39429"/>
                    </a:cubicBezTo>
                    <a:cubicBezTo>
                      <a:pt x="206099" y="24936"/>
                      <a:pt x="199782" y="11458"/>
                      <a:pt x="189000" y="0"/>
                    </a:cubicBezTo>
                    <a:close/>
                  </a:path>
                </a:pathLst>
              </a:custGeom>
              <a:solidFill>
                <a:srgbClr val="FFFF00">
                  <a:alpha val="25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34" name="자유형: 도형 3333">
                <a:extLst>
                  <a:ext uri="{FF2B5EF4-FFF2-40B4-BE49-F238E27FC236}">
                    <a16:creationId xmlns:a16="http://schemas.microsoft.com/office/drawing/2014/main" id="{DCFE4398-7380-4B45-8BC2-4F8EDBE2CD00}"/>
                  </a:ext>
                </a:extLst>
              </p:cNvPr>
              <p:cNvSpPr/>
              <p:nvPr/>
            </p:nvSpPr>
            <p:spPr>
              <a:xfrm>
                <a:off x="7108715" y="472266"/>
                <a:ext cx="186690" cy="114300"/>
              </a:xfrm>
              <a:custGeom>
                <a:avLst/>
                <a:gdLst>
                  <a:gd name="connsiteX0" fmla="*/ 189009 w 186690"/>
                  <a:gd name="connsiteY0" fmla="*/ 63002 h 114300"/>
                  <a:gd name="connsiteX1" fmla="*/ 94505 w 186690"/>
                  <a:gd name="connsiteY1" fmla="*/ 126004 h 114300"/>
                  <a:gd name="connsiteX2" fmla="*/ 0 w 186690"/>
                  <a:gd name="connsiteY2" fmla="*/ 63002 h 114300"/>
                  <a:gd name="connsiteX3" fmla="*/ 94505 w 186690"/>
                  <a:gd name="connsiteY3" fmla="*/ 0 h 114300"/>
                  <a:gd name="connsiteX4" fmla="*/ 189009 w 186690"/>
                  <a:gd name="connsiteY4" fmla="*/ 63002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6690" h="114300">
                    <a:moveTo>
                      <a:pt x="189009" y="63002"/>
                    </a:moveTo>
                    <a:cubicBezTo>
                      <a:pt x="189009" y="97797"/>
                      <a:pt x="146698" y="126004"/>
                      <a:pt x="94505" y="126004"/>
                    </a:cubicBezTo>
                    <a:cubicBezTo>
                      <a:pt x="42311" y="126004"/>
                      <a:pt x="0" y="97797"/>
                      <a:pt x="0" y="63002"/>
                    </a:cubicBezTo>
                    <a:cubicBezTo>
                      <a:pt x="0" y="28207"/>
                      <a:pt x="42311" y="0"/>
                      <a:pt x="94505" y="0"/>
                    </a:cubicBezTo>
                    <a:cubicBezTo>
                      <a:pt x="146698" y="0"/>
                      <a:pt x="189009" y="28207"/>
                      <a:pt x="189009" y="63002"/>
                    </a:cubicBezTo>
                    <a:close/>
                  </a:path>
                </a:pathLst>
              </a:custGeom>
              <a:solidFill>
                <a:srgbClr val="E6E6E6">
                  <a:alpha val="25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35" name="자유형: 도형 3334">
                <a:extLst>
                  <a:ext uri="{FF2B5EF4-FFF2-40B4-BE49-F238E27FC236}">
                    <a16:creationId xmlns:a16="http://schemas.microsoft.com/office/drawing/2014/main" id="{A3C6D3DC-7BD4-4DAD-8FB2-E9E4676BF45F}"/>
                  </a:ext>
                </a:extLst>
              </p:cNvPr>
              <p:cNvSpPr/>
              <p:nvPr/>
            </p:nvSpPr>
            <p:spPr>
              <a:xfrm>
                <a:off x="7108715" y="472266"/>
                <a:ext cx="186690" cy="114300"/>
              </a:xfrm>
              <a:custGeom>
                <a:avLst/>
                <a:gdLst>
                  <a:gd name="connsiteX0" fmla="*/ 189009 w 186690"/>
                  <a:gd name="connsiteY0" fmla="*/ 63002 h 114300"/>
                  <a:gd name="connsiteX1" fmla="*/ 94505 w 186690"/>
                  <a:gd name="connsiteY1" fmla="*/ 126004 h 114300"/>
                  <a:gd name="connsiteX2" fmla="*/ 0 w 186690"/>
                  <a:gd name="connsiteY2" fmla="*/ 63002 h 114300"/>
                  <a:gd name="connsiteX3" fmla="*/ 94505 w 186690"/>
                  <a:gd name="connsiteY3" fmla="*/ 0 h 114300"/>
                  <a:gd name="connsiteX4" fmla="*/ 189009 w 186690"/>
                  <a:gd name="connsiteY4" fmla="*/ 63002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6690" h="114300">
                    <a:moveTo>
                      <a:pt x="189009" y="63002"/>
                    </a:moveTo>
                    <a:cubicBezTo>
                      <a:pt x="189009" y="97797"/>
                      <a:pt x="146698" y="126004"/>
                      <a:pt x="94505" y="126004"/>
                    </a:cubicBezTo>
                    <a:cubicBezTo>
                      <a:pt x="42311" y="126004"/>
                      <a:pt x="0" y="97797"/>
                      <a:pt x="0" y="63002"/>
                    </a:cubicBezTo>
                    <a:cubicBezTo>
                      <a:pt x="0" y="28207"/>
                      <a:pt x="42311" y="0"/>
                      <a:pt x="94505" y="0"/>
                    </a:cubicBezTo>
                    <a:cubicBezTo>
                      <a:pt x="146698" y="0"/>
                      <a:pt x="189009" y="28207"/>
                      <a:pt x="189009" y="63002"/>
                    </a:cubicBezTo>
                    <a:close/>
                  </a:path>
                </a:pathLst>
              </a:custGeom>
              <a:solidFill>
                <a:srgbClr val="FFFF00">
                  <a:alpha val="25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36" name="자유형: 도형 3335">
                <a:extLst>
                  <a:ext uri="{FF2B5EF4-FFF2-40B4-BE49-F238E27FC236}">
                    <a16:creationId xmlns:a16="http://schemas.microsoft.com/office/drawing/2014/main" id="{FB1D9EA8-7741-4925-B5FE-DEFB249A7754}"/>
                  </a:ext>
                </a:extLst>
              </p:cNvPr>
              <p:cNvSpPr/>
              <p:nvPr/>
            </p:nvSpPr>
            <p:spPr>
              <a:xfrm>
                <a:off x="7138085" y="442539"/>
                <a:ext cx="93345" cy="88900"/>
              </a:xfrm>
              <a:custGeom>
                <a:avLst/>
                <a:gdLst>
                  <a:gd name="connsiteX0" fmla="*/ 0 w 93345"/>
                  <a:gd name="connsiteY0" fmla="*/ 10708 h 88900"/>
                  <a:gd name="connsiteX1" fmla="*/ 0 w 93345"/>
                  <a:gd name="connsiteY1" fmla="*/ 92738 h 88900"/>
                  <a:gd name="connsiteX2" fmla="*/ 13240 w 93345"/>
                  <a:gd name="connsiteY2" fmla="*/ 92738 h 88900"/>
                  <a:gd name="connsiteX3" fmla="*/ 13240 w 93345"/>
                  <a:gd name="connsiteY3" fmla="*/ 54479 h 88900"/>
                  <a:gd name="connsiteX4" fmla="*/ 50838 w 93345"/>
                  <a:gd name="connsiteY4" fmla="*/ 54479 h 88900"/>
                  <a:gd name="connsiteX5" fmla="*/ 104134 w 93345"/>
                  <a:gd name="connsiteY5" fmla="*/ 0 h 88900"/>
                  <a:gd name="connsiteX6" fmla="*/ 16053 w 93345"/>
                  <a:gd name="connsiteY6" fmla="*/ 0 h 88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3345" h="88900">
                    <a:moveTo>
                      <a:pt x="0" y="10708"/>
                    </a:moveTo>
                    <a:lnTo>
                      <a:pt x="0" y="92738"/>
                    </a:lnTo>
                    <a:lnTo>
                      <a:pt x="13240" y="92738"/>
                    </a:lnTo>
                    <a:lnTo>
                      <a:pt x="13240" y="54479"/>
                    </a:lnTo>
                    <a:lnTo>
                      <a:pt x="50838" y="54479"/>
                    </a:lnTo>
                    <a:lnTo>
                      <a:pt x="104134" y="0"/>
                    </a:lnTo>
                    <a:lnTo>
                      <a:pt x="16053" y="0"/>
                    </a:lnTo>
                    <a:close/>
                  </a:path>
                </a:pathLst>
              </a:custGeom>
              <a:solidFill>
                <a:srgbClr val="666666"/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37" name="자유형: 도형 3336">
                <a:extLst>
                  <a:ext uri="{FF2B5EF4-FFF2-40B4-BE49-F238E27FC236}">
                    <a16:creationId xmlns:a16="http://schemas.microsoft.com/office/drawing/2014/main" id="{9752685E-DF54-47E9-B236-ED295976AFDD}"/>
                  </a:ext>
                </a:extLst>
              </p:cNvPr>
              <p:cNvSpPr/>
              <p:nvPr/>
            </p:nvSpPr>
            <p:spPr>
              <a:xfrm>
                <a:off x="7207540" y="438973"/>
                <a:ext cx="53340" cy="88900"/>
              </a:xfrm>
              <a:custGeom>
                <a:avLst/>
                <a:gdLst>
                  <a:gd name="connsiteX0" fmla="*/ 44895 w 53340"/>
                  <a:gd name="connsiteY0" fmla="*/ 0 h 88900"/>
                  <a:gd name="connsiteX1" fmla="*/ 50713 w 53340"/>
                  <a:gd name="connsiteY1" fmla="*/ 6474 h 88900"/>
                  <a:gd name="connsiteX2" fmla="*/ 0 w 53340"/>
                  <a:gd name="connsiteY2" fmla="*/ 58046 h 88900"/>
                  <a:gd name="connsiteX3" fmla="*/ 48649 w 53340"/>
                  <a:gd name="connsiteY3" fmla="*/ 58046 h 88900"/>
                  <a:gd name="connsiteX4" fmla="*/ 48649 w 53340"/>
                  <a:gd name="connsiteY4" fmla="*/ 96304 h 88900"/>
                  <a:gd name="connsiteX5" fmla="*/ 60833 w 53340"/>
                  <a:gd name="connsiteY5" fmla="*/ 96304 h 88900"/>
                  <a:gd name="connsiteX6" fmla="*/ 60833 w 53340"/>
                  <a:gd name="connsiteY6" fmla="*/ 0 h 88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340" h="88900">
                    <a:moveTo>
                      <a:pt x="44895" y="0"/>
                    </a:moveTo>
                    <a:lnTo>
                      <a:pt x="50713" y="6474"/>
                    </a:lnTo>
                    <a:lnTo>
                      <a:pt x="0" y="58046"/>
                    </a:lnTo>
                    <a:lnTo>
                      <a:pt x="48649" y="58046"/>
                    </a:lnTo>
                    <a:lnTo>
                      <a:pt x="48649" y="96304"/>
                    </a:lnTo>
                    <a:lnTo>
                      <a:pt x="60833" y="96304"/>
                    </a:lnTo>
                    <a:lnTo>
                      <a:pt x="60833" y="0"/>
                    </a:lnTo>
                    <a:close/>
                  </a:path>
                </a:pathLst>
              </a:custGeom>
              <a:solidFill>
                <a:srgbClr val="666666"/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38" name="자유형: 도형 3337">
                <a:extLst>
                  <a:ext uri="{FF2B5EF4-FFF2-40B4-BE49-F238E27FC236}">
                    <a16:creationId xmlns:a16="http://schemas.microsoft.com/office/drawing/2014/main" id="{A9A90860-C926-4D6C-A53B-A0B73BC7BB75}"/>
                  </a:ext>
                </a:extLst>
              </p:cNvPr>
              <p:cNvSpPr/>
              <p:nvPr/>
            </p:nvSpPr>
            <p:spPr>
              <a:xfrm>
                <a:off x="7114111" y="330717"/>
                <a:ext cx="200025" cy="292100"/>
              </a:xfrm>
              <a:custGeom>
                <a:avLst/>
                <a:gdLst>
                  <a:gd name="connsiteX0" fmla="*/ 189000 w 200025"/>
                  <a:gd name="connsiteY0" fmla="*/ 165113 h 292100"/>
                  <a:gd name="connsiteX1" fmla="*/ 189000 w 200025"/>
                  <a:gd name="connsiteY1" fmla="*/ 90023 h 292100"/>
                  <a:gd name="connsiteX2" fmla="*/ 94514 w 200025"/>
                  <a:gd name="connsiteY2" fmla="*/ 0 h 292100"/>
                  <a:gd name="connsiteX3" fmla="*/ 0 w 200025"/>
                  <a:gd name="connsiteY3" fmla="*/ 90023 h 292100"/>
                  <a:gd name="connsiteX4" fmla="*/ 0 w 200025"/>
                  <a:gd name="connsiteY4" fmla="*/ 263365 h 292100"/>
                  <a:gd name="connsiteX5" fmla="*/ 94514 w 200025"/>
                  <a:gd name="connsiteY5" fmla="*/ 298323 h 292100"/>
                  <a:gd name="connsiteX6" fmla="*/ 206109 w 200025"/>
                  <a:gd name="connsiteY6" fmla="*/ 223909 h 292100"/>
                  <a:gd name="connsiteX7" fmla="*/ 206109 w 200025"/>
                  <a:gd name="connsiteY7" fmla="*/ 204560 h 292100"/>
                  <a:gd name="connsiteX8" fmla="*/ 189000 w 200025"/>
                  <a:gd name="connsiteY8" fmla="*/ 165113 h 292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0025" h="292100">
                    <a:moveTo>
                      <a:pt x="189000" y="165113"/>
                    </a:moveTo>
                    <a:lnTo>
                      <a:pt x="189000" y="90023"/>
                    </a:lnTo>
                    <a:cubicBezTo>
                      <a:pt x="189000" y="40325"/>
                      <a:pt x="146754" y="0"/>
                      <a:pt x="94514" y="0"/>
                    </a:cubicBezTo>
                    <a:cubicBezTo>
                      <a:pt x="42341" y="0"/>
                      <a:pt x="0" y="40252"/>
                      <a:pt x="0" y="90023"/>
                    </a:cubicBezTo>
                    <a:lnTo>
                      <a:pt x="0" y="263365"/>
                    </a:lnTo>
                    <a:cubicBezTo>
                      <a:pt x="19654" y="284332"/>
                      <a:pt x="54631" y="298323"/>
                      <a:pt x="94514" y="298323"/>
                    </a:cubicBezTo>
                    <a:cubicBezTo>
                      <a:pt x="156116" y="298323"/>
                      <a:pt x="206109" y="265075"/>
                      <a:pt x="206109" y="223909"/>
                    </a:cubicBezTo>
                    <a:lnTo>
                      <a:pt x="206109" y="204560"/>
                    </a:lnTo>
                    <a:cubicBezTo>
                      <a:pt x="206099" y="190049"/>
                      <a:pt x="199782" y="176571"/>
                      <a:pt x="189000" y="165113"/>
                    </a:cubicBezTo>
                    <a:close/>
                  </a:path>
                </a:pathLst>
              </a:custGeom>
              <a:solidFill>
                <a:srgbClr val="FFFF00">
                  <a:alpha val="65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39" name="자유형: 도형 3338">
                <a:extLst>
                  <a:ext uri="{FF2B5EF4-FFF2-40B4-BE49-F238E27FC236}">
                    <a16:creationId xmlns:a16="http://schemas.microsoft.com/office/drawing/2014/main" id="{EDF6F1C7-A3FF-44AF-899F-C4EAB07DA033}"/>
                  </a:ext>
                </a:extLst>
              </p:cNvPr>
              <p:cNvSpPr/>
              <p:nvPr/>
            </p:nvSpPr>
            <p:spPr>
              <a:xfrm>
                <a:off x="7219158" y="346490"/>
                <a:ext cx="40005" cy="25400"/>
              </a:xfrm>
              <a:custGeom>
                <a:avLst/>
                <a:gdLst>
                  <a:gd name="connsiteX0" fmla="*/ 28074 w 40005"/>
                  <a:gd name="connsiteY0" fmla="*/ 31903 h 25400"/>
                  <a:gd name="connsiteX1" fmla="*/ 47228 w 40005"/>
                  <a:gd name="connsiteY1" fmla="*/ 28429 h 25400"/>
                  <a:gd name="connsiteX2" fmla="*/ 0 w 40005"/>
                  <a:gd name="connsiteY2" fmla="*/ 0 h 25400"/>
                  <a:gd name="connsiteX3" fmla="*/ 3389 w 40005"/>
                  <a:gd name="connsiteY3" fmla="*/ 13725 h 25400"/>
                  <a:gd name="connsiteX4" fmla="*/ 28074 w 40005"/>
                  <a:gd name="connsiteY4" fmla="*/ 31903 h 25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005" h="25400">
                    <a:moveTo>
                      <a:pt x="28074" y="31903"/>
                    </a:moveTo>
                    <a:lnTo>
                      <a:pt x="47228" y="28429"/>
                    </a:lnTo>
                    <a:cubicBezTo>
                      <a:pt x="36004" y="14054"/>
                      <a:pt x="19462" y="3566"/>
                      <a:pt x="0" y="0"/>
                    </a:cubicBezTo>
                    <a:lnTo>
                      <a:pt x="3389" y="13725"/>
                    </a:lnTo>
                    <a:cubicBezTo>
                      <a:pt x="13576" y="17163"/>
                      <a:pt x="22149" y="23637"/>
                      <a:pt x="28074" y="31903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40" name="자유형: 도형 3339">
                <a:extLst>
                  <a:ext uri="{FF2B5EF4-FFF2-40B4-BE49-F238E27FC236}">
                    <a16:creationId xmlns:a16="http://schemas.microsoft.com/office/drawing/2014/main" id="{9781BB1B-C4D7-4CF0-B24E-6CB8B3816C96}"/>
                  </a:ext>
                </a:extLst>
              </p:cNvPr>
              <p:cNvSpPr/>
              <p:nvPr/>
            </p:nvSpPr>
            <p:spPr>
              <a:xfrm>
                <a:off x="7118949" y="583777"/>
                <a:ext cx="26670" cy="25400"/>
              </a:xfrm>
              <a:custGeom>
                <a:avLst/>
                <a:gdLst>
                  <a:gd name="connsiteX0" fmla="*/ 0 w 26670"/>
                  <a:gd name="connsiteY0" fmla="*/ 0 h 25400"/>
                  <a:gd name="connsiteX1" fmla="*/ 0 w 26670"/>
                  <a:gd name="connsiteY1" fmla="*/ 19303 h 25400"/>
                  <a:gd name="connsiteX2" fmla="*/ 30772 w 26670"/>
                  <a:gd name="connsiteY2" fmla="*/ 36027 h 25400"/>
                  <a:gd name="connsiteX3" fmla="*/ 30772 w 26670"/>
                  <a:gd name="connsiteY3" fmla="*/ 16660 h 25400"/>
                  <a:gd name="connsiteX4" fmla="*/ 0 w 26670"/>
                  <a:gd name="connsiteY4" fmla="*/ 0 h 25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670" h="25400">
                    <a:moveTo>
                      <a:pt x="0" y="0"/>
                    </a:moveTo>
                    <a:lnTo>
                      <a:pt x="0" y="19303"/>
                    </a:lnTo>
                    <a:cubicBezTo>
                      <a:pt x="8651" y="26024"/>
                      <a:pt x="19116" y="31702"/>
                      <a:pt x="30772" y="36027"/>
                    </a:cubicBezTo>
                    <a:lnTo>
                      <a:pt x="30772" y="16660"/>
                    </a:lnTo>
                    <a:cubicBezTo>
                      <a:pt x="19058" y="12390"/>
                      <a:pt x="8679" y="6730"/>
                      <a:pt x="0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41" name="자유형: 도형 3340">
                <a:extLst>
                  <a:ext uri="{FF2B5EF4-FFF2-40B4-BE49-F238E27FC236}">
                    <a16:creationId xmlns:a16="http://schemas.microsoft.com/office/drawing/2014/main" id="{779998D1-875D-4582-B23D-08859AA8946C}"/>
                  </a:ext>
                </a:extLst>
              </p:cNvPr>
              <p:cNvSpPr/>
              <p:nvPr/>
            </p:nvSpPr>
            <p:spPr>
              <a:xfrm>
                <a:off x="7116117" y="358368"/>
                <a:ext cx="146685" cy="241300"/>
              </a:xfrm>
              <a:custGeom>
                <a:avLst/>
                <a:gdLst>
                  <a:gd name="connsiteX0" fmla="*/ 140245 w 146685"/>
                  <a:gd name="connsiteY0" fmla="*/ 229012 h 241300"/>
                  <a:gd name="connsiteX1" fmla="*/ 129501 w 146685"/>
                  <a:gd name="connsiteY1" fmla="*/ 233200 h 241300"/>
                  <a:gd name="connsiteX2" fmla="*/ 127130 w 146685"/>
                  <a:gd name="connsiteY2" fmla="*/ 233940 h 241300"/>
                  <a:gd name="connsiteX3" fmla="*/ 103194 w 146685"/>
                  <a:gd name="connsiteY3" fmla="*/ 238951 h 241300"/>
                  <a:gd name="connsiteX4" fmla="*/ 100198 w 146685"/>
                  <a:gd name="connsiteY4" fmla="*/ 239198 h 241300"/>
                  <a:gd name="connsiteX5" fmla="*/ 87256 w 146685"/>
                  <a:gd name="connsiteY5" fmla="*/ 239939 h 241300"/>
                  <a:gd name="connsiteX6" fmla="*/ 80967 w 146685"/>
                  <a:gd name="connsiteY6" fmla="*/ 239637 h 241300"/>
                  <a:gd name="connsiteX7" fmla="*/ 36994 w 146685"/>
                  <a:gd name="connsiteY7" fmla="*/ 230246 h 241300"/>
                  <a:gd name="connsiteX8" fmla="*/ 36993 w 146685"/>
                  <a:gd name="connsiteY8" fmla="*/ 123700 h 241300"/>
                  <a:gd name="connsiteX9" fmla="*/ 36993 w 146685"/>
                  <a:gd name="connsiteY9" fmla="*/ 62417 h 241300"/>
                  <a:gd name="connsiteX10" fmla="*/ 64645 w 146685"/>
                  <a:gd name="connsiteY10" fmla="*/ 19879 h 241300"/>
                  <a:gd name="connsiteX11" fmla="*/ 64347 w 146685"/>
                  <a:gd name="connsiteY11" fmla="*/ 19202 h 241300"/>
                  <a:gd name="connsiteX12" fmla="*/ 47708 w 146685"/>
                  <a:gd name="connsiteY12" fmla="*/ 0 h 241300"/>
                  <a:gd name="connsiteX13" fmla="*/ 10504 w 146685"/>
                  <a:gd name="connsiteY13" fmla="*/ 62380 h 241300"/>
                  <a:gd name="connsiteX14" fmla="*/ 10504 w 146685"/>
                  <a:gd name="connsiteY14" fmla="*/ 213576 h 241300"/>
                  <a:gd name="connsiteX15" fmla="*/ 4100 w 146685"/>
                  <a:gd name="connsiteY15" fmla="*/ 206846 h 241300"/>
                  <a:gd name="connsiteX16" fmla="*/ 0 w 146685"/>
                  <a:gd name="connsiteY16" fmla="*/ 215579 h 241300"/>
                  <a:gd name="connsiteX17" fmla="*/ 87246 w 146685"/>
                  <a:gd name="connsiteY17" fmla="*/ 246842 h 241300"/>
                  <a:gd name="connsiteX18" fmla="*/ 147407 w 146685"/>
                  <a:gd name="connsiteY18" fmla="*/ 234114 h 241300"/>
                  <a:gd name="connsiteX19" fmla="*/ 140379 w 146685"/>
                  <a:gd name="connsiteY19" fmla="*/ 228920 h 241300"/>
                  <a:gd name="connsiteX20" fmla="*/ 140245 w 146685"/>
                  <a:gd name="connsiteY20" fmla="*/ 229012 h 241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46685" h="241300">
                    <a:moveTo>
                      <a:pt x="140245" y="229012"/>
                    </a:moveTo>
                    <a:cubicBezTo>
                      <a:pt x="136837" y="230566"/>
                      <a:pt x="133179" y="231929"/>
                      <a:pt x="129501" y="233200"/>
                    </a:cubicBezTo>
                    <a:cubicBezTo>
                      <a:pt x="128724" y="233447"/>
                      <a:pt x="127936" y="233712"/>
                      <a:pt x="127130" y="233940"/>
                    </a:cubicBezTo>
                    <a:cubicBezTo>
                      <a:pt x="119612" y="236217"/>
                      <a:pt x="111643" y="237991"/>
                      <a:pt x="103194" y="238951"/>
                    </a:cubicBezTo>
                    <a:cubicBezTo>
                      <a:pt x="102195" y="239070"/>
                      <a:pt x="101178" y="239189"/>
                      <a:pt x="100198" y="239198"/>
                    </a:cubicBezTo>
                    <a:cubicBezTo>
                      <a:pt x="95926" y="239582"/>
                      <a:pt x="91615" y="239939"/>
                      <a:pt x="87256" y="239939"/>
                    </a:cubicBezTo>
                    <a:cubicBezTo>
                      <a:pt x="85278" y="239939"/>
                      <a:pt x="83156" y="239747"/>
                      <a:pt x="80967" y="239637"/>
                    </a:cubicBezTo>
                    <a:cubicBezTo>
                      <a:pt x="64962" y="238915"/>
                      <a:pt x="49888" y="235641"/>
                      <a:pt x="36994" y="230246"/>
                    </a:cubicBezTo>
                    <a:lnTo>
                      <a:pt x="36993" y="123700"/>
                    </a:lnTo>
                    <a:lnTo>
                      <a:pt x="36993" y="62417"/>
                    </a:lnTo>
                    <a:cubicBezTo>
                      <a:pt x="36993" y="43736"/>
                      <a:pt x="48304" y="27752"/>
                      <a:pt x="64645" y="19879"/>
                    </a:cubicBezTo>
                    <a:lnTo>
                      <a:pt x="64347" y="19202"/>
                    </a:lnTo>
                    <a:lnTo>
                      <a:pt x="47708" y="0"/>
                    </a:lnTo>
                    <a:cubicBezTo>
                      <a:pt x="25443" y="12738"/>
                      <a:pt x="10504" y="35844"/>
                      <a:pt x="10504" y="62380"/>
                    </a:cubicBezTo>
                    <a:lnTo>
                      <a:pt x="10504" y="213576"/>
                    </a:lnTo>
                    <a:cubicBezTo>
                      <a:pt x="9841" y="212945"/>
                      <a:pt x="6394" y="209654"/>
                      <a:pt x="4100" y="206846"/>
                    </a:cubicBezTo>
                    <a:lnTo>
                      <a:pt x="0" y="215579"/>
                    </a:lnTo>
                    <a:cubicBezTo>
                      <a:pt x="18684" y="234397"/>
                      <a:pt x="50790" y="246842"/>
                      <a:pt x="87246" y="246842"/>
                    </a:cubicBezTo>
                    <a:cubicBezTo>
                      <a:pt x="109646" y="246842"/>
                      <a:pt x="130413" y="242097"/>
                      <a:pt x="147407" y="234114"/>
                    </a:cubicBezTo>
                    <a:lnTo>
                      <a:pt x="140379" y="228920"/>
                    </a:lnTo>
                    <a:cubicBezTo>
                      <a:pt x="140245" y="229012"/>
                      <a:pt x="140245" y="229012"/>
                      <a:pt x="140245" y="22901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133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42" name="자유형: 도형 3341">
                <a:extLst>
                  <a:ext uri="{FF2B5EF4-FFF2-40B4-BE49-F238E27FC236}">
                    <a16:creationId xmlns:a16="http://schemas.microsoft.com/office/drawing/2014/main" id="{B31AA6B3-F879-4ED3-8F52-53C2992B372B}"/>
                  </a:ext>
                </a:extLst>
              </p:cNvPr>
              <p:cNvSpPr/>
              <p:nvPr/>
            </p:nvSpPr>
            <p:spPr>
              <a:xfrm>
                <a:off x="7169068" y="701643"/>
                <a:ext cx="13335" cy="304800"/>
              </a:xfrm>
              <a:custGeom>
                <a:avLst/>
                <a:gdLst>
                  <a:gd name="connsiteX0" fmla="*/ 0 w 0"/>
                  <a:gd name="connsiteY0" fmla="*/ 0 h 304800"/>
                  <a:gd name="connsiteX1" fmla="*/ 0 w 0"/>
                  <a:gd name="connsiteY1" fmla="*/ 312624 h 304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304800">
                    <a:moveTo>
                      <a:pt x="0" y="0"/>
                    </a:moveTo>
                    <a:lnTo>
                      <a:pt x="0" y="312624"/>
                    </a:lnTo>
                  </a:path>
                </a:pathLst>
              </a:custGeom>
              <a:noFill/>
              <a:ln w="28688" cap="rnd">
                <a:solidFill>
                  <a:srgbClr val="8C8C8C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43" name="자유형: 도형 3342">
                <a:extLst>
                  <a:ext uri="{FF2B5EF4-FFF2-40B4-BE49-F238E27FC236}">
                    <a16:creationId xmlns:a16="http://schemas.microsoft.com/office/drawing/2014/main" id="{2EF48B4C-0BDF-4D6E-8A0E-D726265D6ECE}"/>
                  </a:ext>
                </a:extLst>
              </p:cNvPr>
              <p:cNvSpPr/>
              <p:nvPr/>
            </p:nvSpPr>
            <p:spPr>
              <a:xfrm>
                <a:off x="7169068" y="963468"/>
                <a:ext cx="13335" cy="50800"/>
              </a:xfrm>
              <a:custGeom>
                <a:avLst/>
                <a:gdLst>
                  <a:gd name="connsiteX0" fmla="*/ 0 w 0"/>
                  <a:gd name="connsiteY0" fmla="*/ 0 h 50800"/>
                  <a:gd name="connsiteX1" fmla="*/ 0 w 0"/>
                  <a:gd name="connsiteY1" fmla="*/ 50800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28688" cap="rnd">
                <a:solidFill>
                  <a:srgbClr val="FF0000">
                    <a:alpha val="3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44" name="자유형: 도형 3343">
                <a:extLst>
                  <a:ext uri="{FF2B5EF4-FFF2-40B4-BE49-F238E27FC236}">
                    <a16:creationId xmlns:a16="http://schemas.microsoft.com/office/drawing/2014/main" id="{293F8E1F-A1DE-4B5C-8D0A-D2B22CB3B210}"/>
                  </a:ext>
                </a:extLst>
              </p:cNvPr>
              <p:cNvSpPr/>
              <p:nvPr/>
            </p:nvSpPr>
            <p:spPr>
              <a:xfrm>
                <a:off x="7265109" y="701643"/>
                <a:ext cx="13335" cy="304800"/>
              </a:xfrm>
              <a:custGeom>
                <a:avLst/>
                <a:gdLst>
                  <a:gd name="connsiteX0" fmla="*/ 0 w 0"/>
                  <a:gd name="connsiteY0" fmla="*/ 0 h 304800"/>
                  <a:gd name="connsiteX1" fmla="*/ 0 w 0"/>
                  <a:gd name="connsiteY1" fmla="*/ 312624 h 304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304800">
                    <a:moveTo>
                      <a:pt x="0" y="0"/>
                    </a:moveTo>
                    <a:lnTo>
                      <a:pt x="0" y="312624"/>
                    </a:lnTo>
                  </a:path>
                </a:pathLst>
              </a:custGeom>
              <a:noFill/>
              <a:ln w="28688" cap="rnd">
                <a:solidFill>
                  <a:srgbClr val="8C8C8C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45" name="자유형: 도형 3344">
                <a:extLst>
                  <a:ext uri="{FF2B5EF4-FFF2-40B4-BE49-F238E27FC236}">
                    <a16:creationId xmlns:a16="http://schemas.microsoft.com/office/drawing/2014/main" id="{EA2F769A-B05C-47CE-AF83-F0058B79712D}"/>
                  </a:ext>
                </a:extLst>
              </p:cNvPr>
              <p:cNvSpPr/>
              <p:nvPr/>
            </p:nvSpPr>
            <p:spPr>
              <a:xfrm>
                <a:off x="7265109" y="963468"/>
                <a:ext cx="13335" cy="50800"/>
              </a:xfrm>
              <a:custGeom>
                <a:avLst/>
                <a:gdLst>
                  <a:gd name="connsiteX0" fmla="*/ 0 w 0"/>
                  <a:gd name="connsiteY0" fmla="*/ 0 h 50800"/>
                  <a:gd name="connsiteX1" fmla="*/ 0 w 0"/>
                  <a:gd name="connsiteY1" fmla="*/ 50800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28688" cap="rnd">
                <a:solidFill>
                  <a:srgbClr val="FF0000">
                    <a:alpha val="3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569" name="타원 3568">
                <a:extLst>
                  <a:ext uri="{FF2B5EF4-FFF2-40B4-BE49-F238E27FC236}">
                    <a16:creationId xmlns:a16="http://schemas.microsoft.com/office/drawing/2014/main" id="{7E6F1A08-33D5-4525-91A7-C0792FAB5355}"/>
                  </a:ext>
                </a:extLst>
              </p:cNvPr>
              <p:cNvSpPr/>
              <p:nvPr/>
            </p:nvSpPr>
            <p:spPr>
              <a:xfrm rot="5400000">
                <a:off x="7839340" y="1239690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3580" name="연결선: 꺾임 3579">
                <a:extLst>
                  <a:ext uri="{FF2B5EF4-FFF2-40B4-BE49-F238E27FC236}">
                    <a16:creationId xmlns:a16="http://schemas.microsoft.com/office/drawing/2014/main" id="{3435C238-B179-45FA-8495-7AC0014C3F19}"/>
                  </a:ext>
                </a:extLst>
              </p:cNvPr>
              <p:cNvCxnSpPr>
                <a:cxnSpLocks/>
                <a:stCxn id="3569" idx="6"/>
                <a:endCxn id="3076" idx="2"/>
              </p:cNvCxnSpPr>
              <p:nvPr/>
            </p:nvCxnSpPr>
            <p:spPr>
              <a:xfrm rot="5400000">
                <a:off x="6900097" y="582285"/>
                <a:ext cx="227839" cy="1758649"/>
              </a:xfrm>
              <a:prstGeom prst="bentConnector3">
                <a:avLst>
                  <a:gd name="adj1" fmla="val 50000"/>
                </a:avLst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88" name="타원 3587">
                <a:extLst>
                  <a:ext uri="{FF2B5EF4-FFF2-40B4-BE49-F238E27FC236}">
                    <a16:creationId xmlns:a16="http://schemas.microsoft.com/office/drawing/2014/main" id="{D8AC02E1-1654-47D5-A44D-316790741D5F}"/>
                  </a:ext>
                </a:extLst>
              </p:cNvPr>
              <p:cNvSpPr/>
              <p:nvPr/>
            </p:nvSpPr>
            <p:spPr>
              <a:xfrm rot="5400000">
                <a:off x="4310946" y="1131690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589" name="타원 3588">
                <a:extLst>
                  <a:ext uri="{FF2B5EF4-FFF2-40B4-BE49-F238E27FC236}">
                    <a16:creationId xmlns:a16="http://schemas.microsoft.com/office/drawing/2014/main" id="{DB4EC704-CDD9-4B0B-851A-F2D1695B43B8}"/>
                  </a:ext>
                </a:extLst>
              </p:cNvPr>
              <p:cNvSpPr/>
              <p:nvPr/>
            </p:nvSpPr>
            <p:spPr>
              <a:xfrm rot="5400000">
                <a:off x="5036439" y="1131690"/>
                <a:ext cx="108000" cy="108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590" name="타원 3589">
                <a:extLst>
                  <a:ext uri="{FF2B5EF4-FFF2-40B4-BE49-F238E27FC236}">
                    <a16:creationId xmlns:a16="http://schemas.microsoft.com/office/drawing/2014/main" id="{80CC2D51-975C-43F9-B395-289E5B1FFE69}"/>
                  </a:ext>
                </a:extLst>
              </p:cNvPr>
              <p:cNvSpPr/>
              <p:nvPr/>
            </p:nvSpPr>
            <p:spPr>
              <a:xfrm rot="5400000">
                <a:off x="7209140" y="1131690"/>
                <a:ext cx="108000" cy="108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591" name="타원 3590">
                <a:extLst>
                  <a:ext uri="{FF2B5EF4-FFF2-40B4-BE49-F238E27FC236}">
                    <a16:creationId xmlns:a16="http://schemas.microsoft.com/office/drawing/2014/main" id="{160F5697-67A2-49C2-B914-2742FB85AFA7}"/>
                  </a:ext>
                </a:extLst>
              </p:cNvPr>
              <p:cNvSpPr/>
              <p:nvPr/>
            </p:nvSpPr>
            <p:spPr>
              <a:xfrm rot="5400000">
                <a:off x="8654372" y="1131690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3605" name="연결선: 꺾임 3604">
                <a:extLst>
                  <a:ext uri="{FF2B5EF4-FFF2-40B4-BE49-F238E27FC236}">
                    <a16:creationId xmlns:a16="http://schemas.microsoft.com/office/drawing/2014/main" id="{FCDA534B-1A55-4282-9E5E-F59BE015F875}"/>
                  </a:ext>
                </a:extLst>
              </p:cNvPr>
              <p:cNvCxnSpPr>
                <a:cxnSpLocks/>
                <a:stCxn id="3588" idx="0"/>
                <a:endCxn id="2040" idx="6"/>
              </p:cNvCxnSpPr>
              <p:nvPr/>
            </p:nvCxnSpPr>
            <p:spPr>
              <a:xfrm>
                <a:off x="4418946" y="1185690"/>
                <a:ext cx="3973658" cy="4306349"/>
              </a:xfrm>
              <a:prstGeom prst="bentConnector4">
                <a:avLst>
                  <a:gd name="adj1" fmla="val 5069"/>
                  <a:gd name="adj2" fmla="val 125657"/>
                </a:avLst>
              </a:prstGeom>
              <a:ln w="285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28" name="그림 627">
                <a:extLst>
                  <a:ext uri="{FF2B5EF4-FFF2-40B4-BE49-F238E27FC236}">
                    <a16:creationId xmlns:a16="http://schemas.microsoft.com/office/drawing/2014/main" id="{BAD6F48A-1D73-4D18-B4E0-595E1FE9C7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6200000">
                <a:off x="5566123" y="5676497"/>
                <a:ext cx="710413" cy="710413"/>
              </a:xfrm>
              <a:prstGeom prst="rect">
                <a:avLst/>
              </a:prstGeom>
            </p:spPr>
          </p:pic>
          <p:cxnSp>
            <p:nvCxnSpPr>
              <p:cNvPr id="3620" name="연결선: 꺾임 3619">
                <a:extLst>
                  <a:ext uri="{FF2B5EF4-FFF2-40B4-BE49-F238E27FC236}">
                    <a16:creationId xmlns:a16="http://schemas.microsoft.com/office/drawing/2014/main" id="{E60DEFB5-7BF6-49DA-9934-3EBC23097EEF}"/>
                  </a:ext>
                </a:extLst>
              </p:cNvPr>
              <p:cNvCxnSpPr>
                <a:cxnSpLocks/>
                <a:stCxn id="3589" idx="6"/>
                <a:endCxn id="2038" idx="6"/>
              </p:cNvCxnSpPr>
              <p:nvPr/>
            </p:nvCxnSpPr>
            <p:spPr>
              <a:xfrm rot="16200000" flipH="1">
                <a:off x="4569465" y="1760663"/>
                <a:ext cx="4252349" cy="3210401"/>
              </a:xfrm>
              <a:prstGeom prst="bentConnector3">
                <a:avLst>
                  <a:gd name="adj1" fmla="val 124303"/>
                </a:avLst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44" name="연결선: 꺾임 3643">
                <a:extLst>
                  <a:ext uri="{FF2B5EF4-FFF2-40B4-BE49-F238E27FC236}">
                    <a16:creationId xmlns:a16="http://schemas.microsoft.com/office/drawing/2014/main" id="{F26623E5-7A4C-432F-B0C6-62B6D60D7DF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5706585" y="2788948"/>
                <a:ext cx="4151214" cy="1052701"/>
              </a:xfrm>
              <a:prstGeom prst="bentConnector4">
                <a:avLst>
                  <a:gd name="adj1" fmla="val 3663"/>
                  <a:gd name="adj2" fmla="val 99096"/>
                </a:avLst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56" name="연결선: 꺾임 3655">
                <a:extLst>
                  <a:ext uri="{FF2B5EF4-FFF2-40B4-BE49-F238E27FC236}">
                    <a16:creationId xmlns:a16="http://schemas.microsoft.com/office/drawing/2014/main" id="{E25879BB-3081-42BE-B504-2FF91A7B156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186811" y="1185690"/>
                <a:ext cx="569623" cy="4315820"/>
              </a:xfrm>
              <a:prstGeom prst="bentConnector5">
                <a:avLst>
                  <a:gd name="adj1" fmla="val -81379"/>
                  <a:gd name="adj2" fmla="val 122145"/>
                  <a:gd name="adj3" fmla="val 97492"/>
                </a:avLst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8" name="그래픽 171">
                <a:extLst>
                  <a:ext uri="{FF2B5EF4-FFF2-40B4-BE49-F238E27FC236}">
                    <a16:creationId xmlns:a16="http://schemas.microsoft.com/office/drawing/2014/main" id="{F3EBA36A-A5EE-43E7-92BA-EDC33EEBEAD1}"/>
                  </a:ext>
                </a:extLst>
              </p:cNvPr>
              <p:cNvGrpSpPr/>
              <p:nvPr/>
            </p:nvGrpSpPr>
            <p:grpSpPr>
              <a:xfrm rot="10800000">
                <a:off x="3259367" y="6091678"/>
                <a:ext cx="164423" cy="50639"/>
                <a:chOff x="6688874" y="3248225"/>
                <a:chExt cx="164423" cy="50639"/>
              </a:xfrm>
              <a:solidFill>
                <a:schemeClr val="accent1"/>
              </a:solidFill>
            </p:grpSpPr>
            <p:sp>
              <p:nvSpPr>
                <p:cNvPr id="189" name="자유형: 도형 188">
                  <a:extLst>
                    <a:ext uri="{FF2B5EF4-FFF2-40B4-BE49-F238E27FC236}">
                      <a16:creationId xmlns:a16="http://schemas.microsoft.com/office/drawing/2014/main" id="{4DE9CE6E-2A00-4658-A28D-DFD09010DA2F}"/>
                    </a:ext>
                  </a:extLst>
                </p:cNvPr>
                <p:cNvSpPr/>
                <p:nvPr/>
              </p:nvSpPr>
              <p:spPr>
                <a:xfrm>
                  <a:off x="6701446" y="3248225"/>
                  <a:ext cx="151775" cy="50639"/>
                </a:xfrm>
                <a:custGeom>
                  <a:avLst/>
                  <a:gdLst>
                    <a:gd name="connsiteX0" fmla="*/ 0 w 151775"/>
                    <a:gd name="connsiteY0" fmla="*/ 0 h 50639"/>
                    <a:gd name="connsiteX1" fmla="*/ 164107 w 151775"/>
                    <a:gd name="connsiteY1" fmla="*/ 0 h 50639"/>
                    <a:gd name="connsiteX2" fmla="*/ 164107 w 151775"/>
                    <a:gd name="connsiteY2" fmla="*/ 57753 h 50639"/>
                    <a:gd name="connsiteX3" fmla="*/ 0 w 151775"/>
                    <a:gd name="connsiteY3" fmla="*/ 57753 h 506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1775" h="50639">
                      <a:moveTo>
                        <a:pt x="0" y="0"/>
                      </a:moveTo>
                      <a:lnTo>
                        <a:pt x="164107" y="0"/>
                      </a:lnTo>
                      <a:lnTo>
                        <a:pt x="164107" y="57753"/>
                      </a:lnTo>
                      <a:lnTo>
                        <a:pt x="0" y="57753"/>
                      </a:lnTo>
                      <a:close/>
                    </a:path>
                  </a:pathLst>
                </a:custGeom>
                <a:solidFill>
                  <a:srgbClr val="878787"/>
                </a:solidFill>
                <a:ln w="126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90" name="자유형: 도형 189">
                  <a:extLst>
                    <a:ext uri="{FF2B5EF4-FFF2-40B4-BE49-F238E27FC236}">
                      <a16:creationId xmlns:a16="http://schemas.microsoft.com/office/drawing/2014/main" id="{CD13816E-D5E9-43DF-AA9C-2DC2214EF789}"/>
                    </a:ext>
                  </a:extLst>
                </p:cNvPr>
                <p:cNvSpPr/>
                <p:nvPr/>
              </p:nvSpPr>
              <p:spPr>
                <a:xfrm>
                  <a:off x="6701446" y="3248225"/>
                  <a:ext cx="12648" cy="50639"/>
                </a:xfrm>
                <a:custGeom>
                  <a:avLst/>
                  <a:gdLst>
                    <a:gd name="connsiteX0" fmla="*/ 0 w 0"/>
                    <a:gd name="connsiteY0" fmla="*/ 0 h 50639"/>
                    <a:gd name="connsiteX1" fmla="*/ 5704 w 0"/>
                    <a:gd name="connsiteY1" fmla="*/ 0 h 50639"/>
                    <a:gd name="connsiteX2" fmla="*/ 5704 w 0"/>
                    <a:gd name="connsiteY2" fmla="*/ 57753 h 50639"/>
                    <a:gd name="connsiteX3" fmla="*/ 0 w 0"/>
                    <a:gd name="connsiteY3" fmla="*/ 57753 h 506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h="50639">
                      <a:moveTo>
                        <a:pt x="0" y="0"/>
                      </a:moveTo>
                      <a:lnTo>
                        <a:pt x="5704" y="0"/>
                      </a:lnTo>
                      <a:lnTo>
                        <a:pt x="5704" y="57753"/>
                      </a:lnTo>
                      <a:lnTo>
                        <a:pt x="0" y="57753"/>
                      </a:lnTo>
                      <a:close/>
                    </a:path>
                  </a:pathLst>
                </a:custGeom>
                <a:solidFill>
                  <a:srgbClr val="2D2D2D"/>
                </a:solidFill>
                <a:ln w="126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91" name="자유형: 도형 190">
                  <a:extLst>
                    <a:ext uri="{FF2B5EF4-FFF2-40B4-BE49-F238E27FC236}">
                      <a16:creationId xmlns:a16="http://schemas.microsoft.com/office/drawing/2014/main" id="{A1A0EB4D-F576-4B53-91B2-2BFE4E3B9D8A}"/>
                    </a:ext>
                  </a:extLst>
                </p:cNvPr>
                <p:cNvSpPr/>
                <p:nvPr/>
              </p:nvSpPr>
              <p:spPr>
                <a:xfrm>
                  <a:off x="6701446" y="3299331"/>
                  <a:ext cx="151775" cy="12660"/>
                </a:xfrm>
                <a:custGeom>
                  <a:avLst/>
                  <a:gdLst>
                    <a:gd name="connsiteX0" fmla="*/ 0 w 151775"/>
                    <a:gd name="connsiteY0" fmla="*/ 0 h 0"/>
                    <a:gd name="connsiteX1" fmla="*/ 164107 w 151775"/>
                    <a:gd name="connsiteY1" fmla="*/ 0 h 0"/>
                    <a:gd name="connsiteX2" fmla="*/ 164107 w 151775"/>
                    <a:gd name="connsiteY2" fmla="*/ 6608 h 0"/>
                    <a:gd name="connsiteX3" fmla="*/ 0 w 151775"/>
                    <a:gd name="connsiteY3" fmla="*/ 6608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1775">
                      <a:moveTo>
                        <a:pt x="0" y="0"/>
                      </a:moveTo>
                      <a:lnTo>
                        <a:pt x="164107" y="0"/>
                      </a:lnTo>
                      <a:lnTo>
                        <a:pt x="164107" y="6608"/>
                      </a:lnTo>
                      <a:lnTo>
                        <a:pt x="0" y="6608"/>
                      </a:lnTo>
                      <a:close/>
                    </a:path>
                  </a:pathLst>
                </a:custGeom>
                <a:solidFill>
                  <a:srgbClr val="000000">
                    <a:alpha val="35000"/>
                  </a:srgbClr>
                </a:solidFill>
                <a:ln w="126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92" name="자유형: 도형 191">
                  <a:extLst>
                    <a:ext uri="{FF2B5EF4-FFF2-40B4-BE49-F238E27FC236}">
                      <a16:creationId xmlns:a16="http://schemas.microsoft.com/office/drawing/2014/main" id="{FE01D1D8-15B1-4683-8DCA-14E352B0536E}"/>
                    </a:ext>
                  </a:extLst>
                </p:cNvPr>
                <p:cNvSpPr/>
                <p:nvPr/>
              </p:nvSpPr>
              <p:spPr>
                <a:xfrm>
                  <a:off x="6688874" y="3253631"/>
                  <a:ext cx="164423" cy="12660"/>
                </a:xfrm>
                <a:custGeom>
                  <a:avLst/>
                  <a:gdLst>
                    <a:gd name="connsiteX0" fmla="*/ 172923 w 164423"/>
                    <a:gd name="connsiteY0" fmla="*/ 10507 h 12659"/>
                    <a:gd name="connsiteX1" fmla="*/ 165119 w 164423"/>
                    <a:gd name="connsiteY1" fmla="*/ 16343 h 12659"/>
                    <a:gd name="connsiteX2" fmla="*/ 7804 w 164423"/>
                    <a:gd name="connsiteY2" fmla="*/ 16344 h 12659"/>
                    <a:gd name="connsiteX3" fmla="*/ 0 w 164423"/>
                    <a:gd name="connsiteY3" fmla="*/ 10735 h 12659"/>
                    <a:gd name="connsiteX4" fmla="*/ 0 w 164423"/>
                    <a:gd name="connsiteY4" fmla="*/ 6064 h 12659"/>
                    <a:gd name="connsiteX5" fmla="*/ 7804 w 164423"/>
                    <a:gd name="connsiteY5" fmla="*/ 0 h 12659"/>
                    <a:gd name="connsiteX6" fmla="*/ 165119 w 164423"/>
                    <a:gd name="connsiteY6" fmla="*/ 0 h 12659"/>
                    <a:gd name="connsiteX7" fmla="*/ 172923 w 164423"/>
                    <a:gd name="connsiteY7" fmla="*/ 5836 h 12659"/>
                    <a:gd name="connsiteX8" fmla="*/ 172923 w 164423"/>
                    <a:gd name="connsiteY8" fmla="*/ 10507 h 12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4423" h="12659">
                      <a:moveTo>
                        <a:pt x="172923" y="10507"/>
                      </a:moveTo>
                      <a:cubicBezTo>
                        <a:pt x="172923" y="13736"/>
                        <a:pt x="169445" y="16343"/>
                        <a:pt x="165119" y="16343"/>
                      </a:cubicBezTo>
                      <a:lnTo>
                        <a:pt x="7804" y="16344"/>
                      </a:lnTo>
                      <a:cubicBezTo>
                        <a:pt x="3503" y="16344"/>
                        <a:pt x="0" y="13964"/>
                        <a:pt x="0" y="10735"/>
                      </a:cubicBezTo>
                      <a:lnTo>
                        <a:pt x="0" y="6064"/>
                      </a:lnTo>
                      <a:cubicBezTo>
                        <a:pt x="0" y="2823"/>
                        <a:pt x="3503" y="0"/>
                        <a:pt x="7804" y="0"/>
                      </a:cubicBezTo>
                      <a:lnTo>
                        <a:pt x="165119" y="0"/>
                      </a:lnTo>
                      <a:cubicBezTo>
                        <a:pt x="169445" y="0"/>
                        <a:pt x="172923" y="2621"/>
                        <a:pt x="172923" y="5836"/>
                      </a:cubicBezTo>
                      <a:lnTo>
                        <a:pt x="172923" y="10507"/>
                      </a:lnTo>
                      <a:close/>
                    </a:path>
                  </a:pathLst>
                </a:custGeom>
                <a:solidFill>
                  <a:srgbClr val="FFFFFF">
                    <a:alpha val="35000"/>
                  </a:srgbClr>
                </a:solidFill>
                <a:ln w="126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sp>
            <p:nvSpPr>
              <p:cNvPr id="193" name="자유형: 도형 192">
                <a:extLst>
                  <a:ext uri="{FF2B5EF4-FFF2-40B4-BE49-F238E27FC236}">
                    <a16:creationId xmlns:a16="http://schemas.microsoft.com/office/drawing/2014/main" id="{7DD44C1A-B034-4EC7-AEF1-1189BA95CEA7}"/>
                  </a:ext>
                </a:extLst>
              </p:cNvPr>
              <p:cNvSpPr/>
              <p:nvPr/>
            </p:nvSpPr>
            <p:spPr>
              <a:xfrm rot="10800000">
                <a:off x="3419439" y="5771544"/>
                <a:ext cx="986540" cy="683630"/>
              </a:xfrm>
              <a:custGeom>
                <a:avLst/>
                <a:gdLst>
                  <a:gd name="connsiteX0" fmla="*/ 988817 w 986540"/>
                  <a:gd name="connsiteY0" fmla="*/ 88073 h 683629"/>
                  <a:gd name="connsiteX1" fmla="*/ 952972 w 986540"/>
                  <a:gd name="connsiteY1" fmla="*/ 52196 h 683629"/>
                  <a:gd name="connsiteX2" fmla="*/ 952580 w 986540"/>
                  <a:gd name="connsiteY2" fmla="*/ 52196 h 683629"/>
                  <a:gd name="connsiteX3" fmla="*/ 916711 w 986540"/>
                  <a:gd name="connsiteY3" fmla="*/ 26091 h 683629"/>
                  <a:gd name="connsiteX4" fmla="*/ 880867 w 986540"/>
                  <a:gd name="connsiteY4" fmla="*/ 0 h 683629"/>
                  <a:gd name="connsiteX5" fmla="*/ 0 w 986540"/>
                  <a:gd name="connsiteY5" fmla="*/ 0 h 683629"/>
                  <a:gd name="connsiteX6" fmla="*/ 0 w 986540"/>
                  <a:gd name="connsiteY6" fmla="*/ 692493 h 683629"/>
                  <a:gd name="connsiteX7" fmla="*/ 880867 w 986540"/>
                  <a:gd name="connsiteY7" fmla="*/ 692493 h 683629"/>
                  <a:gd name="connsiteX8" fmla="*/ 916711 w 986540"/>
                  <a:gd name="connsiteY8" fmla="*/ 666389 h 683629"/>
                  <a:gd name="connsiteX9" fmla="*/ 952580 w 986540"/>
                  <a:gd name="connsiteY9" fmla="*/ 640297 h 683629"/>
                  <a:gd name="connsiteX10" fmla="*/ 952972 w 986540"/>
                  <a:gd name="connsiteY10" fmla="*/ 640297 h 683629"/>
                  <a:gd name="connsiteX11" fmla="*/ 988817 w 986540"/>
                  <a:gd name="connsiteY11" fmla="*/ 604395 h 683629"/>
                  <a:gd name="connsiteX12" fmla="*/ 988817 w 986540"/>
                  <a:gd name="connsiteY12" fmla="*/ 88073 h 683629"/>
                  <a:gd name="connsiteX13" fmla="*/ 988817 w 986540"/>
                  <a:gd name="connsiteY13" fmla="*/ 88073 h 683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986540" h="683629">
                    <a:moveTo>
                      <a:pt x="988817" y="88073"/>
                    </a:moveTo>
                    <a:cubicBezTo>
                      <a:pt x="988817" y="68311"/>
                      <a:pt x="972691" y="52196"/>
                      <a:pt x="952972" y="52196"/>
                    </a:cubicBezTo>
                    <a:lnTo>
                      <a:pt x="952580" y="52196"/>
                    </a:lnTo>
                    <a:cubicBezTo>
                      <a:pt x="932837" y="52196"/>
                      <a:pt x="916711" y="40422"/>
                      <a:pt x="916711" y="26091"/>
                    </a:cubicBezTo>
                    <a:cubicBezTo>
                      <a:pt x="916711" y="11761"/>
                      <a:pt x="900610" y="0"/>
                      <a:pt x="880867" y="0"/>
                    </a:cubicBezTo>
                    <a:lnTo>
                      <a:pt x="0" y="0"/>
                    </a:lnTo>
                    <a:lnTo>
                      <a:pt x="0" y="692493"/>
                    </a:lnTo>
                    <a:lnTo>
                      <a:pt x="880867" y="692493"/>
                    </a:lnTo>
                    <a:cubicBezTo>
                      <a:pt x="900610" y="692493"/>
                      <a:pt x="916711" y="680719"/>
                      <a:pt x="916711" y="666389"/>
                    </a:cubicBezTo>
                    <a:cubicBezTo>
                      <a:pt x="916711" y="652058"/>
                      <a:pt x="932837" y="640297"/>
                      <a:pt x="952580" y="640297"/>
                    </a:cubicBezTo>
                    <a:lnTo>
                      <a:pt x="952972" y="640297"/>
                    </a:lnTo>
                    <a:cubicBezTo>
                      <a:pt x="972691" y="640297"/>
                      <a:pt x="988817" y="624156"/>
                      <a:pt x="988817" y="604395"/>
                    </a:cubicBezTo>
                    <a:lnTo>
                      <a:pt x="988817" y="88073"/>
                    </a:lnTo>
                    <a:lnTo>
                      <a:pt x="988817" y="88073"/>
                    </a:lnTo>
                    <a:close/>
                  </a:path>
                </a:pathLst>
              </a:custGeom>
              <a:solidFill>
                <a:srgbClr val="6D6D6D"/>
              </a:solidFill>
              <a:ln w="12648" cap="flat">
                <a:solidFill>
                  <a:srgbClr val="6D6D6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4" name="자유형: 도형 193">
                <a:extLst>
                  <a:ext uri="{FF2B5EF4-FFF2-40B4-BE49-F238E27FC236}">
                    <a16:creationId xmlns:a16="http://schemas.microsoft.com/office/drawing/2014/main" id="{CBF16743-E823-4EFF-A558-12A9131DC280}"/>
                  </a:ext>
                </a:extLst>
              </p:cNvPr>
              <p:cNvSpPr/>
              <p:nvPr/>
            </p:nvSpPr>
            <p:spPr>
              <a:xfrm rot="10800000">
                <a:off x="3423069" y="5778428"/>
                <a:ext cx="910652" cy="101278"/>
              </a:xfrm>
              <a:custGeom>
                <a:avLst/>
                <a:gdLst>
                  <a:gd name="connsiteX0" fmla="*/ 886115 w 910652"/>
                  <a:gd name="connsiteY0" fmla="*/ 23420 h 101278"/>
                  <a:gd name="connsiteX1" fmla="*/ 885749 w 910652"/>
                  <a:gd name="connsiteY1" fmla="*/ 23420 h 101278"/>
                  <a:gd name="connsiteX2" fmla="*/ 846515 w 910652"/>
                  <a:gd name="connsiteY2" fmla="*/ 40460 h 101278"/>
                  <a:gd name="connsiteX3" fmla="*/ 814503 w 910652"/>
                  <a:gd name="connsiteY3" fmla="*/ 57499 h 101278"/>
                  <a:gd name="connsiteX4" fmla="*/ 0 w 910652"/>
                  <a:gd name="connsiteY4" fmla="*/ 57500 h 101278"/>
                  <a:gd name="connsiteX5" fmla="*/ 0 w 910652"/>
                  <a:gd name="connsiteY5" fmla="*/ 113873 h 101278"/>
                  <a:gd name="connsiteX6" fmla="*/ 807357 w 910652"/>
                  <a:gd name="connsiteY6" fmla="*/ 113873 h 101278"/>
                  <a:gd name="connsiteX7" fmla="*/ 842923 w 910652"/>
                  <a:gd name="connsiteY7" fmla="*/ 87858 h 101278"/>
                  <a:gd name="connsiteX8" fmla="*/ 878539 w 910652"/>
                  <a:gd name="connsiteY8" fmla="*/ 61842 h 101278"/>
                  <a:gd name="connsiteX9" fmla="*/ 878931 w 910652"/>
                  <a:gd name="connsiteY9" fmla="*/ 61842 h 101278"/>
                  <a:gd name="connsiteX10" fmla="*/ 914523 w 910652"/>
                  <a:gd name="connsiteY10" fmla="*/ 26091 h 101278"/>
                  <a:gd name="connsiteX11" fmla="*/ 914523 w 910652"/>
                  <a:gd name="connsiteY11" fmla="*/ 0 h 101278"/>
                  <a:gd name="connsiteX12" fmla="*/ 886115 w 910652"/>
                  <a:gd name="connsiteY12" fmla="*/ 23420 h 1012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10652" h="101278">
                    <a:moveTo>
                      <a:pt x="886115" y="23420"/>
                    </a:moveTo>
                    <a:lnTo>
                      <a:pt x="885749" y="23420"/>
                    </a:lnTo>
                    <a:cubicBezTo>
                      <a:pt x="866132" y="23420"/>
                      <a:pt x="846515" y="31091"/>
                      <a:pt x="846515" y="40460"/>
                    </a:cubicBezTo>
                    <a:cubicBezTo>
                      <a:pt x="846515" y="49802"/>
                      <a:pt x="834094" y="57499"/>
                      <a:pt x="814503" y="57499"/>
                    </a:cubicBezTo>
                    <a:lnTo>
                      <a:pt x="0" y="57500"/>
                    </a:lnTo>
                    <a:lnTo>
                      <a:pt x="0" y="113873"/>
                    </a:lnTo>
                    <a:lnTo>
                      <a:pt x="807357" y="113873"/>
                    </a:lnTo>
                    <a:cubicBezTo>
                      <a:pt x="826923" y="113873"/>
                      <a:pt x="842923" y="102150"/>
                      <a:pt x="842923" y="87858"/>
                    </a:cubicBezTo>
                    <a:cubicBezTo>
                      <a:pt x="842923" y="73565"/>
                      <a:pt x="858986" y="61842"/>
                      <a:pt x="878539" y="61842"/>
                    </a:cubicBezTo>
                    <a:lnTo>
                      <a:pt x="878931" y="61842"/>
                    </a:lnTo>
                    <a:cubicBezTo>
                      <a:pt x="898523" y="61842"/>
                      <a:pt x="914523" y="45752"/>
                      <a:pt x="914523" y="26091"/>
                    </a:cubicBezTo>
                    <a:lnTo>
                      <a:pt x="914523" y="0"/>
                    </a:lnTo>
                    <a:cubicBezTo>
                      <a:pt x="914573" y="12887"/>
                      <a:pt x="905707" y="23420"/>
                      <a:pt x="886115" y="23420"/>
                    </a:cubicBezTo>
                    <a:close/>
                  </a:path>
                </a:pathLst>
              </a:custGeom>
              <a:solidFill>
                <a:srgbClr val="000000">
                  <a:alpha val="35000"/>
                </a:srgbClr>
              </a:solidFill>
              <a:ln w="126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00" name="자유형: 도형 199">
                <a:extLst>
                  <a:ext uri="{FF2B5EF4-FFF2-40B4-BE49-F238E27FC236}">
                    <a16:creationId xmlns:a16="http://schemas.microsoft.com/office/drawing/2014/main" id="{F3E722A7-9913-4684-8985-6345339D4A08}"/>
                  </a:ext>
                </a:extLst>
              </p:cNvPr>
              <p:cNvSpPr/>
              <p:nvPr/>
            </p:nvSpPr>
            <p:spPr>
              <a:xfrm rot="10800000">
                <a:off x="3476873" y="5802701"/>
                <a:ext cx="12648" cy="607671"/>
              </a:xfrm>
              <a:custGeom>
                <a:avLst/>
                <a:gdLst>
                  <a:gd name="connsiteX0" fmla="*/ 9587 w 0"/>
                  <a:gd name="connsiteY0" fmla="*/ 304058 h 607670"/>
                  <a:gd name="connsiteX1" fmla="*/ 0 w 0"/>
                  <a:gd name="connsiteY1" fmla="*/ 608154 h 607670"/>
                  <a:gd name="connsiteX2" fmla="*/ 0 w 0"/>
                  <a:gd name="connsiteY2" fmla="*/ 0 h 607670"/>
                  <a:gd name="connsiteX3" fmla="*/ 9587 w 0"/>
                  <a:gd name="connsiteY3" fmla="*/ 304058 h 607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607670">
                    <a:moveTo>
                      <a:pt x="9587" y="304058"/>
                    </a:moveTo>
                    <a:cubicBezTo>
                      <a:pt x="9587" y="472051"/>
                      <a:pt x="0" y="608154"/>
                      <a:pt x="0" y="608154"/>
                    </a:cubicBezTo>
                    <a:lnTo>
                      <a:pt x="0" y="0"/>
                    </a:lnTo>
                    <a:cubicBezTo>
                      <a:pt x="0" y="0"/>
                      <a:pt x="9587" y="136167"/>
                      <a:pt x="9587" y="304058"/>
                    </a:cubicBezTo>
                    <a:close/>
                  </a:path>
                </a:pathLst>
              </a:custGeom>
              <a:solidFill>
                <a:srgbClr val="686868">
                  <a:alpha val="50000"/>
                </a:srgbClr>
              </a:solidFill>
              <a:ln w="126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01" name="자유형: 도형 200">
                <a:extLst>
                  <a:ext uri="{FF2B5EF4-FFF2-40B4-BE49-F238E27FC236}">
                    <a16:creationId xmlns:a16="http://schemas.microsoft.com/office/drawing/2014/main" id="{06AC6104-8ACE-41D0-A13C-82712A5F5ADD}"/>
                  </a:ext>
                </a:extLst>
              </p:cNvPr>
              <p:cNvSpPr/>
              <p:nvPr/>
            </p:nvSpPr>
            <p:spPr>
              <a:xfrm>
                <a:off x="3515171" y="6215043"/>
                <a:ext cx="771525" cy="215217"/>
              </a:xfrm>
              <a:custGeom>
                <a:avLst/>
                <a:gdLst>
                  <a:gd name="connsiteX0" fmla="*/ 782668 w 771525"/>
                  <a:gd name="connsiteY0" fmla="*/ 194489 h 215216"/>
                  <a:gd name="connsiteX1" fmla="*/ 742435 w 771525"/>
                  <a:gd name="connsiteY1" fmla="*/ 226949 h 215216"/>
                  <a:gd name="connsiteX2" fmla="*/ 40233 w 771525"/>
                  <a:gd name="connsiteY2" fmla="*/ 226949 h 215216"/>
                  <a:gd name="connsiteX3" fmla="*/ 0 w 771525"/>
                  <a:gd name="connsiteY3" fmla="*/ 195718 h 215216"/>
                  <a:gd name="connsiteX4" fmla="*/ 0 w 771525"/>
                  <a:gd name="connsiteY4" fmla="*/ 33776 h 215216"/>
                  <a:gd name="connsiteX5" fmla="*/ 40233 w 771525"/>
                  <a:gd name="connsiteY5" fmla="*/ 0 h 215216"/>
                  <a:gd name="connsiteX6" fmla="*/ 742435 w 771525"/>
                  <a:gd name="connsiteY6" fmla="*/ 0 h 215216"/>
                  <a:gd name="connsiteX7" fmla="*/ 782668 w 771525"/>
                  <a:gd name="connsiteY7" fmla="*/ 32510 h 215216"/>
                  <a:gd name="connsiteX8" fmla="*/ 782668 w 771525"/>
                  <a:gd name="connsiteY8" fmla="*/ 194489 h 215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71525" h="215216">
                    <a:moveTo>
                      <a:pt x="782668" y="194489"/>
                    </a:moveTo>
                    <a:cubicBezTo>
                      <a:pt x="782668" y="212428"/>
                      <a:pt x="764645" y="226949"/>
                      <a:pt x="742435" y="226949"/>
                    </a:cubicBezTo>
                    <a:lnTo>
                      <a:pt x="40233" y="226949"/>
                    </a:lnTo>
                    <a:cubicBezTo>
                      <a:pt x="18011" y="226949"/>
                      <a:pt x="0" y="213669"/>
                      <a:pt x="0" y="195718"/>
                    </a:cubicBezTo>
                    <a:lnTo>
                      <a:pt x="0" y="33776"/>
                    </a:lnTo>
                    <a:cubicBezTo>
                      <a:pt x="0" y="15825"/>
                      <a:pt x="18011" y="0"/>
                      <a:pt x="40233" y="0"/>
                    </a:cubicBezTo>
                    <a:lnTo>
                      <a:pt x="742435" y="0"/>
                    </a:lnTo>
                    <a:cubicBezTo>
                      <a:pt x="764645" y="0"/>
                      <a:pt x="782668" y="14559"/>
                      <a:pt x="782668" y="32510"/>
                    </a:cubicBezTo>
                    <a:lnTo>
                      <a:pt x="782668" y="194489"/>
                    </a:lnTo>
                    <a:close/>
                  </a:path>
                </a:pathLst>
              </a:custGeom>
              <a:solidFill>
                <a:srgbClr val="FFFFFF">
                  <a:alpha val="16000"/>
                </a:srgbClr>
              </a:solidFill>
              <a:ln w="126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r>
                  <a:rPr lang="en-US" altLang="ko-KR" sz="1200" b="1" dirty="0">
                    <a:solidFill>
                      <a:schemeClr val="bg1"/>
                    </a:solidFill>
                  </a:rPr>
                  <a:t>FRONT</a:t>
                </a:r>
                <a:endParaRPr lang="ko-KR" altLang="en-US" sz="12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02" name="자유형: 도형 201">
                <a:extLst>
                  <a:ext uri="{FF2B5EF4-FFF2-40B4-BE49-F238E27FC236}">
                    <a16:creationId xmlns:a16="http://schemas.microsoft.com/office/drawing/2014/main" id="{376235C3-B44B-4125-8CC5-5610D5B6810E}"/>
                  </a:ext>
                </a:extLst>
              </p:cNvPr>
              <p:cNvSpPr/>
              <p:nvPr/>
            </p:nvSpPr>
            <p:spPr>
              <a:xfrm rot="10800000">
                <a:off x="3433326" y="6217677"/>
                <a:ext cx="37944" cy="164578"/>
              </a:xfrm>
              <a:custGeom>
                <a:avLst/>
                <a:gdLst>
                  <a:gd name="connsiteX0" fmla="*/ 40296 w 37943"/>
                  <a:gd name="connsiteY0" fmla="*/ 150776 h 164577"/>
                  <a:gd name="connsiteX1" fmla="*/ 22374 w 37943"/>
                  <a:gd name="connsiteY1" fmla="*/ 168715 h 164577"/>
                  <a:gd name="connsiteX2" fmla="*/ 17922 w 37943"/>
                  <a:gd name="connsiteY2" fmla="*/ 168715 h 164577"/>
                  <a:gd name="connsiteX3" fmla="*/ 0 w 37943"/>
                  <a:gd name="connsiteY3" fmla="*/ 150776 h 164577"/>
                  <a:gd name="connsiteX4" fmla="*/ 0 w 37943"/>
                  <a:gd name="connsiteY4" fmla="*/ 17939 h 164577"/>
                  <a:gd name="connsiteX5" fmla="*/ 17922 w 37943"/>
                  <a:gd name="connsiteY5" fmla="*/ 0 h 164577"/>
                  <a:gd name="connsiteX6" fmla="*/ 22374 w 37943"/>
                  <a:gd name="connsiteY6" fmla="*/ 0 h 164577"/>
                  <a:gd name="connsiteX7" fmla="*/ 40296 w 37943"/>
                  <a:gd name="connsiteY7" fmla="*/ 17939 h 164577"/>
                  <a:gd name="connsiteX8" fmla="*/ 40296 w 37943"/>
                  <a:gd name="connsiteY8" fmla="*/ 150776 h 164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943" h="164577">
                    <a:moveTo>
                      <a:pt x="40296" y="150776"/>
                    </a:moveTo>
                    <a:cubicBezTo>
                      <a:pt x="40296" y="160650"/>
                      <a:pt x="32214" y="168715"/>
                      <a:pt x="22374" y="168715"/>
                    </a:cubicBezTo>
                    <a:lnTo>
                      <a:pt x="17922" y="168715"/>
                    </a:lnTo>
                    <a:cubicBezTo>
                      <a:pt x="8095" y="168715"/>
                      <a:pt x="0" y="160638"/>
                      <a:pt x="0" y="150776"/>
                    </a:cubicBezTo>
                    <a:lnTo>
                      <a:pt x="0" y="17939"/>
                    </a:lnTo>
                    <a:cubicBezTo>
                      <a:pt x="0" y="8064"/>
                      <a:pt x="8095" y="0"/>
                      <a:pt x="17922" y="0"/>
                    </a:cubicBezTo>
                    <a:lnTo>
                      <a:pt x="22374" y="0"/>
                    </a:lnTo>
                    <a:cubicBezTo>
                      <a:pt x="32214" y="0"/>
                      <a:pt x="40296" y="8077"/>
                      <a:pt x="40296" y="17939"/>
                    </a:cubicBezTo>
                    <a:lnTo>
                      <a:pt x="40296" y="150776"/>
                    </a:lnTo>
                    <a:close/>
                  </a:path>
                </a:pathLst>
              </a:custGeom>
              <a:solidFill>
                <a:srgbClr val="FFFFFF"/>
              </a:solidFill>
              <a:ln w="126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203" name="그래픽 171">
                <a:extLst>
                  <a:ext uri="{FF2B5EF4-FFF2-40B4-BE49-F238E27FC236}">
                    <a16:creationId xmlns:a16="http://schemas.microsoft.com/office/drawing/2014/main" id="{F3EBA36A-A5EE-43E7-92BA-EDC33EEBEAD1}"/>
                  </a:ext>
                </a:extLst>
              </p:cNvPr>
              <p:cNvGrpSpPr/>
              <p:nvPr/>
            </p:nvGrpSpPr>
            <p:grpSpPr>
              <a:xfrm rot="10800000">
                <a:off x="3581763" y="6145289"/>
                <a:ext cx="50592" cy="164578"/>
                <a:chOff x="6480309" y="3080675"/>
                <a:chExt cx="50592" cy="164578"/>
              </a:xfrm>
              <a:solidFill>
                <a:schemeClr val="accent1"/>
              </a:solidFill>
            </p:grpSpPr>
            <p:sp>
              <p:nvSpPr>
                <p:cNvPr id="204" name="자유형: 도형 203">
                  <a:extLst>
                    <a:ext uri="{FF2B5EF4-FFF2-40B4-BE49-F238E27FC236}">
                      <a16:creationId xmlns:a16="http://schemas.microsoft.com/office/drawing/2014/main" id="{1C6B49AA-4B37-45A0-8C86-24E254AAD58B}"/>
                    </a:ext>
                  </a:extLst>
                </p:cNvPr>
                <p:cNvSpPr/>
                <p:nvPr/>
              </p:nvSpPr>
              <p:spPr>
                <a:xfrm>
                  <a:off x="6486633" y="3087005"/>
                  <a:ext cx="37944" cy="151918"/>
                </a:xfrm>
                <a:custGeom>
                  <a:avLst/>
                  <a:gdLst>
                    <a:gd name="connsiteX0" fmla="*/ 23728 w 37943"/>
                    <a:gd name="connsiteY0" fmla="*/ 154118 h 151917"/>
                    <a:gd name="connsiteX1" fmla="*/ 0 w 37943"/>
                    <a:gd name="connsiteY1" fmla="*/ 130381 h 151917"/>
                    <a:gd name="connsiteX2" fmla="*/ 0 w 37943"/>
                    <a:gd name="connsiteY2" fmla="*/ 23762 h 151917"/>
                    <a:gd name="connsiteX3" fmla="*/ 23728 w 37943"/>
                    <a:gd name="connsiteY3" fmla="*/ 0 h 151917"/>
                    <a:gd name="connsiteX4" fmla="*/ 47455 w 37943"/>
                    <a:gd name="connsiteY4" fmla="*/ 23762 h 151917"/>
                    <a:gd name="connsiteX5" fmla="*/ 47455 w 37943"/>
                    <a:gd name="connsiteY5" fmla="*/ 130381 h 151917"/>
                    <a:gd name="connsiteX6" fmla="*/ 23728 w 37943"/>
                    <a:gd name="connsiteY6" fmla="*/ 154118 h 151917"/>
                    <a:gd name="connsiteX7" fmla="*/ 23728 w 37943"/>
                    <a:gd name="connsiteY7" fmla="*/ 154118 h 1519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7943" h="151917">
                      <a:moveTo>
                        <a:pt x="23728" y="154118"/>
                      </a:moveTo>
                      <a:cubicBezTo>
                        <a:pt x="10650" y="154118"/>
                        <a:pt x="0" y="143471"/>
                        <a:pt x="0" y="130381"/>
                      </a:cubicBezTo>
                      <a:lnTo>
                        <a:pt x="0" y="23762"/>
                      </a:lnTo>
                      <a:cubicBezTo>
                        <a:pt x="0" y="10659"/>
                        <a:pt x="10650" y="0"/>
                        <a:pt x="23728" y="0"/>
                      </a:cubicBezTo>
                      <a:cubicBezTo>
                        <a:pt x="36806" y="0"/>
                        <a:pt x="47455" y="10659"/>
                        <a:pt x="47455" y="23762"/>
                      </a:cubicBezTo>
                      <a:lnTo>
                        <a:pt x="47455" y="130381"/>
                      </a:lnTo>
                      <a:cubicBezTo>
                        <a:pt x="47455" y="143458"/>
                        <a:pt x="36806" y="154118"/>
                        <a:pt x="23728" y="154118"/>
                      </a:cubicBezTo>
                      <a:lnTo>
                        <a:pt x="23728" y="15411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26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05" name="자유형: 도형 204">
                  <a:extLst>
                    <a:ext uri="{FF2B5EF4-FFF2-40B4-BE49-F238E27FC236}">
                      <a16:creationId xmlns:a16="http://schemas.microsoft.com/office/drawing/2014/main" id="{3452731A-855B-4E82-B291-23CAF9818495}"/>
                    </a:ext>
                  </a:extLst>
                </p:cNvPr>
                <p:cNvSpPr/>
                <p:nvPr/>
              </p:nvSpPr>
              <p:spPr>
                <a:xfrm>
                  <a:off x="6480309" y="3080675"/>
                  <a:ext cx="50592" cy="164578"/>
                </a:xfrm>
                <a:custGeom>
                  <a:avLst/>
                  <a:gdLst>
                    <a:gd name="connsiteX0" fmla="*/ 30052 w 50591"/>
                    <a:gd name="connsiteY0" fmla="*/ 12660 h 164577"/>
                    <a:gd name="connsiteX1" fmla="*/ 47455 w 50591"/>
                    <a:gd name="connsiteY1" fmla="*/ 30092 h 164577"/>
                    <a:gd name="connsiteX2" fmla="*/ 47455 w 50591"/>
                    <a:gd name="connsiteY2" fmla="*/ 136711 h 164577"/>
                    <a:gd name="connsiteX3" fmla="*/ 30052 w 50591"/>
                    <a:gd name="connsiteY3" fmla="*/ 154118 h 164577"/>
                    <a:gd name="connsiteX4" fmla="*/ 12648 w 50591"/>
                    <a:gd name="connsiteY4" fmla="*/ 136711 h 164577"/>
                    <a:gd name="connsiteX5" fmla="*/ 12648 w 50591"/>
                    <a:gd name="connsiteY5" fmla="*/ 30092 h 164577"/>
                    <a:gd name="connsiteX6" fmla="*/ 30052 w 50591"/>
                    <a:gd name="connsiteY6" fmla="*/ 12660 h 164577"/>
                    <a:gd name="connsiteX7" fmla="*/ 30052 w 50591"/>
                    <a:gd name="connsiteY7" fmla="*/ 0 h 164577"/>
                    <a:gd name="connsiteX8" fmla="*/ 0 w 50591"/>
                    <a:gd name="connsiteY8" fmla="*/ 30092 h 164577"/>
                    <a:gd name="connsiteX9" fmla="*/ 0 w 50591"/>
                    <a:gd name="connsiteY9" fmla="*/ 136711 h 164577"/>
                    <a:gd name="connsiteX10" fmla="*/ 30052 w 50591"/>
                    <a:gd name="connsiteY10" fmla="*/ 166778 h 164577"/>
                    <a:gd name="connsiteX11" fmla="*/ 60103 w 50591"/>
                    <a:gd name="connsiteY11" fmla="*/ 136711 h 164577"/>
                    <a:gd name="connsiteX12" fmla="*/ 60103 w 50591"/>
                    <a:gd name="connsiteY12" fmla="*/ 30092 h 164577"/>
                    <a:gd name="connsiteX13" fmla="*/ 30052 w 50591"/>
                    <a:gd name="connsiteY13" fmla="*/ 0 h 164577"/>
                    <a:gd name="connsiteX14" fmla="*/ 30052 w 50591"/>
                    <a:gd name="connsiteY14" fmla="*/ 0 h 1645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0591" h="164577">
                      <a:moveTo>
                        <a:pt x="30052" y="12660"/>
                      </a:moveTo>
                      <a:cubicBezTo>
                        <a:pt x="39651" y="12660"/>
                        <a:pt x="47455" y="20483"/>
                        <a:pt x="47455" y="30092"/>
                      </a:cubicBezTo>
                      <a:lnTo>
                        <a:pt x="47455" y="136711"/>
                      </a:lnTo>
                      <a:cubicBezTo>
                        <a:pt x="47455" y="146333"/>
                        <a:pt x="39651" y="154118"/>
                        <a:pt x="30052" y="154118"/>
                      </a:cubicBezTo>
                      <a:cubicBezTo>
                        <a:pt x="20452" y="154118"/>
                        <a:pt x="12648" y="146333"/>
                        <a:pt x="12648" y="136711"/>
                      </a:cubicBezTo>
                      <a:lnTo>
                        <a:pt x="12648" y="30092"/>
                      </a:lnTo>
                      <a:cubicBezTo>
                        <a:pt x="12648" y="20471"/>
                        <a:pt x="20452" y="12660"/>
                        <a:pt x="30052" y="12660"/>
                      </a:cubicBezTo>
                      <a:moveTo>
                        <a:pt x="30052" y="0"/>
                      </a:moveTo>
                      <a:cubicBezTo>
                        <a:pt x="13457" y="0"/>
                        <a:pt x="0" y="13470"/>
                        <a:pt x="0" y="30092"/>
                      </a:cubicBezTo>
                      <a:lnTo>
                        <a:pt x="0" y="136711"/>
                      </a:lnTo>
                      <a:cubicBezTo>
                        <a:pt x="0" y="153320"/>
                        <a:pt x="13432" y="166778"/>
                        <a:pt x="30052" y="166778"/>
                      </a:cubicBezTo>
                      <a:cubicBezTo>
                        <a:pt x="46646" y="166778"/>
                        <a:pt x="60103" y="153333"/>
                        <a:pt x="60103" y="136711"/>
                      </a:cubicBezTo>
                      <a:lnTo>
                        <a:pt x="60103" y="30092"/>
                      </a:lnTo>
                      <a:cubicBezTo>
                        <a:pt x="60103" y="13470"/>
                        <a:pt x="46646" y="0"/>
                        <a:pt x="30052" y="0"/>
                      </a:cubicBezTo>
                      <a:lnTo>
                        <a:pt x="30052" y="0"/>
                      </a:lnTo>
                      <a:close/>
                    </a:path>
                  </a:pathLst>
                </a:custGeom>
                <a:solidFill>
                  <a:srgbClr val="6B6B6B"/>
                </a:solidFill>
                <a:ln w="126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206" name="그래픽 171">
                <a:extLst>
                  <a:ext uri="{FF2B5EF4-FFF2-40B4-BE49-F238E27FC236}">
                    <a16:creationId xmlns:a16="http://schemas.microsoft.com/office/drawing/2014/main" id="{F3EBA36A-A5EE-43E7-92BA-EDC33EEBEAD1}"/>
                  </a:ext>
                </a:extLst>
              </p:cNvPr>
              <p:cNvGrpSpPr/>
              <p:nvPr/>
            </p:nvGrpSpPr>
            <p:grpSpPr>
              <a:xfrm rot="10800000">
                <a:off x="3581763" y="5910150"/>
                <a:ext cx="50592" cy="164578"/>
                <a:chOff x="6480309" y="3315814"/>
                <a:chExt cx="50592" cy="164578"/>
              </a:xfrm>
              <a:solidFill>
                <a:schemeClr val="accent1"/>
              </a:solidFill>
            </p:grpSpPr>
            <p:sp>
              <p:nvSpPr>
                <p:cNvPr id="207" name="자유형: 도형 206">
                  <a:extLst>
                    <a:ext uri="{FF2B5EF4-FFF2-40B4-BE49-F238E27FC236}">
                      <a16:creationId xmlns:a16="http://schemas.microsoft.com/office/drawing/2014/main" id="{99B8AC17-BE62-4849-B65B-3258F2CF5D76}"/>
                    </a:ext>
                  </a:extLst>
                </p:cNvPr>
                <p:cNvSpPr/>
                <p:nvPr/>
              </p:nvSpPr>
              <p:spPr>
                <a:xfrm>
                  <a:off x="6486633" y="3322144"/>
                  <a:ext cx="37944" cy="151918"/>
                </a:xfrm>
                <a:custGeom>
                  <a:avLst/>
                  <a:gdLst>
                    <a:gd name="connsiteX0" fmla="*/ 23728 w 37943"/>
                    <a:gd name="connsiteY0" fmla="*/ 154118 h 151917"/>
                    <a:gd name="connsiteX1" fmla="*/ 0 w 37943"/>
                    <a:gd name="connsiteY1" fmla="*/ 130369 h 151917"/>
                    <a:gd name="connsiteX2" fmla="*/ 0 w 37943"/>
                    <a:gd name="connsiteY2" fmla="*/ 23762 h 151917"/>
                    <a:gd name="connsiteX3" fmla="*/ 23728 w 37943"/>
                    <a:gd name="connsiteY3" fmla="*/ 0 h 151917"/>
                    <a:gd name="connsiteX4" fmla="*/ 47455 w 37943"/>
                    <a:gd name="connsiteY4" fmla="*/ 23762 h 151917"/>
                    <a:gd name="connsiteX5" fmla="*/ 47455 w 37943"/>
                    <a:gd name="connsiteY5" fmla="*/ 130369 h 151917"/>
                    <a:gd name="connsiteX6" fmla="*/ 23728 w 37943"/>
                    <a:gd name="connsiteY6" fmla="*/ 154118 h 151917"/>
                    <a:gd name="connsiteX7" fmla="*/ 23728 w 37943"/>
                    <a:gd name="connsiteY7" fmla="*/ 154118 h 1519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7943" h="151917">
                      <a:moveTo>
                        <a:pt x="23728" y="154118"/>
                      </a:moveTo>
                      <a:cubicBezTo>
                        <a:pt x="10650" y="154118"/>
                        <a:pt x="0" y="143459"/>
                        <a:pt x="0" y="130369"/>
                      </a:cubicBezTo>
                      <a:lnTo>
                        <a:pt x="0" y="23762"/>
                      </a:lnTo>
                      <a:cubicBezTo>
                        <a:pt x="0" y="10659"/>
                        <a:pt x="10650" y="0"/>
                        <a:pt x="23728" y="0"/>
                      </a:cubicBezTo>
                      <a:cubicBezTo>
                        <a:pt x="36806" y="0"/>
                        <a:pt x="47455" y="10659"/>
                        <a:pt x="47455" y="23762"/>
                      </a:cubicBezTo>
                      <a:lnTo>
                        <a:pt x="47455" y="130369"/>
                      </a:lnTo>
                      <a:cubicBezTo>
                        <a:pt x="47455" y="143458"/>
                        <a:pt x="36806" y="154118"/>
                        <a:pt x="23728" y="154118"/>
                      </a:cubicBezTo>
                      <a:lnTo>
                        <a:pt x="23728" y="15411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26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08" name="자유형: 도형 207">
                  <a:extLst>
                    <a:ext uri="{FF2B5EF4-FFF2-40B4-BE49-F238E27FC236}">
                      <a16:creationId xmlns:a16="http://schemas.microsoft.com/office/drawing/2014/main" id="{3CF96498-9FC0-4B05-8BF8-D0F9C6B6920C}"/>
                    </a:ext>
                  </a:extLst>
                </p:cNvPr>
                <p:cNvSpPr/>
                <p:nvPr/>
              </p:nvSpPr>
              <p:spPr>
                <a:xfrm>
                  <a:off x="6480309" y="3315814"/>
                  <a:ext cx="50592" cy="164578"/>
                </a:xfrm>
                <a:custGeom>
                  <a:avLst/>
                  <a:gdLst>
                    <a:gd name="connsiteX0" fmla="*/ 30052 w 50591"/>
                    <a:gd name="connsiteY0" fmla="*/ 12660 h 164577"/>
                    <a:gd name="connsiteX1" fmla="*/ 47455 w 50591"/>
                    <a:gd name="connsiteY1" fmla="*/ 30092 h 164577"/>
                    <a:gd name="connsiteX2" fmla="*/ 47455 w 50591"/>
                    <a:gd name="connsiteY2" fmla="*/ 136699 h 164577"/>
                    <a:gd name="connsiteX3" fmla="*/ 30052 w 50591"/>
                    <a:gd name="connsiteY3" fmla="*/ 154118 h 164577"/>
                    <a:gd name="connsiteX4" fmla="*/ 12648 w 50591"/>
                    <a:gd name="connsiteY4" fmla="*/ 136699 h 164577"/>
                    <a:gd name="connsiteX5" fmla="*/ 12648 w 50591"/>
                    <a:gd name="connsiteY5" fmla="*/ 30092 h 164577"/>
                    <a:gd name="connsiteX6" fmla="*/ 30052 w 50591"/>
                    <a:gd name="connsiteY6" fmla="*/ 12660 h 164577"/>
                    <a:gd name="connsiteX7" fmla="*/ 30052 w 50591"/>
                    <a:gd name="connsiteY7" fmla="*/ 0 h 164577"/>
                    <a:gd name="connsiteX8" fmla="*/ 0 w 50591"/>
                    <a:gd name="connsiteY8" fmla="*/ 30092 h 164577"/>
                    <a:gd name="connsiteX9" fmla="*/ 0 w 50591"/>
                    <a:gd name="connsiteY9" fmla="*/ 136698 h 164577"/>
                    <a:gd name="connsiteX10" fmla="*/ 30052 w 50591"/>
                    <a:gd name="connsiteY10" fmla="*/ 166778 h 164577"/>
                    <a:gd name="connsiteX11" fmla="*/ 60103 w 50591"/>
                    <a:gd name="connsiteY11" fmla="*/ 136698 h 164577"/>
                    <a:gd name="connsiteX12" fmla="*/ 60103 w 50591"/>
                    <a:gd name="connsiteY12" fmla="*/ 30092 h 164577"/>
                    <a:gd name="connsiteX13" fmla="*/ 30052 w 50591"/>
                    <a:gd name="connsiteY13" fmla="*/ 0 h 164577"/>
                    <a:gd name="connsiteX14" fmla="*/ 30052 w 50591"/>
                    <a:gd name="connsiteY14" fmla="*/ 0 h 1645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0591" h="164577">
                      <a:moveTo>
                        <a:pt x="30052" y="12660"/>
                      </a:moveTo>
                      <a:cubicBezTo>
                        <a:pt x="39651" y="12660"/>
                        <a:pt x="47455" y="20483"/>
                        <a:pt x="47455" y="30092"/>
                      </a:cubicBezTo>
                      <a:lnTo>
                        <a:pt x="47455" y="136699"/>
                      </a:lnTo>
                      <a:cubicBezTo>
                        <a:pt x="47455" y="146307"/>
                        <a:pt x="39651" y="154118"/>
                        <a:pt x="30052" y="154118"/>
                      </a:cubicBezTo>
                      <a:cubicBezTo>
                        <a:pt x="20452" y="154118"/>
                        <a:pt x="12648" y="146307"/>
                        <a:pt x="12648" y="136699"/>
                      </a:cubicBezTo>
                      <a:lnTo>
                        <a:pt x="12648" y="30092"/>
                      </a:lnTo>
                      <a:cubicBezTo>
                        <a:pt x="12648" y="20484"/>
                        <a:pt x="20452" y="12660"/>
                        <a:pt x="30052" y="12660"/>
                      </a:cubicBezTo>
                      <a:moveTo>
                        <a:pt x="30052" y="0"/>
                      </a:moveTo>
                      <a:cubicBezTo>
                        <a:pt x="13457" y="0"/>
                        <a:pt x="0" y="13470"/>
                        <a:pt x="0" y="30092"/>
                      </a:cubicBezTo>
                      <a:lnTo>
                        <a:pt x="0" y="136698"/>
                      </a:lnTo>
                      <a:cubicBezTo>
                        <a:pt x="0" y="153308"/>
                        <a:pt x="13432" y="166778"/>
                        <a:pt x="30052" y="166778"/>
                      </a:cubicBezTo>
                      <a:cubicBezTo>
                        <a:pt x="46646" y="166778"/>
                        <a:pt x="60103" y="153333"/>
                        <a:pt x="60103" y="136698"/>
                      </a:cubicBezTo>
                      <a:lnTo>
                        <a:pt x="60103" y="30092"/>
                      </a:lnTo>
                      <a:cubicBezTo>
                        <a:pt x="60103" y="13483"/>
                        <a:pt x="46646" y="0"/>
                        <a:pt x="30052" y="0"/>
                      </a:cubicBezTo>
                      <a:lnTo>
                        <a:pt x="30052" y="0"/>
                      </a:lnTo>
                      <a:close/>
                    </a:path>
                  </a:pathLst>
                </a:custGeom>
                <a:solidFill>
                  <a:srgbClr val="6B6B6B"/>
                </a:solidFill>
                <a:ln w="126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209" name="그래픽 171">
                <a:extLst>
                  <a:ext uri="{FF2B5EF4-FFF2-40B4-BE49-F238E27FC236}">
                    <a16:creationId xmlns:a16="http://schemas.microsoft.com/office/drawing/2014/main" id="{F3EBA36A-A5EE-43E7-92BA-EDC33EEBEAD1}"/>
                  </a:ext>
                </a:extLst>
              </p:cNvPr>
              <p:cNvGrpSpPr/>
              <p:nvPr/>
            </p:nvGrpSpPr>
            <p:grpSpPr>
              <a:xfrm rot="10800000">
                <a:off x="3581763" y="6385646"/>
                <a:ext cx="50592" cy="75959"/>
                <a:chOff x="6480309" y="2928937"/>
                <a:chExt cx="50592" cy="75959"/>
              </a:xfrm>
              <a:solidFill>
                <a:schemeClr val="accent1"/>
              </a:solidFill>
            </p:grpSpPr>
            <p:sp>
              <p:nvSpPr>
                <p:cNvPr id="210" name="자유형: 도형 209">
                  <a:extLst>
                    <a:ext uri="{FF2B5EF4-FFF2-40B4-BE49-F238E27FC236}">
                      <a16:creationId xmlns:a16="http://schemas.microsoft.com/office/drawing/2014/main" id="{48026C8C-E513-43C9-8D8D-1E1A818D063D}"/>
                    </a:ext>
                  </a:extLst>
                </p:cNvPr>
                <p:cNvSpPr/>
                <p:nvPr/>
              </p:nvSpPr>
              <p:spPr>
                <a:xfrm>
                  <a:off x="6486633" y="2935267"/>
                  <a:ext cx="37944" cy="63299"/>
                </a:xfrm>
                <a:custGeom>
                  <a:avLst/>
                  <a:gdLst>
                    <a:gd name="connsiteX0" fmla="*/ 23728 w 37943"/>
                    <a:gd name="connsiteY0" fmla="*/ 70717 h 63299"/>
                    <a:gd name="connsiteX1" fmla="*/ 0 w 37943"/>
                    <a:gd name="connsiteY1" fmla="*/ 46980 h 63299"/>
                    <a:gd name="connsiteX2" fmla="*/ 0 w 37943"/>
                    <a:gd name="connsiteY2" fmla="*/ 0 h 63299"/>
                    <a:gd name="connsiteX3" fmla="*/ 47455 w 37943"/>
                    <a:gd name="connsiteY3" fmla="*/ 0 h 63299"/>
                    <a:gd name="connsiteX4" fmla="*/ 47455 w 37943"/>
                    <a:gd name="connsiteY4" fmla="*/ 46980 h 63299"/>
                    <a:gd name="connsiteX5" fmla="*/ 23728 w 37943"/>
                    <a:gd name="connsiteY5" fmla="*/ 70717 h 63299"/>
                    <a:gd name="connsiteX6" fmla="*/ 23728 w 37943"/>
                    <a:gd name="connsiteY6" fmla="*/ 70717 h 632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7943" h="63299">
                      <a:moveTo>
                        <a:pt x="23728" y="70717"/>
                      </a:moveTo>
                      <a:cubicBezTo>
                        <a:pt x="10650" y="70717"/>
                        <a:pt x="0" y="60044"/>
                        <a:pt x="0" y="46980"/>
                      </a:cubicBezTo>
                      <a:lnTo>
                        <a:pt x="0" y="0"/>
                      </a:lnTo>
                      <a:lnTo>
                        <a:pt x="47455" y="0"/>
                      </a:lnTo>
                      <a:lnTo>
                        <a:pt x="47455" y="46980"/>
                      </a:lnTo>
                      <a:cubicBezTo>
                        <a:pt x="47455" y="60070"/>
                        <a:pt x="36806" y="70717"/>
                        <a:pt x="23728" y="70717"/>
                      </a:cubicBezTo>
                      <a:lnTo>
                        <a:pt x="23728" y="707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26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11" name="자유형: 도형 210">
                  <a:extLst>
                    <a:ext uri="{FF2B5EF4-FFF2-40B4-BE49-F238E27FC236}">
                      <a16:creationId xmlns:a16="http://schemas.microsoft.com/office/drawing/2014/main" id="{60B6E470-6EDA-4CF8-8895-F6FDD96C7506}"/>
                    </a:ext>
                  </a:extLst>
                </p:cNvPr>
                <p:cNvSpPr/>
                <p:nvPr/>
              </p:nvSpPr>
              <p:spPr>
                <a:xfrm>
                  <a:off x="6480309" y="2928937"/>
                  <a:ext cx="50592" cy="75959"/>
                </a:xfrm>
                <a:custGeom>
                  <a:avLst/>
                  <a:gdLst>
                    <a:gd name="connsiteX0" fmla="*/ 47455 w 50591"/>
                    <a:gd name="connsiteY0" fmla="*/ 12660 h 75958"/>
                    <a:gd name="connsiteX1" fmla="*/ 47455 w 50591"/>
                    <a:gd name="connsiteY1" fmla="*/ 53310 h 75958"/>
                    <a:gd name="connsiteX2" fmla="*/ 30052 w 50591"/>
                    <a:gd name="connsiteY2" fmla="*/ 70717 h 75958"/>
                    <a:gd name="connsiteX3" fmla="*/ 12648 w 50591"/>
                    <a:gd name="connsiteY3" fmla="*/ 53310 h 75958"/>
                    <a:gd name="connsiteX4" fmla="*/ 12648 w 50591"/>
                    <a:gd name="connsiteY4" fmla="*/ 12660 h 75958"/>
                    <a:gd name="connsiteX5" fmla="*/ 47455 w 50591"/>
                    <a:gd name="connsiteY5" fmla="*/ 12660 h 75958"/>
                    <a:gd name="connsiteX6" fmla="*/ 60103 w 50591"/>
                    <a:gd name="connsiteY6" fmla="*/ 0 h 75958"/>
                    <a:gd name="connsiteX7" fmla="*/ 0 w 50591"/>
                    <a:gd name="connsiteY7" fmla="*/ 0 h 75958"/>
                    <a:gd name="connsiteX8" fmla="*/ 0 w 50591"/>
                    <a:gd name="connsiteY8" fmla="*/ 53310 h 75958"/>
                    <a:gd name="connsiteX9" fmla="*/ 30052 w 50591"/>
                    <a:gd name="connsiteY9" fmla="*/ 83376 h 75958"/>
                    <a:gd name="connsiteX10" fmla="*/ 60103 w 50591"/>
                    <a:gd name="connsiteY10" fmla="*/ 53310 h 75958"/>
                    <a:gd name="connsiteX11" fmla="*/ 60103 w 50591"/>
                    <a:gd name="connsiteY11" fmla="*/ 0 h 75958"/>
                    <a:gd name="connsiteX12" fmla="*/ 60103 w 50591"/>
                    <a:gd name="connsiteY12" fmla="*/ 0 h 759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0591" h="75958">
                      <a:moveTo>
                        <a:pt x="47455" y="12660"/>
                      </a:moveTo>
                      <a:lnTo>
                        <a:pt x="47455" y="53310"/>
                      </a:lnTo>
                      <a:cubicBezTo>
                        <a:pt x="47455" y="62906"/>
                        <a:pt x="39651" y="70717"/>
                        <a:pt x="30052" y="70717"/>
                      </a:cubicBezTo>
                      <a:cubicBezTo>
                        <a:pt x="20452" y="70717"/>
                        <a:pt x="12648" y="62906"/>
                        <a:pt x="12648" y="53310"/>
                      </a:cubicBezTo>
                      <a:lnTo>
                        <a:pt x="12648" y="12660"/>
                      </a:lnTo>
                      <a:lnTo>
                        <a:pt x="47455" y="12660"/>
                      </a:lnTo>
                      <a:moveTo>
                        <a:pt x="60103" y="0"/>
                      </a:moveTo>
                      <a:lnTo>
                        <a:pt x="0" y="0"/>
                      </a:lnTo>
                      <a:lnTo>
                        <a:pt x="0" y="53310"/>
                      </a:lnTo>
                      <a:cubicBezTo>
                        <a:pt x="0" y="69919"/>
                        <a:pt x="13432" y="83376"/>
                        <a:pt x="30052" y="83376"/>
                      </a:cubicBezTo>
                      <a:cubicBezTo>
                        <a:pt x="46646" y="83376"/>
                        <a:pt x="60103" y="69919"/>
                        <a:pt x="60103" y="53310"/>
                      </a:cubicBezTo>
                      <a:lnTo>
                        <a:pt x="60103" y="0"/>
                      </a:lnTo>
                      <a:lnTo>
                        <a:pt x="60103" y="0"/>
                      </a:lnTo>
                      <a:close/>
                    </a:path>
                  </a:pathLst>
                </a:custGeom>
                <a:solidFill>
                  <a:srgbClr val="6B6B6B"/>
                </a:solidFill>
                <a:ln w="126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212" name="그래픽 171">
                <a:extLst>
                  <a:ext uri="{FF2B5EF4-FFF2-40B4-BE49-F238E27FC236}">
                    <a16:creationId xmlns:a16="http://schemas.microsoft.com/office/drawing/2014/main" id="{F3EBA36A-A5EE-43E7-92BA-EDC33EEBEAD1}"/>
                  </a:ext>
                </a:extLst>
              </p:cNvPr>
              <p:cNvGrpSpPr/>
              <p:nvPr/>
            </p:nvGrpSpPr>
            <p:grpSpPr>
              <a:xfrm rot="10800000">
                <a:off x="3581763" y="5763642"/>
                <a:ext cx="50592" cy="75959"/>
                <a:chOff x="6480309" y="3550941"/>
                <a:chExt cx="50592" cy="75959"/>
              </a:xfrm>
              <a:solidFill>
                <a:schemeClr val="accent1"/>
              </a:solidFill>
            </p:grpSpPr>
            <p:sp>
              <p:nvSpPr>
                <p:cNvPr id="213" name="자유형: 도형 212">
                  <a:extLst>
                    <a:ext uri="{FF2B5EF4-FFF2-40B4-BE49-F238E27FC236}">
                      <a16:creationId xmlns:a16="http://schemas.microsoft.com/office/drawing/2014/main" id="{13FB2791-EDE9-47AA-8178-07EB6D224849}"/>
                    </a:ext>
                  </a:extLst>
                </p:cNvPr>
                <p:cNvSpPr/>
                <p:nvPr/>
              </p:nvSpPr>
              <p:spPr>
                <a:xfrm>
                  <a:off x="6486633" y="3557270"/>
                  <a:ext cx="37944" cy="63299"/>
                </a:xfrm>
                <a:custGeom>
                  <a:avLst/>
                  <a:gdLst>
                    <a:gd name="connsiteX0" fmla="*/ 0 w 37943"/>
                    <a:gd name="connsiteY0" fmla="*/ 70743 h 63299"/>
                    <a:gd name="connsiteX1" fmla="*/ 0 w 37943"/>
                    <a:gd name="connsiteY1" fmla="*/ 23762 h 63299"/>
                    <a:gd name="connsiteX2" fmla="*/ 23728 w 37943"/>
                    <a:gd name="connsiteY2" fmla="*/ 0 h 63299"/>
                    <a:gd name="connsiteX3" fmla="*/ 47455 w 37943"/>
                    <a:gd name="connsiteY3" fmla="*/ 23762 h 63299"/>
                    <a:gd name="connsiteX4" fmla="*/ 47455 w 37943"/>
                    <a:gd name="connsiteY4" fmla="*/ 70742 h 63299"/>
                    <a:gd name="connsiteX5" fmla="*/ 0 w 37943"/>
                    <a:gd name="connsiteY5" fmla="*/ 70743 h 632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7943" h="63299">
                      <a:moveTo>
                        <a:pt x="0" y="70743"/>
                      </a:moveTo>
                      <a:lnTo>
                        <a:pt x="0" y="23762"/>
                      </a:lnTo>
                      <a:cubicBezTo>
                        <a:pt x="0" y="10659"/>
                        <a:pt x="10650" y="0"/>
                        <a:pt x="23728" y="0"/>
                      </a:cubicBezTo>
                      <a:cubicBezTo>
                        <a:pt x="36806" y="0"/>
                        <a:pt x="47455" y="10659"/>
                        <a:pt x="47455" y="23762"/>
                      </a:cubicBezTo>
                      <a:lnTo>
                        <a:pt x="47455" y="70742"/>
                      </a:lnTo>
                      <a:lnTo>
                        <a:pt x="0" y="7074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26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14" name="자유형: 도형 213">
                  <a:extLst>
                    <a:ext uri="{FF2B5EF4-FFF2-40B4-BE49-F238E27FC236}">
                      <a16:creationId xmlns:a16="http://schemas.microsoft.com/office/drawing/2014/main" id="{EED85735-3DCF-46FE-A3BC-F6D2A8039664}"/>
                    </a:ext>
                  </a:extLst>
                </p:cNvPr>
                <p:cNvSpPr/>
                <p:nvPr/>
              </p:nvSpPr>
              <p:spPr>
                <a:xfrm>
                  <a:off x="6480309" y="3550941"/>
                  <a:ext cx="50592" cy="75959"/>
                </a:xfrm>
                <a:custGeom>
                  <a:avLst/>
                  <a:gdLst>
                    <a:gd name="connsiteX0" fmla="*/ 30052 w 50591"/>
                    <a:gd name="connsiteY0" fmla="*/ 12660 h 75958"/>
                    <a:gd name="connsiteX1" fmla="*/ 47455 w 50591"/>
                    <a:gd name="connsiteY1" fmla="*/ 30092 h 75958"/>
                    <a:gd name="connsiteX2" fmla="*/ 47455 w 50591"/>
                    <a:gd name="connsiteY2" fmla="*/ 70742 h 75958"/>
                    <a:gd name="connsiteX3" fmla="*/ 12648 w 50591"/>
                    <a:gd name="connsiteY3" fmla="*/ 70742 h 75958"/>
                    <a:gd name="connsiteX4" fmla="*/ 12648 w 50591"/>
                    <a:gd name="connsiteY4" fmla="*/ 30091 h 75958"/>
                    <a:gd name="connsiteX5" fmla="*/ 30052 w 50591"/>
                    <a:gd name="connsiteY5" fmla="*/ 12660 h 75958"/>
                    <a:gd name="connsiteX6" fmla="*/ 30052 w 50591"/>
                    <a:gd name="connsiteY6" fmla="*/ 0 h 75958"/>
                    <a:gd name="connsiteX7" fmla="*/ 0 w 50591"/>
                    <a:gd name="connsiteY7" fmla="*/ 30092 h 75958"/>
                    <a:gd name="connsiteX8" fmla="*/ 0 w 50591"/>
                    <a:gd name="connsiteY8" fmla="*/ 83401 h 75958"/>
                    <a:gd name="connsiteX9" fmla="*/ 60103 w 50591"/>
                    <a:gd name="connsiteY9" fmla="*/ 83401 h 75958"/>
                    <a:gd name="connsiteX10" fmla="*/ 60103 w 50591"/>
                    <a:gd name="connsiteY10" fmla="*/ 30091 h 75958"/>
                    <a:gd name="connsiteX11" fmla="*/ 30052 w 50591"/>
                    <a:gd name="connsiteY11" fmla="*/ 0 h 75958"/>
                    <a:gd name="connsiteX12" fmla="*/ 30052 w 50591"/>
                    <a:gd name="connsiteY12" fmla="*/ 0 h 759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0591" h="75958">
                      <a:moveTo>
                        <a:pt x="30052" y="12660"/>
                      </a:moveTo>
                      <a:cubicBezTo>
                        <a:pt x="39651" y="12660"/>
                        <a:pt x="47455" y="20483"/>
                        <a:pt x="47455" y="30092"/>
                      </a:cubicBezTo>
                      <a:lnTo>
                        <a:pt x="47455" y="70742"/>
                      </a:lnTo>
                      <a:lnTo>
                        <a:pt x="12648" y="70742"/>
                      </a:lnTo>
                      <a:lnTo>
                        <a:pt x="12648" y="30091"/>
                      </a:lnTo>
                      <a:cubicBezTo>
                        <a:pt x="12648" y="20484"/>
                        <a:pt x="20452" y="12660"/>
                        <a:pt x="30052" y="12660"/>
                      </a:cubicBezTo>
                      <a:moveTo>
                        <a:pt x="30052" y="0"/>
                      </a:moveTo>
                      <a:cubicBezTo>
                        <a:pt x="13457" y="0"/>
                        <a:pt x="0" y="13444"/>
                        <a:pt x="0" y="30092"/>
                      </a:cubicBezTo>
                      <a:lnTo>
                        <a:pt x="0" y="83401"/>
                      </a:lnTo>
                      <a:lnTo>
                        <a:pt x="60103" y="83401"/>
                      </a:lnTo>
                      <a:lnTo>
                        <a:pt x="60103" y="30091"/>
                      </a:lnTo>
                      <a:cubicBezTo>
                        <a:pt x="60103" y="13483"/>
                        <a:pt x="46646" y="0"/>
                        <a:pt x="30052" y="0"/>
                      </a:cubicBezTo>
                      <a:lnTo>
                        <a:pt x="30052" y="0"/>
                      </a:lnTo>
                      <a:close/>
                    </a:path>
                  </a:pathLst>
                </a:custGeom>
                <a:solidFill>
                  <a:srgbClr val="6B6B6B"/>
                </a:solidFill>
                <a:ln w="126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sp>
            <p:nvSpPr>
              <p:cNvPr id="2647" name="자유형: 도형 2646">
                <a:extLst>
                  <a:ext uri="{FF2B5EF4-FFF2-40B4-BE49-F238E27FC236}">
                    <a16:creationId xmlns:a16="http://schemas.microsoft.com/office/drawing/2014/main" id="{3035DC1E-D095-405E-A826-974C8ABE0C87}"/>
                  </a:ext>
                </a:extLst>
              </p:cNvPr>
              <p:cNvSpPr/>
              <p:nvPr/>
            </p:nvSpPr>
            <p:spPr>
              <a:xfrm rot="10800000">
                <a:off x="3259443" y="5094241"/>
                <a:ext cx="151775" cy="50639"/>
              </a:xfrm>
              <a:custGeom>
                <a:avLst/>
                <a:gdLst>
                  <a:gd name="connsiteX0" fmla="*/ 0 w 151775"/>
                  <a:gd name="connsiteY0" fmla="*/ 0 h 50639"/>
                  <a:gd name="connsiteX1" fmla="*/ 164107 w 151775"/>
                  <a:gd name="connsiteY1" fmla="*/ 0 h 50639"/>
                  <a:gd name="connsiteX2" fmla="*/ 164107 w 151775"/>
                  <a:gd name="connsiteY2" fmla="*/ 57753 h 50639"/>
                  <a:gd name="connsiteX3" fmla="*/ 0 w 151775"/>
                  <a:gd name="connsiteY3" fmla="*/ 57753 h 506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1775" h="50639">
                    <a:moveTo>
                      <a:pt x="0" y="0"/>
                    </a:moveTo>
                    <a:lnTo>
                      <a:pt x="164107" y="0"/>
                    </a:lnTo>
                    <a:lnTo>
                      <a:pt x="164107" y="57753"/>
                    </a:lnTo>
                    <a:lnTo>
                      <a:pt x="0" y="57753"/>
                    </a:lnTo>
                    <a:close/>
                  </a:path>
                </a:pathLst>
              </a:custGeom>
              <a:solidFill>
                <a:srgbClr val="878787"/>
              </a:solidFill>
              <a:ln w="126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48" name="자유형: 도형 2647">
                <a:extLst>
                  <a:ext uri="{FF2B5EF4-FFF2-40B4-BE49-F238E27FC236}">
                    <a16:creationId xmlns:a16="http://schemas.microsoft.com/office/drawing/2014/main" id="{6CA5A866-D380-4D14-8289-88C1F63D4A2D}"/>
                  </a:ext>
                </a:extLst>
              </p:cNvPr>
              <p:cNvSpPr/>
              <p:nvPr/>
            </p:nvSpPr>
            <p:spPr>
              <a:xfrm rot="10800000">
                <a:off x="3398570" y="5094241"/>
                <a:ext cx="12648" cy="50639"/>
              </a:xfrm>
              <a:custGeom>
                <a:avLst/>
                <a:gdLst>
                  <a:gd name="connsiteX0" fmla="*/ 0 w 0"/>
                  <a:gd name="connsiteY0" fmla="*/ 0 h 50639"/>
                  <a:gd name="connsiteX1" fmla="*/ 5704 w 0"/>
                  <a:gd name="connsiteY1" fmla="*/ 0 h 50639"/>
                  <a:gd name="connsiteX2" fmla="*/ 5704 w 0"/>
                  <a:gd name="connsiteY2" fmla="*/ 57753 h 50639"/>
                  <a:gd name="connsiteX3" fmla="*/ 0 w 0"/>
                  <a:gd name="connsiteY3" fmla="*/ 57753 h 506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50639">
                    <a:moveTo>
                      <a:pt x="0" y="0"/>
                    </a:moveTo>
                    <a:lnTo>
                      <a:pt x="5704" y="0"/>
                    </a:lnTo>
                    <a:lnTo>
                      <a:pt x="5704" y="57753"/>
                    </a:lnTo>
                    <a:lnTo>
                      <a:pt x="0" y="57753"/>
                    </a:lnTo>
                    <a:close/>
                  </a:path>
                </a:pathLst>
              </a:custGeom>
              <a:solidFill>
                <a:srgbClr val="2D2D2D"/>
              </a:solidFill>
              <a:ln w="126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49" name="자유형: 도형 2648">
                <a:extLst>
                  <a:ext uri="{FF2B5EF4-FFF2-40B4-BE49-F238E27FC236}">
                    <a16:creationId xmlns:a16="http://schemas.microsoft.com/office/drawing/2014/main" id="{E3894F59-CB62-4A5E-B8E8-157BCAD2F596}"/>
                  </a:ext>
                </a:extLst>
              </p:cNvPr>
              <p:cNvSpPr/>
              <p:nvPr/>
            </p:nvSpPr>
            <p:spPr>
              <a:xfrm rot="10800000">
                <a:off x="3259443" y="5081114"/>
                <a:ext cx="151775" cy="12660"/>
              </a:xfrm>
              <a:custGeom>
                <a:avLst/>
                <a:gdLst>
                  <a:gd name="connsiteX0" fmla="*/ 0 w 151775"/>
                  <a:gd name="connsiteY0" fmla="*/ 0 h 0"/>
                  <a:gd name="connsiteX1" fmla="*/ 164107 w 151775"/>
                  <a:gd name="connsiteY1" fmla="*/ 0 h 0"/>
                  <a:gd name="connsiteX2" fmla="*/ 164107 w 151775"/>
                  <a:gd name="connsiteY2" fmla="*/ 6608 h 0"/>
                  <a:gd name="connsiteX3" fmla="*/ 0 w 151775"/>
                  <a:gd name="connsiteY3" fmla="*/ 6608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1775">
                    <a:moveTo>
                      <a:pt x="0" y="0"/>
                    </a:moveTo>
                    <a:lnTo>
                      <a:pt x="164107" y="0"/>
                    </a:lnTo>
                    <a:lnTo>
                      <a:pt x="164107" y="6608"/>
                    </a:lnTo>
                    <a:lnTo>
                      <a:pt x="0" y="6608"/>
                    </a:lnTo>
                    <a:close/>
                  </a:path>
                </a:pathLst>
              </a:custGeom>
              <a:solidFill>
                <a:srgbClr val="000000">
                  <a:alpha val="35000"/>
                </a:srgbClr>
              </a:solidFill>
              <a:ln w="126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50" name="자유형: 도형 2649">
                <a:extLst>
                  <a:ext uri="{FF2B5EF4-FFF2-40B4-BE49-F238E27FC236}">
                    <a16:creationId xmlns:a16="http://schemas.microsoft.com/office/drawing/2014/main" id="{A357DB94-D861-4897-B596-92C6EFD85D0A}"/>
                  </a:ext>
                </a:extLst>
              </p:cNvPr>
              <p:cNvSpPr/>
              <p:nvPr/>
            </p:nvSpPr>
            <p:spPr>
              <a:xfrm rot="10800000">
                <a:off x="3259367" y="5126814"/>
                <a:ext cx="164423" cy="12660"/>
              </a:xfrm>
              <a:custGeom>
                <a:avLst/>
                <a:gdLst>
                  <a:gd name="connsiteX0" fmla="*/ 172923 w 164423"/>
                  <a:gd name="connsiteY0" fmla="*/ 10507 h 12659"/>
                  <a:gd name="connsiteX1" fmla="*/ 165119 w 164423"/>
                  <a:gd name="connsiteY1" fmla="*/ 16343 h 12659"/>
                  <a:gd name="connsiteX2" fmla="*/ 7804 w 164423"/>
                  <a:gd name="connsiteY2" fmla="*/ 16344 h 12659"/>
                  <a:gd name="connsiteX3" fmla="*/ 0 w 164423"/>
                  <a:gd name="connsiteY3" fmla="*/ 10735 h 12659"/>
                  <a:gd name="connsiteX4" fmla="*/ 0 w 164423"/>
                  <a:gd name="connsiteY4" fmla="*/ 6064 h 12659"/>
                  <a:gd name="connsiteX5" fmla="*/ 7804 w 164423"/>
                  <a:gd name="connsiteY5" fmla="*/ 0 h 12659"/>
                  <a:gd name="connsiteX6" fmla="*/ 165119 w 164423"/>
                  <a:gd name="connsiteY6" fmla="*/ 0 h 12659"/>
                  <a:gd name="connsiteX7" fmla="*/ 172923 w 164423"/>
                  <a:gd name="connsiteY7" fmla="*/ 5836 h 12659"/>
                  <a:gd name="connsiteX8" fmla="*/ 172923 w 164423"/>
                  <a:gd name="connsiteY8" fmla="*/ 10507 h 126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4423" h="12659">
                    <a:moveTo>
                      <a:pt x="172923" y="10507"/>
                    </a:moveTo>
                    <a:cubicBezTo>
                      <a:pt x="172923" y="13736"/>
                      <a:pt x="169445" y="16343"/>
                      <a:pt x="165119" y="16343"/>
                    </a:cubicBezTo>
                    <a:lnTo>
                      <a:pt x="7804" y="16344"/>
                    </a:lnTo>
                    <a:cubicBezTo>
                      <a:pt x="3503" y="16344"/>
                      <a:pt x="0" y="13964"/>
                      <a:pt x="0" y="10735"/>
                    </a:cubicBezTo>
                    <a:lnTo>
                      <a:pt x="0" y="6064"/>
                    </a:lnTo>
                    <a:cubicBezTo>
                      <a:pt x="0" y="2823"/>
                      <a:pt x="3503" y="0"/>
                      <a:pt x="7804" y="0"/>
                    </a:cubicBezTo>
                    <a:lnTo>
                      <a:pt x="165119" y="0"/>
                    </a:lnTo>
                    <a:cubicBezTo>
                      <a:pt x="169445" y="0"/>
                      <a:pt x="172923" y="2621"/>
                      <a:pt x="172923" y="5836"/>
                    </a:cubicBezTo>
                    <a:lnTo>
                      <a:pt x="172923" y="10507"/>
                    </a:lnTo>
                    <a:close/>
                  </a:path>
                </a:pathLst>
              </a:custGeom>
              <a:solidFill>
                <a:srgbClr val="FFFFFF">
                  <a:alpha val="35000"/>
                </a:srgbClr>
              </a:solidFill>
              <a:ln w="126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20" name="자유형: 도형 2619">
                <a:extLst>
                  <a:ext uri="{FF2B5EF4-FFF2-40B4-BE49-F238E27FC236}">
                    <a16:creationId xmlns:a16="http://schemas.microsoft.com/office/drawing/2014/main" id="{D99DDE96-ADC3-4207-9305-FC464F863CD1}"/>
                  </a:ext>
                </a:extLst>
              </p:cNvPr>
              <p:cNvSpPr/>
              <p:nvPr/>
            </p:nvSpPr>
            <p:spPr>
              <a:xfrm rot="10800000">
                <a:off x="3419439" y="4774107"/>
                <a:ext cx="986540" cy="683630"/>
              </a:xfrm>
              <a:custGeom>
                <a:avLst/>
                <a:gdLst>
                  <a:gd name="connsiteX0" fmla="*/ 988817 w 986540"/>
                  <a:gd name="connsiteY0" fmla="*/ 88073 h 683629"/>
                  <a:gd name="connsiteX1" fmla="*/ 952972 w 986540"/>
                  <a:gd name="connsiteY1" fmla="*/ 52196 h 683629"/>
                  <a:gd name="connsiteX2" fmla="*/ 952580 w 986540"/>
                  <a:gd name="connsiteY2" fmla="*/ 52196 h 683629"/>
                  <a:gd name="connsiteX3" fmla="*/ 916711 w 986540"/>
                  <a:gd name="connsiteY3" fmla="*/ 26091 h 683629"/>
                  <a:gd name="connsiteX4" fmla="*/ 880867 w 986540"/>
                  <a:gd name="connsiteY4" fmla="*/ 0 h 683629"/>
                  <a:gd name="connsiteX5" fmla="*/ 0 w 986540"/>
                  <a:gd name="connsiteY5" fmla="*/ 0 h 683629"/>
                  <a:gd name="connsiteX6" fmla="*/ 0 w 986540"/>
                  <a:gd name="connsiteY6" fmla="*/ 692493 h 683629"/>
                  <a:gd name="connsiteX7" fmla="*/ 880867 w 986540"/>
                  <a:gd name="connsiteY7" fmla="*/ 692493 h 683629"/>
                  <a:gd name="connsiteX8" fmla="*/ 916711 w 986540"/>
                  <a:gd name="connsiteY8" fmla="*/ 666389 h 683629"/>
                  <a:gd name="connsiteX9" fmla="*/ 952580 w 986540"/>
                  <a:gd name="connsiteY9" fmla="*/ 640297 h 683629"/>
                  <a:gd name="connsiteX10" fmla="*/ 952972 w 986540"/>
                  <a:gd name="connsiteY10" fmla="*/ 640297 h 683629"/>
                  <a:gd name="connsiteX11" fmla="*/ 988817 w 986540"/>
                  <a:gd name="connsiteY11" fmla="*/ 604395 h 683629"/>
                  <a:gd name="connsiteX12" fmla="*/ 988817 w 986540"/>
                  <a:gd name="connsiteY12" fmla="*/ 88073 h 683629"/>
                  <a:gd name="connsiteX13" fmla="*/ 988817 w 986540"/>
                  <a:gd name="connsiteY13" fmla="*/ 88073 h 683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986540" h="683629">
                    <a:moveTo>
                      <a:pt x="988817" y="88073"/>
                    </a:moveTo>
                    <a:cubicBezTo>
                      <a:pt x="988817" y="68311"/>
                      <a:pt x="972691" y="52196"/>
                      <a:pt x="952972" y="52196"/>
                    </a:cubicBezTo>
                    <a:lnTo>
                      <a:pt x="952580" y="52196"/>
                    </a:lnTo>
                    <a:cubicBezTo>
                      <a:pt x="932837" y="52196"/>
                      <a:pt x="916711" y="40422"/>
                      <a:pt x="916711" y="26091"/>
                    </a:cubicBezTo>
                    <a:cubicBezTo>
                      <a:pt x="916711" y="11761"/>
                      <a:pt x="900610" y="0"/>
                      <a:pt x="880867" y="0"/>
                    </a:cubicBezTo>
                    <a:lnTo>
                      <a:pt x="0" y="0"/>
                    </a:lnTo>
                    <a:lnTo>
                      <a:pt x="0" y="692493"/>
                    </a:lnTo>
                    <a:lnTo>
                      <a:pt x="880867" y="692493"/>
                    </a:lnTo>
                    <a:cubicBezTo>
                      <a:pt x="900610" y="692493"/>
                      <a:pt x="916711" y="680719"/>
                      <a:pt x="916711" y="666389"/>
                    </a:cubicBezTo>
                    <a:cubicBezTo>
                      <a:pt x="916711" y="652058"/>
                      <a:pt x="932837" y="640297"/>
                      <a:pt x="952580" y="640297"/>
                    </a:cubicBezTo>
                    <a:lnTo>
                      <a:pt x="952972" y="640297"/>
                    </a:lnTo>
                    <a:cubicBezTo>
                      <a:pt x="972691" y="640297"/>
                      <a:pt x="988817" y="624156"/>
                      <a:pt x="988817" y="604395"/>
                    </a:cubicBezTo>
                    <a:lnTo>
                      <a:pt x="988817" y="88073"/>
                    </a:lnTo>
                    <a:lnTo>
                      <a:pt x="988817" y="88073"/>
                    </a:lnTo>
                    <a:close/>
                  </a:path>
                </a:pathLst>
              </a:custGeom>
              <a:solidFill>
                <a:srgbClr val="6D6D6D"/>
              </a:solidFill>
              <a:ln w="12648" cap="flat">
                <a:solidFill>
                  <a:srgbClr val="6D6D6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21" name="자유형: 도형 2620">
                <a:extLst>
                  <a:ext uri="{FF2B5EF4-FFF2-40B4-BE49-F238E27FC236}">
                    <a16:creationId xmlns:a16="http://schemas.microsoft.com/office/drawing/2014/main" id="{FCEFDCB2-BC0D-4325-8930-E864F77B9510}"/>
                  </a:ext>
                </a:extLst>
              </p:cNvPr>
              <p:cNvSpPr/>
              <p:nvPr/>
            </p:nvSpPr>
            <p:spPr>
              <a:xfrm rot="10800000">
                <a:off x="3423069" y="4780991"/>
                <a:ext cx="910652" cy="101278"/>
              </a:xfrm>
              <a:custGeom>
                <a:avLst/>
                <a:gdLst>
                  <a:gd name="connsiteX0" fmla="*/ 886115 w 910652"/>
                  <a:gd name="connsiteY0" fmla="*/ 23420 h 101278"/>
                  <a:gd name="connsiteX1" fmla="*/ 885749 w 910652"/>
                  <a:gd name="connsiteY1" fmla="*/ 23420 h 101278"/>
                  <a:gd name="connsiteX2" fmla="*/ 846515 w 910652"/>
                  <a:gd name="connsiteY2" fmla="*/ 40460 h 101278"/>
                  <a:gd name="connsiteX3" fmla="*/ 814503 w 910652"/>
                  <a:gd name="connsiteY3" fmla="*/ 57499 h 101278"/>
                  <a:gd name="connsiteX4" fmla="*/ 0 w 910652"/>
                  <a:gd name="connsiteY4" fmla="*/ 57500 h 101278"/>
                  <a:gd name="connsiteX5" fmla="*/ 0 w 910652"/>
                  <a:gd name="connsiteY5" fmla="*/ 113873 h 101278"/>
                  <a:gd name="connsiteX6" fmla="*/ 807357 w 910652"/>
                  <a:gd name="connsiteY6" fmla="*/ 113873 h 101278"/>
                  <a:gd name="connsiteX7" fmla="*/ 842923 w 910652"/>
                  <a:gd name="connsiteY7" fmla="*/ 87858 h 101278"/>
                  <a:gd name="connsiteX8" fmla="*/ 878539 w 910652"/>
                  <a:gd name="connsiteY8" fmla="*/ 61842 h 101278"/>
                  <a:gd name="connsiteX9" fmla="*/ 878931 w 910652"/>
                  <a:gd name="connsiteY9" fmla="*/ 61842 h 101278"/>
                  <a:gd name="connsiteX10" fmla="*/ 914523 w 910652"/>
                  <a:gd name="connsiteY10" fmla="*/ 26091 h 101278"/>
                  <a:gd name="connsiteX11" fmla="*/ 914523 w 910652"/>
                  <a:gd name="connsiteY11" fmla="*/ 0 h 101278"/>
                  <a:gd name="connsiteX12" fmla="*/ 886115 w 910652"/>
                  <a:gd name="connsiteY12" fmla="*/ 23420 h 1012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10652" h="101278">
                    <a:moveTo>
                      <a:pt x="886115" y="23420"/>
                    </a:moveTo>
                    <a:lnTo>
                      <a:pt x="885749" y="23420"/>
                    </a:lnTo>
                    <a:cubicBezTo>
                      <a:pt x="866132" y="23420"/>
                      <a:pt x="846515" y="31091"/>
                      <a:pt x="846515" y="40460"/>
                    </a:cubicBezTo>
                    <a:cubicBezTo>
                      <a:pt x="846515" y="49802"/>
                      <a:pt x="834094" y="57499"/>
                      <a:pt x="814503" y="57499"/>
                    </a:cubicBezTo>
                    <a:lnTo>
                      <a:pt x="0" y="57500"/>
                    </a:lnTo>
                    <a:lnTo>
                      <a:pt x="0" y="113873"/>
                    </a:lnTo>
                    <a:lnTo>
                      <a:pt x="807357" y="113873"/>
                    </a:lnTo>
                    <a:cubicBezTo>
                      <a:pt x="826923" y="113873"/>
                      <a:pt x="842923" y="102150"/>
                      <a:pt x="842923" y="87858"/>
                    </a:cubicBezTo>
                    <a:cubicBezTo>
                      <a:pt x="842923" y="73565"/>
                      <a:pt x="858986" y="61842"/>
                      <a:pt x="878539" y="61842"/>
                    </a:cubicBezTo>
                    <a:lnTo>
                      <a:pt x="878931" y="61842"/>
                    </a:lnTo>
                    <a:cubicBezTo>
                      <a:pt x="898523" y="61842"/>
                      <a:pt x="914523" y="45752"/>
                      <a:pt x="914523" y="26091"/>
                    </a:cubicBezTo>
                    <a:lnTo>
                      <a:pt x="914523" y="0"/>
                    </a:lnTo>
                    <a:cubicBezTo>
                      <a:pt x="914573" y="12887"/>
                      <a:pt x="905707" y="23420"/>
                      <a:pt x="886115" y="23420"/>
                    </a:cubicBezTo>
                    <a:close/>
                  </a:path>
                </a:pathLst>
              </a:custGeom>
              <a:solidFill>
                <a:srgbClr val="000000">
                  <a:alpha val="35000"/>
                </a:srgbClr>
              </a:solidFill>
              <a:ln w="126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25" name="자유형: 도형 2624">
                <a:extLst>
                  <a:ext uri="{FF2B5EF4-FFF2-40B4-BE49-F238E27FC236}">
                    <a16:creationId xmlns:a16="http://schemas.microsoft.com/office/drawing/2014/main" id="{CC965C00-FE5B-4B7F-8293-7A205F397D10}"/>
                  </a:ext>
                </a:extLst>
              </p:cNvPr>
              <p:cNvSpPr/>
              <p:nvPr/>
            </p:nvSpPr>
            <p:spPr>
              <a:xfrm rot="10800000">
                <a:off x="3476873" y="4805264"/>
                <a:ext cx="12648" cy="607671"/>
              </a:xfrm>
              <a:custGeom>
                <a:avLst/>
                <a:gdLst>
                  <a:gd name="connsiteX0" fmla="*/ 9587 w 0"/>
                  <a:gd name="connsiteY0" fmla="*/ 304058 h 607670"/>
                  <a:gd name="connsiteX1" fmla="*/ 0 w 0"/>
                  <a:gd name="connsiteY1" fmla="*/ 608154 h 607670"/>
                  <a:gd name="connsiteX2" fmla="*/ 0 w 0"/>
                  <a:gd name="connsiteY2" fmla="*/ 0 h 607670"/>
                  <a:gd name="connsiteX3" fmla="*/ 9587 w 0"/>
                  <a:gd name="connsiteY3" fmla="*/ 304058 h 607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607670">
                    <a:moveTo>
                      <a:pt x="9587" y="304058"/>
                    </a:moveTo>
                    <a:cubicBezTo>
                      <a:pt x="9587" y="472051"/>
                      <a:pt x="0" y="608154"/>
                      <a:pt x="0" y="608154"/>
                    </a:cubicBezTo>
                    <a:lnTo>
                      <a:pt x="0" y="0"/>
                    </a:lnTo>
                    <a:cubicBezTo>
                      <a:pt x="0" y="0"/>
                      <a:pt x="9587" y="136167"/>
                      <a:pt x="9587" y="304058"/>
                    </a:cubicBezTo>
                    <a:close/>
                  </a:path>
                </a:pathLst>
              </a:custGeom>
              <a:solidFill>
                <a:srgbClr val="686868">
                  <a:alpha val="50000"/>
                </a:srgbClr>
              </a:solidFill>
              <a:ln w="126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26" name="자유형: 도형 2625">
                <a:extLst>
                  <a:ext uri="{FF2B5EF4-FFF2-40B4-BE49-F238E27FC236}">
                    <a16:creationId xmlns:a16="http://schemas.microsoft.com/office/drawing/2014/main" id="{6961FE4B-2521-42BF-9BB5-F8201D86CB48}"/>
                  </a:ext>
                </a:extLst>
              </p:cNvPr>
              <p:cNvSpPr/>
              <p:nvPr/>
            </p:nvSpPr>
            <p:spPr>
              <a:xfrm>
                <a:off x="3515171" y="5217606"/>
                <a:ext cx="771525" cy="215217"/>
              </a:xfrm>
              <a:custGeom>
                <a:avLst/>
                <a:gdLst>
                  <a:gd name="connsiteX0" fmla="*/ 782668 w 771525"/>
                  <a:gd name="connsiteY0" fmla="*/ 194489 h 215216"/>
                  <a:gd name="connsiteX1" fmla="*/ 742435 w 771525"/>
                  <a:gd name="connsiteY1" fmla="*/ 226949 h 215216"/>
                  <a:gd name="connsiteX2" fmla="*/ 40233 w 771525"/>
                  <a:gd name="connsiteY2" fmla="*/ 226949 h 215216"/>
                  <a:gd name="connsiteX3" fmla="*/ 0 w 771525"/>
                  <a:gd name="connsiteY3" fmla="*/ 195718 h 215216"/>
                  <a:gd name="connsiteX4" fmla="*/ 0 w 771525"/>
                  <a:gd name="connsiteY4" fmla="*/ 33776 h 215216"/>
                  <a:gd name="connsiteX5" fmla="*/ 40233 w 771525"/>
                  <a:gd name="connsiteY5" fmla="*/ 0 h 215216"/>
                  <a:gd name="connsiteX6" fmla="*/ 742435 w 771525"/>
                  <a:gd name="connsiteY6" fmla="*/ 0 h 215216"/>
                  <a:gd name="connsiteX7" fmla="*/ 782668 w 771525"/>
                  <a:gd name="connsiteY7" fmla="*/ 32510 h 215216"/>
                  <a:gd name="connsiteX8" fmla="*/ 782668 w 771525"/>
                  <a:gd name="connsiteY8" fmla="*/ 194489 h 215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71525" h="215216">
                    <a:moveTo>
                      <a:pt x="782668" y="194489"/>
                    </a:moveTo>
                    <a:cubicBezTo>
                      <a:pt x="782668" y="212428"/>
                      <a:pt x="764645" y="226949"/>
                      <a:pt x="742435" y="226949"/>
                    </a:cubicBezTo>
                    <a:lnTo>
                      <a:pt x="40233" y="226949"/>
                    </a:lnTo>
                    <a:cubicBezTo>
                      <a:pt x="18011" y="226949"/>
                      <a:pt x="0" y="213669"/>
                      <a:pt x="0" y="195718"/>
                    </a:cubicBezTo>
                    <a:lnTo>
                      <a:pt x="0" y="33776"/>
                    </a:lnTo>
                    <a:cubicBezTo>
                      <a:pt x="0" y="15825"/>
                      <a:pt x="18011" y="0"/>
                      <a:pt x="40233" y="0"/>
                    </a:cubicBezTo>
                    <a:lnTo>
                      <a:pt x="742435" y="0"/>
                    </a:lnTo>
                    <a:cubicBezTo>
                      <a:pt x="764645" y="0"/>
                      <a:pt x="782668" y="14559"/>
                      <a:pt x="782668" y="32510"/>
                    </a:cubicBezTo>
                    <a:lnTo>
                      <a:pt x="782668" y="194489"/>
                    </a:lnTo>
                    <a:close/>
                  </a:path>
                </a:pathLst>
              </a:custGeom>
              <a:solidFill>
                <a:srgbClr val="FFFFFF">
                  <a:alpha val="16000"/>
                </a:srgbClr>
              </a:solidFill>
              <a:ln w="126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r>
                  <a:rPr lang="en-US" altLang="ko-KR" sz="1200" b="1" dirty="0">
                    <a:solidFill>
                      <a:schemeClr val="bg1"/>
                    </a:solidFill>
                  </a:rPr>
                  <a:t>BACK</a:t>
                </a:r>
                <a:endParaRPr lang="ko-KR" altLang="en-US" sz="12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627" name="자유형: 도형 2626">
                <a:extLst>
                  <a:ext uri="{FF2B5EF4-FFF2-40B4-BE49-F238E27FC236}">
                    <a16:creationId xmlns:a16="http://schemas.microsoft.com/office/drawing/2014/main" id="{24251473-D233-4341-A9FE-B4C8F1EF3A98}"/>
                  </a:ext>
                </a:extLst>
              </p:cNvPr>
              <p:cNvSpPr/>
              <p:nvPr/>
            </p:nvSpPr>
            <p:spPr>
              <a:xfrm rot="10800000">
                <a:off x="3433326" y="5220240"/>
                <a:ext cx="37944" cy="164578"/>
              </a:xfrm>
              <a:custGeom>
                <a:avLst/>
                <a:gdLst>
                  <a:gd name="connsiteX0" fmla="*/ 40296 w 37943"/>
                  <a:gd name="connsiteY0" fmla="*/ 150776 h 164577"/>
                  <a:gd name="connsiteX1" fmla="*/ 22374 w 37943"/>
                  <a:gd name="connsiteY1" fmla="*/ 168715 h 164577"/>
                  <a:gd name="connsiteX2" fmla="*/ 17922 w 37943"/>
                  <a:gd name="connsiteY2" fmla="*/ 168715 h 164577"/>
                  <a:gd name="connsiteX3" fmla="*/ 0 w 37943"/>
                  <a:gd name="connsiteY3" fmla="*/ 150776 h 164577"/>
                  <a:gd name="connsiteX4" fmla="*/ 0 w 37943"/>
                  <a:gd name="connsiteY4" fmla="*/ 17939 h 164577"/>
                  <a:gd name="connsiteX5" fmla="*/ 17922 w 37943"/>
                  <a:gd name="connsiteY5" fmla="*/ 0 h 164577"/>
                  <a:gd name="connsiteX6" fmla="*/ 22374 w 37943"/>
                  <a:gd name="connsiteY6" fmla="*/ 0 h 164577"/>
                  <a:gd name="connsiteX7" fmla="*/ 40296 w 37943"/>
                  <a:gd name="connsiteY7" fmla="*/ 17939 h 164577"/>
                  <a:gd name="connsiteX8" fmla="*/ 40296 w 37943"/>
                  <a:gd name="connsiteY8" fmla="*/ 150776 h 164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943" h="164577">
                    <a:moveTo>
                      <a:pt x="40296" y="150776"/>
                    </a:moveTo>
                    <a:cubicBezTo>
                      <a:pt x="40296" y="160650"/>
                      <a:pt x="32214" y="168715"/>
                      <a:pt x="22374" y="168715"/>
                    </a:cubicBezTo>
                    <a:lnTo>
                      <a:pt x="17922" y="168715"/>
                    </a:lnTo>
                    <a:cubicBezTo>
                      <a:pt x="8095" y="168715"/>
                      <a:pt x="0" y="160638"/>
                      <a:pt x="0" y="150776"/>
                    </a:cubicBezTo>
                    <a:lnTo>
                      <a:pt x="0" y="17939"/>
                    </a:lnTo>
                    <a:cubicBezTo>
                      <a:pt x="0" y="8064"/>
                      <a:pt x="8095" y="0"/>
                      <a:pt x="17922" y="0"/>
                    </a:cubicBezTo>
                    <a:lnTo>
                      <a:pt x="22374" y="0"/>
                    </a:lnTo>
                    <a:cubicBezTo>
                      <a:pt x="32214" y="0"/>
                      <a:pt x="40296" y="8077"/>
                      <a:pt x="40296" y="17939"/>
                    </a:cubicBezTo>
                    <a:lnTo>
                      <a:pt x="40296" y="150776"/>
                    </a:lnTo>
                    <a:close/>
                  </a:path>
                </a:pathLst>
              </a:custGeom>
              <a:solidFill>
                <a:srgbClr val="FFFFFF"/>
              </a:solidFill>
              <a:ln w="126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43" name="자유형: 도형 2642">
                <a:extLst>
                  <a:ext uri="{FF2B5EF4-FFF2-40B4-BE49-F238E27FC236}">
                    <a16:creationId xmlns:a16="http://schemas.microsoft.com/office/drawing/2014/main" id="{59405CCC-0B8A-440D-BEE0-441DA0813269}"/>
                  </a:ext>
                </a:extLst>
              </p:cNvPr>
              <p:cNvSpPr/>
              <p:nvPr/>
            </p:nvSpPr>
            <p:spPr>
              <a:xfrm rot="10800000">
                <a:off x="3588087" y="5154182"/>
                <a:ext cx="37944" cy="151918"/>
              </a:xfrm>
              <a:custGeom>
                <a:avLst/>
                <a:gdLst>
                  <a:gd name="connsiteX0" fmla="*/ 23728 w 37943"/>
                  <a:gd name="connsiteY0" fmla="*/ 154118 h 151917"/>
                  <a:gd name="connsiteX1" fmla="*/ 0 w 37943"/>
                  <a:gd name="connsiteY1" fmla="*/ 130381 h 151917"/>
                  <a:gd name="connsiteX2" fmla="*/ 0 w 37943"/>
                  <a:gd name="connsiteY2" fmla="*/ 23762 h 151917"/>
                  <a:gd name="connsiteX3" fmla="*/ 23728 w 37943"/>
                  <a:gd name="connsiteY3" fmla="*/ 0 h 151917"/>
                  <a:gd name="connsiteX4" fmla="*/ 47455 w 37943"/>
                  <a:gd name="connsiteY4" fmla="*/ 23762 h 151917"/>
                  <a:gd name="connsiteX5" fmla="*/ 47455 w 37943"/>
                  <a:gd name="connsiteY5" fmla="*/ 130381 h 151917"/>
                  <a:gd name="connsiteX6" fmla="*/ 23728 w 37943"/>
                  <a:gd name="connsiteY6" fmla="*/ 154118 h 151917"/>
                  <a:gd name="connsiteX7" fmla="*/ 23728 w 37943"/>
                  <a:gd name="connsiteY7" fmla="*/ 154118 h 151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7943" h="151917">
                    <a:moveTo>
                      <a:pt x="23728" y="154118"/>
                    </a:moveTo>
                    <a:cubicBezTo>
                      <a:pt x="10650" y="154118"/>
                      <a:pt x="0" y="143471"/>
                      <a:pt x="0" y="130381"/>
                    </a:cubicBezTo>
                    <a:lnTo>
                      <a:pt x="0" y="23762"/>
                    </a:lnTo>
                    <a:cubicBezTo>
                      <a:pt x="0" y="10659"/>
                      <a:pt x="10650" y="0"/>
                      <a:pt x="23728" y="0"/>
                    </a:cubicBezTo>
                    <a:cubicBezTo>
                      <a:pt x="36806" y="0"/>
                      <a:pt x="47455" y="10659"/>
                      <a:pt x="47455" y="23762"/>
                    </a:cubicBezTo>
                    <a:lnTo>
                      <a:pt x="47455" y="130381"/>
                    </a:lnTo>
                    <a:cubicBezTo>
                      <a:pt x="47455" y="143458"/>
                      <a:pt x="36806" y="154118"/>
                      <a:pt x="23728" y="154118"/>
                    </a:cubicBezTo>
                    <a:lnTo>
                      <a:pt x="23728" y="154118"/>
                    </a:lnTo>
                    <a:close/>
                  </a:path>
                </a:pathLst>
              </a:custGeom>
              <a:solidFill>
                <a:srgbClr val="000000"/>
              </a:solidFill>
              <a:ln w="126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44" name="자유형: 도형 2643">
                <a:extLst>
                  <a:ext uri="{FF2B5EF4-FFF2-40B4-BE49-F238E27FC236}">
                    <a16:creationId xmlns:a16="http://schemas.microsoft.com/office/drawing/2014/main" id="{B3B618A8-71D9-4A53-A03B-63169CE80211}"/>
                  </a:ext>
                </a:extLst>
              </p:cNvPr>
              <p:cNvSpPr/>
              <p:nvPr/>
            </p:nvSpPr>
            <p:spPr>
              <a:xfrm rot="10800000">
                <a:off x="3581763" y="5147852"/>
                <a:ext cx="50592" cy="164578"/>
              </a:xfrm>
              <a:custGeom>
                <a:avLst/>
                <a:gdLst>
                  <a:gd name="connsiteX0" fmla="*/ 30052 w 50591"/>
                  <a:gd name="connsiteY0" fmla="*/ 12660 h 164577"/>
                  <a:gd name="connsiteX1" fmla="*/ 47455 w 50591"/>
                  <a:gd name="connsiteY1" fmla="*/ 30092 h 164577"/>
                  <a:gd name="connsiteX2" fmla="*/ 47455 w 50591"/>
                  <a:gd name="connsiteY2" fmla="*/ 136711 h 164577"/>
                  <a:gd name="connsiteX3" fmla="*/ 30052 w 50591"/>
                  <a:gd name="connsiteY3" fmla="*/ 154118 h 164577"/>
                  <a:gd name="connsiteX4" fmla="*/ 12648 w 50591"/>
                  <a:gd name="connsiteY4" fmla="*/ 136711 h 164577"/>
                  <a:gd name="connsiteX5" fmla="*/ 12648 w 50591"/>
                  <a:gd name="connsiteY5" fmla="*/ 30092 h 164577"/>
                  <a:gd name="connsiteX6" fmla="*/ 30052 w 50591"/>
                  <a:gd name="connsiteY6" fmla="*/ 12660 h 164577"/>
                  <a:gd name="connsiteX7" fmla="*/ 30052 w 50591"/>
                  <a:gd name="connsiteY7" fmla="*/ 0 h 164577"/>
                  <a:gd name="connsiteX8" fmla="*/ 0 w 50591"/>
                  <a:gd name="connsiteY8" fmla="*/ 30092 h 164577"/>
                  <a:gd name="connsiteX9" fmla="*/ 0 w 50591"/>
                  <a:gd name="connsiteY9" fmla="*/ 136711 h 164577"/>
                  <a:gd name="connsiteX10" fmla="*/ 30052 w 50591"/>
                  <a:gd name="connsiteY10" fmla="*/ 166778 h 164577"/>
                  <a:gd name="connsiteX11" fmla="*/ 60103 w 50591"/>
                  <a:gd name="connsiteY11" fmla="*/ 136711 h 164577"/>
                  <a:gd name="connsiteX12" fmla="*/ 60103 w 50591"/>
                  <a:gd name="connsiteY12" fmla="*/ 30092 h 164577"/>
                  <a:gd name="connsiteX13" fmla="*/ 30052 w 50591"/>
                  <a:gd name="connsiteY13" fmla="*/ 0 h 164577"/>
                  <a:gd name="connsiteX14" fmla="*/ 30052 w 50591"/>
                  <a:gd name="connsiteY14" fmla="*/ 0 h 164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0591" h="164577">
                    <a:moveTo>
                      <a:pt x="30052" y="12660"/>
                    </a:moveTo>
                    <a:cubicBezTo>
                      <a:pt x="39651" y="12660"/>
                      <a:pt x="47455" y="20483"/>
                      <a:pt x="47455" y="30092"/>
                    </a:cubicBezTo>
                    <a:lnTo>
                      <a:pt x="47455" y="136711"/>
                    </a:lnTo>
                    <a:cubicBezTo>
                      <a:pt x="47455" y="146333"/>
                      <a:pt x="39651" y="154118"/>
                      <a:pt x="30052" y="154118"/>
                    </a:cubicBezTo>
                    <a:cubicBezTo>
                      <a:pt x="20452" y="154118"/>
                      <a:pt x="12648" y="146333"/>
                      <a:pt x="12648" y="136711"/>
                    </a:cubicBezTo>
                    <a:lnTo>
                      <a:pt x="12648" y="30092"/>
                    </a:lnTo>
                    <a:cubicBezTo>
                      <a:pt x="12648" y="20471"/>
                      <a:pt x="20452" y="12660"/>
                      <a:pt x="30052" y="12660"/>
                    </a:cubicBezTo>
                    <a:moveTo>
                      <a:pt x="30052" y="0"/>
                    </a:moveTo>
                    <a:cubicBezTo>
                      <a:pt x="13457" y="0"/>
                      <a:pt x="0" y="13470"/>
                      <a:pt x="0" y="30092"/>
                    </a:cubicBezTo>
                    <a:lnTo>
                      <a:pt x="0" y="136711"/>
                    </a:lnTo>
                    <a:cubicBezTo>
                      <a:pt x="0" y="153320"/>
                      <a:pt x="13432" y="166778"/>
                      <a:pt x="30052" y="166778"/>
                    </a:cubicBezTo>
                    <a:cubicBezTo>
                      <a:pt x="46646" y="166778"/>
                      <a:pt x="60103" y="153333"/>
                      <a:pt x="60103" y="136711"/>
                    </a:cubicBezTo>
                    <a:lnTo>
                      <a:pt x="60103" y="30092"/>
                    </a:lnTo>
                    <a:cubicBezTo>
                      <a:pt x="60103" y="13470"/>
                      <a:pt x="46646" y="0"/>
                      <a:pt x="30052" y="0"/>
                    </a:cubicBezTo>
                    <a:lnTo>
                      <a:pt x="30052" y="0"/>
                    </a:lnTo>
                    <a:close/>
                  </a:path>
                </a:pathLst>
              </a:custGeom>
              <a:solidFill>
                <a:srgbClr val="6B6B6B"/>
              </a:solidFill>
              <a:ln w="126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41" name="자유형: 도형 2640">
                <a:extLst>
                  <a:ext uri="{FF2B5EF4-FFF2-40B4-BE49-F238E27FC236}">
                    <a16:creationId xmlns:a16="http://schemas.microsoft.com/office/drawing/2014/main" id="{9142B682-5076-4110-A295-F20A1C8BB005}"/>
                  </a:ext>
                </a:extLst>
              </p:cNvPr>
              <p:cNvSpPr/>
              <p:nvPr/>
            </p:nvSpPr>
            <p:spPr>
              <a:xfrm rot="10800000">
                <a:off x="3588087" y="4919043"/>
                <a:ext cx="37944" cy="151918"/>
              </a:xfrm>
              <a:custGeom>
                <a:avLst/>
                <a:gdLst>
                  <a:gd name="connsiteX0" fmla="*/ 23728 w 37943"/>
                  <a:gd name="connsiteY0" fmla="*/ 154118 h 151917"/>
                  <a:gd name="connsiteX1" fmla="*/ 0 w 37943"/>
                  <a:gd name="connsiteY1" fmla="*/ 130369 h 151917"/>
                  <a:gd name="connsiteX2" fmla="*/ 0 w 37943"/>
                  <a:gd name="connsiteY2" fmla="*/ 23762 h 151917"/>
                  <a:gd name="connsiteX3" fmla="*/ 23728 w 37943"/>
                  <a:gd name="connsiteY3" fmla="*/ 0 h 151917"/>
                  <a:gd name="connsiteX4" fmla="*/ 47455 w 37943"/>
                  <a:gd name="connsiteY4" fmla="*/ 23762 h 151917"/>
                  <a:gd name="connsiteX5" fmla="*/ 47455 w 37943"/>
                  <a:gd name="connsiteY5" fmla="*/ 130369 h 151917"/>
                  <a:gd name="connsiteX6" fmla="*/ 23728 w 37943"/>
                  <a:gd name="connsiteY6" fmla="*/ 154118 h 151917"/>
                  <a:gd name="connsiteX7" fmla="*/ 23728 w 37943"/>
                  <a:gd name="connsiteY7" fmla="*/ 154118 h 151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7943" h="151917">
                    <a:moveTo>
                      <a:pt x="23728" y="154118"/>
                    </a:moveTo>
                    <a:cubicBezTo>
                      <a:pt x="10650" y="154118"/>
                      <a:pt x="0" y="143459"/>
                      <a:pt x="0" y="130369"/>
                    </a:cubicBezTo>
                    <a:lnTo>
                      <a:pt x="0" y="23762"/>
                    </a:lnTo>
                    <a:cubicBezTo>
                      <a:pt x="0" y="10659"/>
                      <a:pt x="10650" y="0"/>
                      <a:pt x="23728" y="0"/>
                    </a:cubicBezTo>
                    <a:cubicBezTo>
                      <a:pt x="36806" y="0"/>
                      <a:pt x="47455" y="10659"/>
                      <a:pt x="47455" y="23762"/>
                    </a:cubicBezTo>
                    <a:lnTo>
                      <a:pt x="47455" y="130369"/>
                    </a:lnTo>
                    <a:cubicBezTo>
                      <a:pt x="47455" y="143458"/>
                      <a:pt x="36806" y="154118"/>
                      <a:pt x="23728" y="154118"/>
                    </a:cubicBezTo>
                    <a:lnTo>
                      <a:pt x="23728" y="154118"/>
                    </a:lnTo>
                    <a:close/>
                  </a:path>
                </a:pathLst>
              </a:custGeom>
              <a:solidFill>
                <a:srgbClr val="000000"/>
              </a:solidFill>
              <a:ln w="126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42" name="자유형: 도형 2641">
                <a:extLst>
                  <a:ext uri="{FF2B5EF4-FFF2-40B4-BE49-F238E27FC236}">
                    <a16:creationId xmlns:a16="http://schemas.microsoft.com/office/drawing/2014/main" id="{EFB0E9E5-17DB-40F9-9C36-E17E23A4D171}"/>
                  </a:ext>
                </a:extLst>
              </p:cNvPr>
              <p:cNvSpPr/>
              <p:nvPr/>
            </p:nvSpPr>
            <p:spPr>
              <a:xfrm rot="10800000">
                <a:off x="3581763" y="4912713"/>
                <a:ext cx="50592" cy="164578"/>
              </a:xfrm>
              <a:custGeom>
                <a:avLst/>
                <a:gdLst>
                  <a:gd name="connsiteX0" fmla="*/ 30052 w 50591"/>
                  <a:gd name="connsiteY0" fmla="*/ 12660 h 164577"/>
                  <a:gd name="connsiteX1" fmla="*/ 47455 w 50591"/>
                  <a:gd name="connsiteY1" fmla="*/ 30092 h 164577"/>
                  <a:gd name="connsiteX2" fmla="*/ 47455 w 50591"/>
                  <a:gd name="connsiteY2" fmla="*/ 136699 h 164577"/>
                  <a:gd name="connsiteX3" fmla="*/ 30052 w 50591"/>
                  <a:gd name="connsiteY3" fmla="*/ 154118 h 164577"/>
                  <a:gd name="connsiteX4" fmla="*/ 12648 w 50591"/>
                  <a:gd name="connsiteY4" fmla="*/ 136699 h 164577"/>
                  <a:gd name="connsiteX5" fmla="*/ 12648 w 50591"/>
                  <a:gd name="connsiteY5" fmla="*/ 30092 h 164577"/>
                  <a:gd name="connsiteX6" fmla="*/ 30052 w 50591"/>
                  <a:gd name="connsiteY6" fmla="*/ 12660 h 164577"/>
                  <a:gd name="connsiteX7" fmla="*/ 30052 w 50591"/>
                  <a:gd name="connsiteY7" fmla="*/ 0 h 164577"/>
                  <a:gd name="connsiteX8" fmla="*/ 0 w 50591"/>
                  <a:gd name="connsiteY8" fmla="*/ 30092 h 164577"/>
                  <a:gd name="connsiteX9" fmla="*/ 0 w 50591"/>
                  <a:gd name="connsiteY9" fmla="*/ 136698 h 164577"/>
                  <a:gd name="connsiteX10" fmla="*/ 30052 w 50591"/>
                  <a:gd name="connsiteY10" fmla="*/ 166778 h 164577"/>
                  <a:gd name="connsiteX11" fmla="*/ 60103 w 50591"/>
                  <a:gd name="connsiteY11" fmla="*/ 136698 h 164577"/>
                  <a:gd name="connsiteX12" fmla="*/ 60103 w 50591"/>
                  <a:gd name="connsiteY12" fmla="*/ 30092 h 164577"/>
                  <a:gd name="connsiteX13" fmla="*/ 30052 w 50591"/>
                  <a:gd name="connsiteY13" fmla="*/ 0 h 164577"/>
                  <a:gd name="connsiteX14" fmla="*/ 30052 w 50591"/>
                  <a:gd name="connsiteY14" fmla="*/ 0 h 164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0591" h="164577">
                    <a:moveTo>
                      <a:pt x="30052" y="12660"/>
                    </a:moveTo>
                    <a:cubicBezTo>
                      <a:pt x="39651" y="12660"/>
                      <a:pt x="47455" y="20483"/>
                      <a:pt x="47455" y="30092"/>
                    </a:cubicBezTo>
                    <a:lnTo>
                      <a:pt x="47455" y="136699"/>
                    </a:lnTo>
                    <a:cubicBezTo>
                      <a:pt x="47455" y="146307"/>
                      <a:pt x="39651" y="154118"/>
                      <a:pt x="30052" y="154118"/>
                    </a:cubicBezTo>
                    <a:cubicBezTo>
                      <a:pt x="20452" y="154118"/>
                      <a:pt x="12648" y="146307"/>
                      <a:pt x="12648" y="136699"/>
                    </a:cubicBezTo>
                    <a:lnTo>
                      <a:pt x="12648" y="30092"/>
                    </a:lnTo>
                    <a:cubicBezTo>
                      <a:pt x="12648" y="20484"/>
                      <a:pt x="20452" y="12660"/>
                      <a:pt x="30052" y="12660"/>
                    </a:cubicBezTo>
                    <a:moveTo>
                      <a:pt x="30052" y="0"/>
                    </a:moveTo>
                    <a:cubicBezTo>
                      <a:pt x="13457" y="0"/>
                      <a:pt x="0" y="13470"/>
                      <a:pt x="0" y="30092"/>
                    </a:cubicBezTo>
                    <a:lnTo>
                      <a:pt x="0" y="136698"/>
                    </a:lnTo>
                    <a:cubicBezTo>
                      <a:pt x="0" y="153308"/>
                      <a:pt x="13432" y="166778"/>
                      <a:pt x="30052" y="166778"/>
                    </a:cubicBezTo>
                    <a:cubicBezTo>
                      <a:pt x="46646" y="166778"/>
                      <a:pt x="60103" y="153333"/>
                      <a:pt x="60103" y="136698"/>
                    </a:cubicBezTo>
                    <a:lnTo>
                      <a:pt x="60103" y="30092"/>
                    </a:lnTo>
                    <a:cubicBezTo>
                      <a:pt x="60103" y="13483"/>
                      <a:pt x="46646" y="0"/>
                      <a:pt x="30052" y="0"/>
                    </a:cubicBezTo>
                    <a:lnTo>
                      <a:pt x="30052" y="0"/>
                    </a:lnTo>
                    <a:close/>
                  </a:path>
                </a:pathLst>
              </a:custGeom>
              <a:solidFill>
                <a:srgbClr val="6B6B6B"/>
              </a:solidFill>
              <a:ln w="126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39" name="자유형: 도형 2638">
                <a:extLst>
                  <a:ext uri="{FF2B5EF4-FFF2-40B4-BE49-F238E27FC236}">
                    <a16:creationId xmlns:a16="http://schemas.microsoft.com/office/drawing/2014/main" id="{6E4B1D97-D16F-4C78-91F9-E0CC53B21005}"/>
                  </a:ext>
                </a:extLst>
              </p:cNvPr>
              <p:cNvSpPr/>
              <p:nvPr/>
            </p:nvSpPr>
            <p:spPr>
              <a:xfrm rot="10800000">
                <a:off x="3588087" y="5394539"/>
                <a:ext cx="37944" cy="63299"/>
              </a:xfrm>
              <a:custGeom>
                <a:avLst/>
                <a:gdLst>
                  <a:gd name="connsiteX0" fmla="*/ 23728 w 37943"/>
                  <a:gd name="connsiteY0" fmla="*/ 70717 h 63299"/>
                  <a:gd name="connsiteX1" fmla="*/ 0 w 37943"/>
                  <a:gd name="connsiteY1" fmla="*/ 46980 h 63299"/>
                  <a:gd name="connsiteX2" fmla="*/ 0 w 37943"/>
                  <a:gd name="connsiteY2" fmla="*/ 0 h 63299"/>
                  <a:gd name="connsiteX3" fmla="*/ 47455 w 37943"/>
                  <a:gd name="connsiteY3" fmla="*/ 0 h 63299"/>
                  <a:gd name="connsiteX4" fmla="*/ 47455 w 37943"/>
                  <a:gd name="connsiteY4" fmla="*/ 46980 h 63299"/>
                  <a:gd name="connsiteX5" fmla="*/ 23728 w 37943"/>
                  <a:gd name="connsiteY5" fmla="*/ 70717 h 63299"/>
                  <a:gd name="connsiteX6" fmla="*/ 23728 w 37943"/>
                  <a:gd name="connsiteY6" fmla="*/ 70717 h 63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7943" h="63299">
                    <a:moveTo>
                      <a:pt x="23728" y="70717"/>
                    </a:moveTo>
                    <a:cubicBezTo>
                      <a:pt x="10650" y="70717"/>
                      <a:pt x="0" y="60044"/>
                      <a:pt x="0" y="46980"/>
                    </a:cubicBezTo>
                    <a:lnTo>
                      <a:pt x="0" y="0"/>
                    </a:lnTo>
                    <a:lnTo>
                      <a:pt x="47455" y="0"/>
                    </a:lnTo>
                    <a:lnTo>
                      <a:pt x="47455" y="46980"/>
                    </a:lnTo>
                    <a:cubicBezTo>
                      <a:pt x="47455" y="60070"/>
                      <a:pt x="36806" y="70717"/>
                      <a:pt x="23728" y="70717"/>
                    </a:cubicBezTo>
                    <a:lnTo>
                      <a:pt x="23728" y="70717"/>
                    </a:lnTo>
                    <a:close/>
                  </a:path>
                </a:pathLst>
              </a:custGeom>
              <a:solidFill>
                <a:srgbClr val="000000"/>
              </a:solidFill>
              <a:ln w="126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40" name="자유형: 도형 2639">
                <a:extLst>
                  <a:ext uri="{FF2B5EF4-FFF2-40B4-BE49-F238E27FC236}">
                    <a16:creationId xmlns:a16="http://schemas.microsoft.com/office/drawing/2014/main" id="{B2C3E5E5-927C-4F06-8B72-A9702BB768FF}"/>
                  </a:ext>
                </a:extLst>
              </p:cNvPr>
              <p:cNvSpPr/>
              <p:nvPr/>
            </p:nvSpPr>
            <p:spPr>
              <a:xfrm rot="10800000">
                <a:off x="3581763" y="5388209"/>
                <a:ext cx="50592" cy="75959"/>
              </a:xfrm>
              <a:custGeom>
                <a:avLst/>
                <a:gdLst>
                  <a:gd name="connsiteX0" fmla="*/ 47455 w 50591"/>
                  <a:gd name="connsiteY0" fmla="*/ 12660 h 75958"/>
                  <a:gd name="connsiteX1" fmla="*/ 47455 w 50591"/>
                  <a:gd name="connsiteY1" fmla="*/ 53310 h 75958"/>
                  <a:gd name="connsiteX2" fmla="*/ 30052 w 50591"/>
                  <a:gd name="connsiteY2" fmla="*/ 70717 h 75958"/>
                  <a:gd name="connsiteX3" fmla="*/ 12648 w 50591"/>
                  <a:gd name="connsiteY3" fmla="*/ 53310 h 75958"/>
                  <a:gd name="connsiteX4" fmla="*/ 12648 w 50591"/>
                  <a:gd name="connsiteY4" fmla="*/ 12660 h 75958"/>
                  <a:gd name="connsiteX5" fmla="*/ 47455 w 50591"/>
                  <a:gd name="connsiteY5" fmla="*/ 12660 h 75958"/>
                  <a:gd name="connsiteX6" fmla="*/ 60103 w 50591"/>
                  <a:gd name="connsiteY6" fmla="*/ 0 h 75958"/>
                  <a:gd name="connsiteX7" fmla="*/ 0 w 50591"/>
                  <a:gd name="connsiteY7" fmla="*/ 0 h 75958"/>
                  <a:gd name="connsiteX8" fmla="*/ 0 w 50591"/>
                  <a:gd name="connsiteY8" fmla="*/ 53310 h 75958"/>
                  <a:gd name="connsiteX9" fmla="*/ 30052 w 50591"/>
                  <a:gd name="connsiteY9" fmla="*/ 83376 h 75958"/>
                  <a:gd name="connsiteX10" fmla="*/ 60103 w 50591"/>
                  <a:gd name="connsiteY10" fmla="*/ 53310 h 75958"/>
                  <a:gd name="connsiteX11" fmla="*/ 60103 w 50591"/>
                  <a:gd name="connsiteY11" fmla="*/ 0 h 75958"/>
                  <a:gd name="connsiteX12" fmla="*/ 60103 w 50591"/>
                  <a:gd name="connsiteY12" fmla="*/ 0 h 759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0591" h="75958">
                    <a:moveTo>
                      <a:pt x="47455" y="12660"/>
                    </a:moveTo>
                    <a:lnTo>
                      <a:pt x="47455" y="53310"/>
                    </a:lnTo>
                    <a:cubicBezTo>
                      <a:pt x="47455" y="62906"/>
                      <a:pt x="39651" y="70717"/>
                      <a:pt x="30052" y="70717"/>
                    </a:cubicBezTo>
                    <a:cubicBezTo>
                      <a:pt x="20452" y="70717"/>
                      <a:pt x="12648" y="62906"/>
                      <a:pt x="12648" y="53310"/>
                    </a:cubicBezTo>
                    <a:lnTo>
                      <a:pt x="12648" y="12660"/>
                    </a:lnTo>
                    <a:lnTo>
                      <a:pt x="47455" y="12660"/>
                    </a:lnTo>
                    <a:moveTo>
                      <a:pt x="60103" y="0"/>
                    </a:moveTo>
                    <a:lnTo>
                      <a:pt x="0" y="0"/>
                    </a:lnTo>
                    <a:lnTo>
                      <a:pt x="0" y="53310"/>
                    </a:lnTo>
                    <a:cubicBezTo>
                      <a:pt x="0" y="69919"/>
                      <a:pt x="13432" y="83376"/>
                      <a:pt x="30052" y="83376"/>
                    </a:cubicBezTo>
                    <a:cubicBezTo>
                      <a:pt x="46646" y="83376"/>
                      <a:pt x="60103" y="69919"/>
                      <a:pt x="60103" y="53310"/>
                    </a:cubicBezTo>
                    <a:lnTo>
                      <a:pt x="60103" y="0"/>
                    </a:lnTo>
                    <a:lnTo>
                      <a:pt x="60103" y="0"/>
                    </a:lnTo>
                    <a:close/>
                  </a:path>
                </a:pathLst>
              </a:custGeom>
              <a:solidFill>
                <a:srgbClr val="6B6B6B"/>
              </a:solidFill>
              <a:ln w="126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37" name="자유형: 도형 2636">
                <a:extLst>
                  <a:ext uri="{FF2B5EF4-FFF2-40B4-BE49-F238E27FC236}">
                    <a16:creationId xmlns:a16="http://schemas.microsoft.com/office/drawing/2014/main" id="{DA409BF3-9703-4314-9FB0-FF6BDC7B8717}"/>
                  </a:ext>
                </a:extLst>
              </p:cNvPr>
              <p:cNvSpPr/>
              <p:nvPr/>
            </p:nvSpPr>
            <p:spPr>
              <a:xfrm rot="10800000">
                <a:off x="3588087" y="4772536"/>
                <a:ext cx="37944" cy="63299"/>
              </a:xfrm>
              <a:custGeom>
                <a:avLst/>
                <a:gdLst>
                  <a:gd name="connsiteX0" fmla="*/ 0 w 37943"/>
                  <a:gd name="connsiteY0" fmla="*/ 70743 h 63299"/>
                  <a:gd name="connsiteX1" fmla="*/ 0 w 37943"/>
                  <a:gd name="connsiteY1" fmla="*/ 23762 h 63299"/>
                  <a:gd name="connsiteX2" fmla="*/ 23728 w 37943"/>
                  <a:gd name="connsiteY2" fmla="*/ 0 h 63299"/>
                  <a:gd name="connsiteX3" fmla="*/ 47455 w 37943"/>
                  <a:gd name="connsiteY3" fmla="*/ 23762 h 63299"/>
                  <a:gd name="connsiteX4" fmla="*/ 47455 w 37943"/>
                  <a:gd name="connsiteY4" fmla="*/ 70742 h 63299"/>
                  <a:gd name="connsiteX5" fmla="*/ 0 w 37943"/>
                  <a:gd name="connsiteY5" fmla="*/ 70743 h 63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943" h="63299">
                    <a:moveTo>
                      <a:pt x="0" y="70743"/>
                    </a:moveTo>
                    <a:lnTo>
                      <a:pt x="0" y="23762"/>
                    </a:lnTo>
                    <a:cubicBezTo>
                      <a:pt x="0" y="10659"/>
                      <a:pt x="10650" y="0"/>
                      <a:pt x="23728" y="0"/>
                    </a:cubicBezTo>
                    <a:cubicBezTo>
                      <a:pt x="36806" y="0"/>
                      <a:pt x="47455" y="10659"/>
                      <a:pt x="47455" y="23762"/>
                    </a:cubicBezTo>
                    <a:lnTo>
                      <a:pt x="47455" y="70742"/>
                    </a:lnTo>
                    <a:lnTo>
                      <a:pt x="0" y="70743"/>
                    </a:lnTo>
                    <a:close/>
                  </a:path>
                </a:pathLst>
              </a:custGeom>
              <a:solidFill>
                <a:srgbClr val="000000"/>
              </a:solidFill>
              <a:ln w="126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38" name="자유형: 도형 2637">
                <a:extLst>
                  <a:ext uri="{FF2B5EF4-FFF2-40B4-BE49-F238E27FC236}">
                    <a16:creationId xmlns:a16="http://schemas.microsoft.com/office/drawing/2014/main" id="{9E898C7F-B828-4B04-94D2-6ED4D849C973}"/>
                  </a:ext>
                </a:extLst>
              </p:cNvPr>
              <p:cNvSpPr/>
              <p:nvPr/>
            </p:nvSpPr>
            <p:spPr>
              <a:xfrm rot="10800000">
                <a:off x="3581763" y="4766205"/>
                <a:ext cx="50592" cy="75959"/>
              </a:xfrm>
              <a:custGeom>
                <a:avLst/>
                <a:gdLst>
                  <a:gd name="connsiteX0" fmla="*/ 30052 w 50591"/>
                  <a:gd name="connsiteY0" fmla="*/ 12660 h 75958"/>
                  <a:gd name="connsiteX1" fmla="*/ 47455 w 50591"/>
                  <a:gd name="connsiteY1" fmla="*/ 30092 h 75958"/>
                  <a:gd name="connsiteX2" fmla="*/ 47455 w 50591"/>
                  <a:gd name="connsiteY2" fmla="*/ 70742 h 75958"/>
                  <a:gd name="connsiteX3" fmla="*/ 12648 w 50591"/>
                  <a:gd name="connsiteY3" fmla="*/ 70742 h 75958"/>
                  <a:gd name="connsiteX4" fmla="*/ 12648 w 50591"/>
                  <a:gd name="connsiteY4" fmla="*/ 30091 h 75958"/>
                  <a:gd name="connsiteX5" fmla="*/ 30052 w 50591"/>
                  <a:gd name="connsiteY5" fmla="*/ 12660 h 75958"/>
                  <a:gd name="connsiteX6" fmla="*/ 30052 w 50591"/>
                  <a:gd name="connsiteY6" fmla="*/ 0 h 75958"/>
                  <a:gd name="connsiteX7" fmla="*/ 0 w 50591"/>
                  <a:gd name="connsiteY7" fmla="*/ 30092 h 75958"/>
                  <a:gd name="connsiteX8" fmla="*/ 0 w 50591"/>
                  <a:gd name="connsiteY8" fmla="*/ 83401 h 75958"/>
                  <a:gd name="connsiteX9" fmla="*/ 60103 w 50591"/>
                  <a:gd name="connsiteY9" fmla="*/ 83401 h 75958"/>
                  <a:gd name="connsiteX10" fmla="*/ 60103 w 50591"/>
                  <a:gd name="connsiteY10" fmla="*/ 30091 h 75958"/>
                  <a:gd name="connsiteX11" fmla="*/ 30052 w 50591"/>
                  <a:gd name="connsiteY11" fmla="*/ 0 h 75958"/>
                  <a:gd name="connsiteX12" fmla="*/ 30052 w 50591"/>
                  <a:gd name="connsiteY12" fmla="*/ 0 h 759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0591" h="75958">
                    <a:moveTo>
                      <a:pt x="30052" y="12660"/>
                    </a:moveTo>
                    <a:cubicBezTo>
                      <a:pt x="39651" y="12660"/>
                      <a:pt x="47455" y="20483"/>
                      <a:pt x="47455" y="30092"/>
                    </a:cubicBezTo>
                    <a:lnTo>
                      <a:pt x="47455" y="70742"/>
                    </a:lnTo>
                    <a:lnTo>
                      <a:pt x="12648" y="70742"/>
                    </a:lnTo>
                    <a:lnTo>
                      <a:pt x="12648" y="30091"/>
                    </a:lnTo>
                    <a:cubicBezTo>
                      <a:pt x="12648" y="20484"/>
                      <a:pt x="20452" y="12660"/>
                      <a:pt x="30052" y="12660"/>
                    </a:cubicBezTo>
                    <a:moveTo>
                      <a:pt x="30052" y="0"/>
                    </a:moveTo>
                    <a:cubicBezTo>
                      <a:pt x="13457" y="0"/>
                      <a:pt x="0" y="13444"/>
                      <a:pt x="0" y="30092"/>
                    </a:cubicBezTo>
                    <a:lnTo>
                      <a:pt x="0" y="83401"/>
                    </a:lnTo>
                    <a:lnTo>
                      <a:pt x="60103" y="83401"/>
                    </a:lnTo>
                    <a:lnTo>
                      <a:pt x="60103" y="30091"/>
                    </a:lnTo>
                    <a:cubicBezTo>
                      <a:pt x="60103" y="13483"/>
                      <a:pt x="46646" y="0"/>
                      <a:pt x="30052" y="0"/>
                    </a:cubicBezTo>
                    <a:lnTo>
                      <a:pt x="30052" y="0"/>
                    </a:lnTo>
                    <a:close/>
                  </a:path>
                </a:pathLst>
              </a:custGeom>
              <a:solidFill>
                <a:srgbClr val="6B6B6B"/>
              </a:solidFill>
              <a:ln w="126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2019" name="그룹 2018">
                <a:extLst>
                  <a:ext uri="{FF2B5EF4-FFF2-40B4-BE49-F238E27FC236}">
                    <a16:creationId xmlns:a16="http://schemas.microsoft.com/office/drawing/2014/main" id="{B0D53CEF-C1B8-489D-96A6-AC7C29147DC9}"/>
                  </a:ext>
                </a:extLst>
              </p:cNvPr>
              <p:cNvGrpSpPr/>
              <p:nvPr/>
            </p:nvGrpSpPr>
            <p:grpSpPr>
              <a:xfrm rot="5400000">
                <a:off x="8617510" y="5759749"/>
                <a:ext cx="432000" cy="216000"/>
                <a:chOff x="8058532" y="6190597"/>
                <a:chExt cx="989553" cy="545795"/>
              </a:xfrm>
            </p:grpSpPr>
            <p:grpSp>
              <p:nvGrpSpPr>
                <p:cNvPr id="1327" name="그래픽 629">
                  <a:extLst>
                    <a:ext uri="{FF2B5EF4-FFF2-40B4-BE49-F238E27FC236}">
                      <a16:creationId xmlns:a16="http://schemas.microsoft.com/office/drawing/2014/main" id="{A057F0D5-7676-438C-8587-7F86F4A2B054}"/>
                    </a:ext>
                  </a:extLst>
                </p:cNvPr>
                <p:cNvGrpSpPr/>
                <p:nvPr/>
              </p:nvGrpSpPr>
              <p:grpSpPr>
                <a:xfrm>
                  <a:off x="8058532" y="6190597"/>
                  <a:ext cx="989553" cy="545795"/>
                  <a:chOff x="8058532" y="6190597"/>
                  <a:chExt cx="989553" cy="545795"/>
                </a:xfrm>
                <a:solidFill>
                  <a:schemeClr val="accent1"/>
                </a:solidFill>
              </p:grpSpPr>
              <p:sp>
                <p:nvSpPr>
                  <p:cNvPr id="1328" name="자유형: 도형 1327">
                    <a:extLst>
                      <a:ext uri="{FF2B5EF4-FFF2-40B4-BE49-F238E27FC236}">
                        <a16:creationId xmlns:a16="http://schemas.microsoft.com/office/drawing/2014/main" id="{4A542257-96BF-46D8-B38B-352B22961728}"/>
                      </a:ext>
                    </a:extLst>
                  </p:cNvPr>
                  <p:cNvSpPr/>
                  <p:nvPr/>
                </p:nvSpPr>
                <p:spPr>
                  <a:xfrm>
                    <a:off x="8058532" y="6190597"/>
                    <a:ext cx="989553" cy="545795"/>
                  </a:xfrm>
                  <a:custGeom>
                    <a:avLst/>
                    <a:gdLst>
                      <a:gd name="connsiteX0" fmla="*/ 0 w 989552"/>
                      <a:gd name="connsiteY0" fmla="*/ 0 h 545795"/>
                      <a:gd name="connsiteX1" fmla="*/ 0 w 989552"/>
                      <a:gd name="connsiteY1" fmla="*/ 246750 h 545795"/>
                      <a:gd name="connsiteX2" fmla="*/ 27403 w 989552"/>
                      <a:gd name="connsiteY2" fmla="*/ 274167 h 545795"/>
                      <a:gd name="connsiteX3" fmla="*/ 0 w 989552"/>
                      <a:gd name="connsiteY3" fmla="*/ 301584 h 545795"/>
                      <a:gd name="connsiteX4" fmla="*/ 0 w 989552"/>
                      <a:gd name="connsiteY4" fmla="*/ 548334 h 545795"/>
                      <a:gd name="connsiteX5" fmla="*/ 995423 w 989552"/>
                      <a:gd name="connsiteY5" fmla="*/ 548334 h 545795"/>
                      <a:gd name="connsiteX6" fmla="*/ 995423 w 989552"/>
                      <a:gd name="connsiteY6" fmla="*/ 0 h 545795"/>
                      <a:gd name="connsiteX7" fmla="*/ 0 w 989552"/>
                      <a:gd name="connsiteY7" fmla="*/ 0 h 5457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989552" h="545795">
                        <a:moveTo>
                          <a:pt x="0" y="0"/>
                        </a:moveTo>
                        <a:lnTo>
                          <a:pt x="0" y="246750"/>
                        </a:lnTo>
                        <a:cubicBezTo>
                          <a:pt x="15134" y="246750"/>
                          <a:pt x="27403" y="259025"/>
                          <a:pt x="27403" y="274167"/>
                        </a:cubicBezTo>
                        <a:cubicBezTo>
                          <a:pt x="27403" y="289309"/>
                          <a:pt x="15134" y="301584"/>
                          <a:pt x="0" y="301584"/>
                        </a:cubicBezTo>
                        <a:lnTo>
                          <a:pt x="0" y="548334"/>
                        </a:lnTo>
                        <a:lnTo>
                          <a:pt x="995423" y="548334"/>
                        </a:lnTo>
                        <a:lnTo>
                          <a:pt x="995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1F7A34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grpSp>
                <p:nvGrpSpPr>
                  <p:cNvPr id="1329" name="그래픽 629">
                    <a:extLst>
                      <a:ext uri="{FF2B5EF4-FFF2-40B4-BE49-F238E27FC236}">
                        <a16:creationId xmlns:a16="http://schemas.microsoft.com/office/drawing/2014/main" id="{A057F0D5-7676-438C-8587-7F86F4A2B054}"/>
                      </a:ext>
                    </a:extLst>
                  </p:cNvPr>
                  <p:cNvGrpSpPr/>
                  <p:nvPr/>
                </p:nvGrpSpPr>
                <p:grpSpPr>
                  <a:xfrm>
                    <a:off x="8149876" y="6317266"/>
                    <a:ext cx="811941" cy="302815"/>
                    <a:chOff x="8149876" y="6317266"/>
                    <a:chExt cx="811941" cy="302815"/>
                  </a:xfrm>
                  <a:solidFill>
                    <a:schemeClr val="accent1"/>
                  </a:solidFill>
                </p:grpSpPr>
                <p:grpSp>
                  <p:nvGrpSpPr>
                    <p:cNvPr id="1330" name="그래픽 629">
                      <a:extLst>
                        <a:ext uri="{FF2B5EF4-FFF2-40B4-BE49-F238E27FC236}">
                          <a16:creationId xmlns:a16="http://schemas.microsoft.com/office/drawing/2014/main" id="{A057F0D5-7676-438C-8587-7F86F4A2B05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149876" y="6317266"/>
                      <a:ext cx="811941" cy="302815"/>
                      <a:chOff x="8149876" y="6317266"/>
                      <a:chExt cx="811941" cy="302815"/>
                    </a:xfrm>
                    <a:solidFill>
                      <a:schemeClr val="accent1"/>
                    </a:solidFill>
                  </p:grpSpPr>
                  <p:sp>
                    <p:nvSpPr>
                      <p:cNvPr id="1331" name="자유형: 도형 1330">
                        <a:extLst>
                          <a:ext uri="{FF2B5EF4-FFF2-40B4-BE49-F238E27FC236}">
                            <a16:creationId xmlns:a16="http://schemas.microsoft.com/office/drawing/2014/main" id="{C76631F6-36F7-45E8-B3C6-8FDFC3F6D19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879899" y="6484800"/>
                        <a:ext cx="76119" cy="12693"/>
                      </a:xfrm>
                      <a:custGeom>
                        <a:avLst/>
                        <a:gdLst>
                          <a:gd name="connsiteX0" fmla="*/ 0 w 76119"/>
                          <a:gd name="connsiteY0" fmla="*/ 0 h 0"/>
                          <a:gd name="connsiteX1" fmla="*/ 82716 w 76119"/>
                          <a:gd name="connsiteY1" fmla="*/ 0 h 0"/>
                          <a:gd name="connsiteX2" fmla="*/ 82716 w 76119"/>
                          <a:gd name="connsiteY2" fmla="*/ 4227 h 0"/>
                          <a:gd name="connsiteX3" fmla="*/ 0 w 76119"/>
                          <a:gd name="connsiteY3" fmla="*/ 4227 h 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76119">
                            <a:moveTo>
                              <a:pt x="0" y="0"/>
                            </a:moveTo>
                            <a:lnTo>
                              <a:pt x="82716" y="0"/>
                            </a:lnTo>
                            <a:lnTo>
                              <a:pt x="82716" y="4227"/>
                            </a:lnTo>
                            <a:lnTo>
                              <a:pt x="0" y="4227"/>
                            </a:lnTo>
                            <a:close/>
                          </a:path>
                        </a:pathLst>
                      </a:custGeom>
                      <a:solidFill>
                        <a:srgbClr val="B3B3B3"/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332" name="자유형: 도형 1331">
                        <a:extLst>
                          <a:ext uri="{FF2B5EF4-FFF2-40B4-BE49-F238E27FC236}">
                            <a16:creationId xmlns:a16="http://schemas.microsoft.com/office/drawing/2014/main" id="{7D183E97-F50B-4D83-9C6A-F706C2A93FD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149876" y="6484800"/>
                        <a:ext cx="76119" cy="12693"/>
                      </a:xfrm>
                      <a:custGeom>
                        <a:avLst/>
                        <a:gdLst>
                          <a:gd name="connsiteX0" fmla="*/ 0 w 76119"/>
                          <a:gd name="connsiteY0" fmla="*/ 0 h 0"/>
                          <a:gd name="connsiteX1" fmla="*/ 82716 w 76119"/>
                          <a:gd name="connsiteY1" fmla="*/ 0 h 0"/>
                          <a:gd name="connsiteX2" fmla="*/ 82716 w 76119"/>
                          <a:gd name="connsiteY2" fmla="*/ 4227 h 0"/>
                          <a:gd name="connsiteX3" fmla="*/ 0 w 76119"/>
                          <a:gd name="connsiteY3" fmla="*/ 4227 h 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76119">
                            <a:moveTo>
                              <a:pt x="0" y="0"/>
                            </a:moveTo>
                            <a:lnTo>
                              <a:pt x="82716" y="0"/>
                            </a:lnTo>
                            <a:lnTo>
                              <a:pt x="82716" y="4227"/>
                            </a:lnTo>
                            <a:lnTo>
                              <a:pt x="0" y="4227"/>
                            </a:lnTo>
                            <a:close/>
                          </a:path>
                        </a:pathLst>
                      </a:custGeom>
                      <a:solidFill>
                        <a:srgbClr val="B3B3B3"/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grpSp>
                    <p:nvGrpSpPr>
                      <p:cNvPr id="1333" name="그래픽 629">
                        <a:extLst>
                          <a:ext uri="{FF2B5EF4-FFF2-40B4-BE49-F238E27FC236}">
                            <a16:creationId xmlns:a16="http://schemas.microsoft.com/office/drawing/2014/main" id="{A057F0D5-7676-438C-8587-7F86F4A2B05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275740" y="6317266"/>
                        <a:ext cx="558209" cy="76157"/>
                        <a:chOff x="8275740" y="6317266"/>
                        <a:chExt cx="558209" cy="76157"/>
                      </a:xfrm>
                      <a:solidFill>
                        <a:srgbClr val="E6E6E6"/>
                      </a:solidFill>
                    </p:grpSpPr>
                    <p:sp>
                      <p:nvSpPr>
                        <p:cNvPr id="1334" name="자유형: 도형 1333">
                          <a:extLst>
                            <a:ext uri="{FF2B5EF4-FFF2-40B4-BE49-F238E27FC236}">
                              <a16:creationId xmlns:a16="http://schemas.microsoft.com/office/drawing/2014/main" id="{D7465ACF-ABA2-475C-BB4F-01E799DD6F3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815223" y="6317266"/>
                          <a:ext cx="12687" cy="76157"/>
                        </a:xfrm>
                        <a:custGeom>
                          <a:avLst/>
                          <a:gdLst>
                            <a:gd name="connsiteX0" fmla="*/ 0 w 12686"/>
                            <a:gd name="connsiteY0" fmla="*/ 0 h 76157"/>
                            <a:gd name="connsiteX1" fmla="*/ 21580 w 12686"/>
                            <a:gd name="connsiteY1" fmla="*/ 0 h 76157"/>
                            <a:gd name="connsiteX2" fmla="*/ 21580 w 12686"/>
                            <a:gd name="connsiteY2" fmla="*/ 80803 h 76157"/>
                            <a:gd name="connsiteX3" fmla="*/ 0 w 12686"/>
                            <a:gd name="connsiteY3" fmla="*/ 80803 h 7615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12686" h="76157">
                              <a:moveTo>
                                <a:pt x="0" y="0"/>
                              </a:moveTo>
                              <a:lnTo>
                                <a:pt x="21580" y="0"/>
                              </a:lnTo>
                              <a:lnTo>
                                <a:pt x="21580" y="80803"/>
                              </a:lnTo>
                              <a:lnTo>
                                <a:pt x="0" y="8080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E6E6E6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335" name="자유형: 도형 1334">
                          <a:extLst>
                            <a:ext uri="{FF2B5EF4-FFF2-40B4-BE49-F238E27FC236}">
                              <a16:creationId xmlns:a16="http://schemas.microsoft.com/office/drawing/2014/main" id="{2A35C851-4E79-4701-BB78-0DEC3CA94DB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779257" y="6317266"/>
                          <a:ext cx="12687" cy="76157"/>
                        </a:xfrm>
                        <a:custGeom>
                          <a:avLst/>
                          <a:gdLst>
                            <a:gd name="connsiteX0" fmla="*/ 0 w 12686"/>
                            <a:gd name="connsiteY0" fmla="*/ 0 h 76157"/>
                            <a:gd name="connsiteX1" fmla="*/ 21580 w 12686"/>
                            <a:gd name="connsiteY1" fmla="*/ 0 h 76157"/>
                            <a:gd name="connsiteX2" fmla="*/ 21580 w 12686"/>
                            <a:gd name="connsiteY2" fmla="*/ 80803 h 76157"/>
                            <a:gd name="connsiteX3" fmla="*/ 0 w 12686"/>
                            <a:gd name="connsiteY3" fmla="*/ 80803 h 7615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12686" h="76157">
                              <a:moveTo>
                                <a:pt x="0" y="0"/>
                              </a:moveTo>
                              <a:lnTo>
                                <a:pt x="21580" y="0"/>
                              </a:lnTo>
                              <a:lnTo>
                                <a:pt x="21580" y="80803"/>
                              </a:lnTo>
                              <a:lnTo>
                                <a:pt x="0" y="8080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E6E6E6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336" name="자유형: 도형 1335">
                          <a:extLst>
                            <a:ext uri="{FF2B5EF4-FFF2-40B4-BE49-F238E27FC236}">
                              <a16:creationId xmlns:a16="http://schemas.microsoft.com/office/drawing/2014/main" id="{03F1C443-601B-41FD-AB11-1CB142C8267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743290" y="6317266"/>
                          <a:ext cx="12687" cy="76157"/>
                        </a:xfrm>
                        <a:custGeom>
                          <a:avLst/>
                          <a:gdLst>
                            <a:gd name="connsiteX0" fmla="*/ 0 w 12686"/>
                            <a:gd name="connsiteY0" fmla="*/ 0 h 76157"/>
                            <a:gd name="connsiteX1" fmla="*/ 21580 w 12686"/>
                            <a:gd name="connsiteY1" fmla="*/ 0 h 76157"/>
                            <a:gd name="connsiteX2" fmla="*/ 21580 w 12686"/>
                            <a:gd name="connsiteY2" fmla="*/ 80803 h 76157"/>
                            <a:gd name="connsiteX3" fmla="*/ 0 w 12686"/>
                            <a:gd name="connsiteY3" fmla="*/ 80803 h 7615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12686" h="76157">
                              <a:moveTo>
                                <a:pt x="0" y="0"/>
                              </a:moveTo>
                              <a:lnTo>
                                <a:pt x="21580" y="0"/>
                              </a:lnTo>
                              <a:lnTo>
                                <a:pt x="21580" y="80803"/>
                              </a:lnTo>
                              <a:lnTo>
                                <a:pt x="0" y="8080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E6E6E6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337" name="자유형: 도형 1336">
                          <a:extLst>
                            <a:ext uri="{FF2B5EF4-FFF2-40B4-BE49-F238E27FC236}">
                              <a16:creationId xmlns:a16="http://schemas.microsoft.com/office/drawing/2014/main" id="{C433214E-FED5-4F63-80A6-C47708F7E0E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707324" y="6317266"/>
                          <a:ext cx="12687" cy="76157"/>
                        </a:xfrm>
                        <a:custGeom>
                          <a:avLst/>
                          <a:gdLst>
                            <a:gd name="connsiteX0" fmla="*/ 0 w 12686"/>
                            <a:gd name="connsiteY0" fmla="*/ 0 h 76157"/>
                            <a:gd name="connsiteX1" fmla="*/ 21580 w 12686"/>
                            <a:gd name="connsiteY1" fmla="*/ 0 h 76157"/>
                            <a:gd name="connsiteX2" fmla="*/ 21580 w 12686"/>
                            <a:gd name="connsiteY2" fmla="*/ 80803 h 76157"/>
                            <a:gd name="connsiteX3" fmla="*/ 0 w 12686"/>
                            <a:gd name="connsiteY3" fmla="*/ 80803 h 7615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12686" h="76157">
                              <a:moveTo>
                                <a:pt x="0" y="0"/>
                              </a:moveTo>
                              <a:lnTo>
                                <a:pt x="21580" y="0"/>
                              </a:lnTo>
                              <a:lnTo>
                                <a:pt x="21580" y="80803"/>
                              </a:lnTo>
                              <a:lnTo>
                                <a:pt x="0" y="8080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E6E6E6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338" name="자유형: 도형 1337">
                          <a:extLst>
                            <a:ext uri="{FF2B5EF4-FFF2-40B4-BE49-F238E27FC236}">
                              <a16:creationId xmlns:a16="http://schemas.microsoft.com/office/drawing/2014/main" id="{655F691D-9A29-483A-B55A-3E02B9E394A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671357" y="6317266"/>
                          <a:ext cx="12687" cy="76157"/>
                        </a:xfrm>
                        <a:custGeom>
                          <a:avLst/>
                          <a:gdLst>
                            <a:gd name="connsiteX0" fmla="*/ 0 w 12686"/>
                            <a:gd name="connsiteY0" fmla="*/ 0 h 76157"/>
                            <a:gd name="connsiteX1" fmla="*/ 21580 w 12686"/>
                            <a:gd name="connsiteY1" fmla="*/ 0 h 76157"/>
                            <a:gd name="connsiteX2" fmla="*/ 21580 w 12686"/>
                            <a:gd name="connsiteY2" fmla="*/ 80803 h 76157"/>
                            <a:gd name="connsiteX3" fmla="*/ 0 w 12686"/>
                            <a:gd name="connsiteY3" fmla="*/ 80803 h 7615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12686" h="76157">
                              <a:moveTo>
                                <a:pt x="0" y="0"/>
                              </a:moveTo>
                              <a:lnTo>
                                <a:pt x="21580" y="0"/>
                              </a:lnTo>
                              <a:lnTo>
                                <a:pt x="21580" y="80803"/>
                              </a:lnTo>
                              <a:lnTo>
                                <a:pt x="0" y="8080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E6E6E6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339" name="자유형: 도형 1338">
                          <a:extLst>
                            <a:ext uri="{FF2B5EF4-FFF2-40B4-BE49-F238E27FC236}">
                              <a16:creationId xmlns:a16="http://schemas.microsoft.com/office/drawing/2014/main" id="{F3503690-55F6-4FB5-A211-6E6D8FFA208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635391" y="6317266"/>
                          <a:ext cx="12687" cy="76157"/>
                        </a:xfrm>
                        <a:custGeom>
                          <a:avLst/>
                          <a:gdLst>
                            <a:gd name="connsiteX0" fmla="*/ 0 w 12686"/>
                            <a:gd name="connsiteY0" fmla="*/ 0 h 76157"/>
                            <a:gd name="connsiteX1" fmla="*/ 21580 w 12686"/>
                            <a:gd name="connsiteY1" fmla="*/ 0 h 76157"/>
                            <a:gd name="connsiteX2" fmla="*/ 21580 w 12686"/>
                            <a:gd name="connsiteY2" fmla="*/ 80803 h 76157"/>
                            <a:gd name="connsiteX3" fmla="*/ 0 w 12686"/>
                            <a:gd name="connsiteY3" fmla="*/ 80803 h 7615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12686" h="76157">
                              <a:moveTo>
                                <a:pt x="0" y="0"/>
                              </a:moveTo>
                              <a:lnTo>
                                <a:pt x="21580" y="0"/>
                              </a:lnTo>
                              <a:lnTo>
                                <a:pt x="21580" y="80803"/>
                              </a:lnTo>
                              <a:lnTo>
                                <a:pt x="0" y="8080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E6E6E6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340" name="자유형: 도형 1339">
                          <a:extLst>
                            <a:ext uri="{FF2B5EF4-FFF2-40B4-BE49-F238E27FC236}">
                              <a16:creationId xmlns:a16="http://schemas.microsoft.com/office/drawing/2014/main" id="{9992BAAD-4DC7-4C7F-90B4-DB675B975CB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599425" y="6317266"/>
                          <a:ext cx="12687" cy="76157"/>
                        </a:xfrm>
                        <a:custGeom>
                          <a:avLst/>
                          <a:gdLst>
                            <a:gd name="connsiteX0" fmla="*/ 0 w 12686"/>
                            <a:gd name="connsiteY0" fmla="*/ 0 h 76157"/>
                            <a:gd name="connsiteX1" fmla="*/ 21580 w 12686"/>
                            <a:gd name="connsiteY1" fmla="*/ 0 h 76157"/>
                            <a:gd name="connsiteX2" fmla="*/ 21580 w 12686"/>
                            <a:gd name="connsiteY2" fmla="*/ 80803 h 76157"/>
                            <a:gd name="connsiteX3" fmla="*/ 0 w 12686"/>
                            <a:gd name="connsiteY3" fmla="*/ 80803 h 7615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12686" h="76157">
                              <a:moveTo>
                                <a:pt x="0" y="0"/>
                              </a:moveTo>
                              <a:lnTo>
                                <a:pt x="21580" y="0"/>
                              </a:lnTo>
                              <a:lnTo>
                                <a:pt x="21580" y="80803"/>
                              </a:lnTo>
                              <a:lnTo>
                                <a:pt x="0" y="8080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E6E6E6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341" name="자유형: 도형 1340">
                          <a:extLst>
                            <a:ext uri="{FF2B5EF4-FFF2-40B4-BE49-F238E27FC236}">
                              <a16:creationId xmlns:a16="http://schemas.microsoft.com/office/drawing/2014/main" id="{3F45B05F-F2C2-4E12-B337-991353966FC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563458" y="6317266"/>
                          <a:ext cx="12687" cy="76157"/>
                        </a:xfrm>
                        <a:custGeom>
                          <a:avLst/>
                          <a:gdLst>
                            <a:gd name="connsiteX0" fmla="*/ 0 w 12686"/>
                            <a:gd name="connsiteY0" fmla="*/ 0 h 76157"/>
                            <a:gd name="connsiteX1" fmla="*/ 21580 w 12686"/>
                            <a:gd name="connsiteY1" fmla="*/ 0 h 76157"/>
                            <a:gd name="connsiteX2" fmla="*/ 21580 w 12686"/>
                            <a:gd name="connsiteY2" fmla="*/ 80803 h 76157"/>
                            <a:gd name="connsiteX3" fmla="*/ 0 w 12686"/>
                            <a:gd name="connsiteY3" fmla="*/ 80803 h 7615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12686" h="76157">
                              <a:moveTo>
                                <a:pt x="0" y="0"/>
                              </a:moveTo>
                              <a:lnTo>
                                <a:pt x="21580" y="0"/>
                              </a:lnTo>
                              <a:lnTo>
                                <a:pt x="21580" y="80803"/>
                              </a:lnTo>
                              <a:lnTo>
                                <a:pt x="0" y="8080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E6E6E6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342" name="자유형: 도형 1341">
                          <a:extLst>
                            <a:ext uri="{FF2B5EF4-FFF2-40B4-BE49-F238E27FC236}">
                              <a16:creationId xmlns:a16="http://schemas.microsoft.com/office/drawing/2014/main" id="{88EF147E-CFC0-43DB-A3EC-A552CD9433B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527492" y="6317266"/>
                          <a:ext cx="12687" cy="76157"/>
                        </a:xfrm>
                        <a:custGeom>
                          <a:avLst/>
                          <a:gdLst>
                            <a:gd name="connsiteX0" fmla="*/ 0 w 12686"/>
                            <a:gd name="connsiteY0" fmla="*/ 0 h 76157"/>
                            <a:gd name="connsiteX1" fmla="*/ 21580 w 12686"/>
                            <a:gd name="connsiteY1" fmla="*/ 0 h 76157"/>
                            <a:gd name="connsiteX2" fmla="*/ 21580 w 12686"/>
                            <a:gd name="connsiteY2" fmla="*/ 80803 h 76157"/>
                            <a:gd name="connsiteX3" fmla="*/ 0 w 12686"/>
                            <a:gd name="connsiteY3" fmla="*/ 80803 h 7615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12686" h="76157">
                              <a:moveTo>
                                <a:pt x="0" y="0"/>
                              </a:moveTo>
                              <a:lnTo>
                                <a:pt x="21580" y="0"/>
                              </a:lnTo>
                              <a:lnTo>
                                <a:pt x="21580" y="80803"/>
                              </a:lnTo>
                              <a:lnTo>
                                <a:pt x="0" y="8080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E6E6E6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343" name="자유형: 도형 1342">
                          <a:extLst>
                            <a:ext uri="{FF2B5EF4-FFF2-40B4-BE49-F238E27FC236}">
                              <a16:creationId xmlns:a16="http://schemas.microsoft.com/office/drawing/2014/main" id="{BE353461-5280-41DB-AEFA-74E7E547C61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491525" y="6317266"/>
                          <a:ext cx="12687" cy="76157"/>
                        </a:xfrm>
                        <a:custGeom>
                          <a:avLst/>
                          <a:gdLst>
                            <a:gd name="connsiteX0" fmla="*/ 0 w 12686"/>
                            <a:gd name="connsiteY0" fmla="*/ 0 h 76157"/>
                            <a:gd name="connsiteX1" fmla="*/ 21580 w 12686"/>
                            <a:gd name="connsiteY1" fmla="*/ 0 h 76157"/>
                            <a:gd name="connsiteX2" fmla="*/ 21580 w 12686"/>
                            <a:gd name="connsiteY2" fmla="*/ 80803 h 76157"/>
                            <a:gd name="connsiteX3" fmla="*/ 0 w 12686"/>
                            <a:gd name="connsiteY3" fmla="*/ 80803 h 7615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12686" h="76157">
                              <a:moveTo>
                                <a:pt x="0" y="0"/>
                              </a:moveTo>
                              <a:lnTo>
                                <a:pt x="21580" y="0"/>
                              </a:lnTo>
                              <a:lnTo>
                                <a:pt x="21580" y="80803"/>
                              </a:lnTo>
                              <a:lnTo>
                                <a:pt x="0" y="8080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E6E6E6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344" name="자유형: 도형 1343">
                          <a:extLst>
                            <a:ext uri="{FF2B5EF4-FFF2-40B4-BE49-F238E27FC236}">
                              <a16:creationId xmlns:a16="http://schemas.microsoft.com/office/drawing/2014/main" id="{E394757D-D0DA-431D-9292-70DECC0FBD3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455559" y="6317266"/>
                          <a:ext cx="12687" cy="76157"/>
                        </a:xfrm>
                        <a:custGeom>
                          <a:avLst/>
                          <a:gdLst>
                            <a:gd name="connsiteX0" fmla="*/ 0 w 12686"/>
                            <a:gd name="connsiteY0" fmla="*/ 0 h 76157"/>
                            <a:gd name="connsiteX1" fmla="*/ 21580 w 12686"/>
                            <a:gd name="connsiteY1" fmla="*/ 0 h 76157"/>
                            <a:gd name="connsiteX2" fmla="*/ 21580 w 12686"/>
                            <a:gd name="connsiteY2" fmla="*/ 80803 h 76157"/>
                            <a:gd name="connsiteX3" fmla="*/ 0 w 12686"/>
                            <a:gd name="connsiteY3" fmla="*/ 80803 h 7615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12686" h="76157">
                              <a:moveTo>
                                <a:pt x="0" y="0"/>
                              </a:moveTo>
                              <a:lnTo>
                                <a:pt x="21580" y="0"/>
                              </a:lnTo>
                              <a:lnTo>
                                <a:pt x="21580" y="80803"/>
                              </a:lnTo>
                              <a:lnTo>
                                <a:pt x="0" y="8080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E6E6E6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345" name="자유형: 도형 1344">
                          <a:extLst>
                            <a:ext uri="{FF2B5EF4-FFF2-40B4-BE49-F238E27FC236}">
                              <a16:creationId xmlns:a16="http://schemas.microsoft.com/office/drawing/2014/main" id="{6EC46C9C-04F6-4ADD-B3BE-E327F58909B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419592" y="6317266"/>
                          <a:ext cx="12687" cy="76157"/>
                        </a:xfrm>
                        <a:custGeom>
                          <a:avLst/>
                          <a:gdLst>
                            <a:gd name="connsiteX0" fmla="*/ 0 w 12686"/>
                            <a:gd name="connsiteY0" fmla="*/ 0 h 76157"/>
                            <a:gd name="connsiteX1" fmla="*/ 21580 w 12686"/>
                            <a:gd name="connsiteY1" fmla="*/ 0 h 76157"/>
                            <a:gd name="connsiteX2" fmla="*/ 21580 w 12686"/>
                            <a:gd name="connsiteY2" fmla="*/ 80803 h 76157"/>
                            <a:gd name="connsiteX3" fmla="*/ 0 w 12686"/>
                            <a:gd name="connsiteY3" fmla="*/ 80803 h 7615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12686" h="76157">
                              <a:moveTo>
                                <a:pt x="0" y="0"/>
                              </a:moveTo>
                              <a:lnTo>
                                <a:pt x="21580" y="0"/>
                              </a:lnTo>
                              <a:lnTo>
                                <a:pt x="21580" y="80803"/>
                              </a:lnTo>
                              <a:lnTo>
                                <a:pt x="0" y="8080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E6E6E6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346" name="자유형: 도형 1345">
                          <a:extLst>
                            <a:ext uri="{FF2B5EF4-FFF2-40B4-BE49-F238E27FC236}">
                              <a16:creationId xmlns:a16="http://schemas.microsoft.com/office/drawing/2014/main" id="{57721DFB-1217-4BA7-B38E-1AE8C85C0C5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383639" y="6317266"/>
                          <a:ext cx="12687" cy="76157"/>
                        </a:xfrm>
                        <a:custGeom>
                          <a:avLst/>
                          <a:gdLst>
                            <a:gd name="connsiteX0" fmla="*/ 0 w 12686"/>
                            <a:gd name="connsiteY0" fmla="*/ 0 h 76157"/>
                            <a:gd name="connsiteX1" fmla="*/ 21580 w 12686"/>
                            <a:gd name="connsiteY1" fmla="*/ 0 h 76157"/>
                            <a:gd name="connsiteX2" fmla="*/ 21580 w 12686"/>
                            <a:gd name="connsiteY2" fmla="*/ 80803 h 76157"/>
                            <a:gd name="connsiteX3" fmla="*/ 0 w 12686"/>
                            <a:gd name="connsiteY3" fmla="*/ 80803 h 7615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12686" h="76157">
                              <a:moveTo>
                                <a:pt x="0" y="0"/>
                              </a:moveTo>
                              <a:lnTo>
                                <a:pt x="21580" y="0"/>
                              </a:lnTo>
                              <a:lnTo>
                                <a:pt x="21580" y="80803"/>
                              </a:lnTo>
                              <a:lnTo>
                                <a:pt x="0" y="8080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E6E6E6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347" name="자유형: 도형 1346">
                          <a:extLst>
                            <a:ext uri="{FF2B5EF4-FFF2-40B4-BE49-F238E27FC236}">
                              <a16:creationId xmlns:a16="http://schemas.microsoft.com/office/drawing/2014/main" id="{14172E55-EA40-4C9B-A10A-9E7FCDC21B5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347672" y="6317266"/>
                          <a:ext cx="12687" cy="76157"/>
                        </a:xfrm>
                        <a:custGeom>
                          <a:avLst/>
                          <a:gdLst>
                            <a:gd name="connsiteX0" fmla="*/ 0 w 12686"/>
                            <a:gd name="connsiteY0" fmla="*/ 0 h 76157"/>
                            <a:gd name="connsiteX1" fmla="*/ 21580 w 12686"/>
                            <a:gd name="connsiteY1" fmla="*/ 0 h 76157"/>
                            <a:gd name="connsiteX2" fmla="*/ 21580 w 12686"/>
                            <a:gd name="connsiteY2" fmla="*/ 80803 h 76157"/>
                            <a:gd name="connsiteX3" fmla="*/ 0 w 12686"/>
                            <a:gd name="connsiteY3" fmla="*/ 80803 h 7615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12686" h="76157">
                              <a:moveTo>
                                <a:pt x="0" y="0"/>
                              </a:moveTo>
                              <a:lnTo>
                                <a:pt x="21580" y="0"/>
                              </a:lnTo>
                              <a:lnTo>
                                <a:pt x="21580" y="80803"/>
                              </a:lnTo>
                              <a:lnTo>
                                <a:pt x="0" y="8080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E6E6E6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348" name="자유형: 도형 1347">
                          <a:extLst>
                            <a:ext uri="{FF2B5EF4-FFF2-40B4-BE49-F238E27FC236}">
                              <a16:creationId xmlns:a16="http://schemas.microsoft.com/office/drawing/2014/main" id="{DEF413AC-FA6F-45BC-8CAE-10FD9551E4B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311706" y="6317266"/>
                          <a:ext cx="12687" cy="76157"/>
                        </a:xfrm>
                        <a:custGeom>
                          <a:avLst/>
                          <a:gdLst>
                            <a:gd name="connsiteX0" fmla="*/ 0 w 12686"/>
                            <a:gd name="connsiteY0" fmla="*/ 0 h 76157"/>
                            <a:gd name="connsiteX1" fmla="*/ 21580 w 12686"/>
                            <a:gd name="connsiteY1" fmla="*/ 0 h 76157"/>
                            <a:gd name="connsiteX2" fmla="*/ 21580 w 12686"/>
                            <a:gd name="connsiteY2" fmla="*/ 80803 h 76157"/>
                            <a:gd name="connsiteX3" fmla="*/ 0 w 12686"/>
                            <a:gd name="connsiteY3" fmla="*/ 80803 h 7615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12686" h="76157">
                              <a:moveTo>
                                <a:pt x="0" y="0"/>
                              </a:moveTo>
                              <a:lnTo>
                                <a:pt x="21580" y="0"/>
                              </a:lnTo>
                              <a:lnTo>
                                <a:pt x="21580" y="80803"/>
                              </a:lnTo>
                              <a:lnTo>
                                <a:pt x="0" y="8080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E6E6E6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349" name="자유형: 도형 1348">
                          <a:extLst>
                            <a:ext uri="{FF2B5EF4-FFF2-40B4-BE49-F238E27FC236}">
                              <a16:creationId xmlns:a16="http://schemas.microsoft.com/office/drawing/2014/main" id="{79D42FEF-6A36-44AD-948F-868D9CFE0A5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275740" y="6317266"/>
                          <a:ext cx="12687" cy="76157"/>
                        </a:xfrm>
                        <a:custGeom>
                          <a:avLst/>
                          <a:gdLst>
                            <a:gd name="connsiteX0" fmla="*/ 0 w 12686"/>
                            <a:gd name="connsiteY0" fmla="*/ 0 h 76157"/>
                            <a:gd name="connsiteX1" fmla="*/ 21580 w 12686"/>
                            <a:gd name="connsiteY1" fmla="*/ 0 h 76157"/>
                            <a:gd name="connsiteX2" fmla="*/ 21580 w 12686"/>
                            <a:gd name="connsiteY2" fmla="*/ 80803 h 76157"/>
                            <a:gd name="connsiteX3" fmla="*/ 0 w 12686"/>
                            <a:gd name="connsiteY3" fmla="*/ 80803 h 7615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12686" h="76157">
                              <a:moveTo>
                                <a:pt x="0" y="0"/>
                              </a:moveTo>
                              <a:lnTo>
                                <a:pt x="21580" y="0"/>
                              </a:lnTo>
                              <a:lnTo>
                                <a:pt x="21580" y="80803"/>
                              </a:lnTo>
                              <a:lnTo>
                                <a:pt x="0" y="8080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E6E6E6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</p:grpSp>
                  <p:grpSp>
                    <p:nvGrpSpPr>
                      <p:cNvPr id="1350" name="그래픽 629">
                        <a:extLst>
                          <a:ext uri="{FF2B5EF4-FFF2-40B4-BE49-F238E27FC236}">
                            <a16:creationId xmlns:a16="http://schemas.microsoft.com/office/drawing/2014/main" id="{A057F0D5-7676-438C-8587-7F86F4A2B05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275740" y="6317266"/>
                        <a:ext cx="558209" cy="12693"/>
                        <a:chOff x="8275740" y="6317266"/>
                        <a:chExt cx="558209" cy="12693"/>
                      </a:xfrm>
                      <a:solidFill>
                        <a:srgbClr val="FFFFFF"/>
                      </a:solidFill>
                    </p:grpSpPr>
                    <p:sp>
                      <p:nvSpPr>
                        <p:cNvPr id="1351" name="자유형: 도형 1350">
                          <a:extLst>
                            <a:ext uri="{FF2B5EF4-FFF2-40B4-BE49-F238E27FC236}">
                              <a16:creationId xmlns:a16="http://schemas.microsoft.com/office/drawing/2014/main" id="{B1EEFBCF-5164-4D4F-B227-20A5441B77D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815223" y="6317266"/>
                          <a:ext cx="12687" cy="12693"/>
                        </a:xfrm>
                        <a:custGeom>
                          <a:avLst/>
                          <a:gdLst>
                            <a:gd name="connsiteX0" fmla="*/ 0 w 12686"/>
                            <a:gd name="connsiteY0" fmla="*/ 0 h 0"/>
                            <a:gd name="connsiteX1" fmla="*/ 21580 w 12686"/>
                            <a:gd name="connsiteY1" fmla="*/ 0 h 0"/>
                            <a:gd name="connsiteX2" fmla="*/ 21580 w 12686"/>
                            <a:gd name="connsiteY2" fmla="*/ 6613 h 0"/>
                            <a:gd name="connsiteX3" fmla="*/ 0 w 12686"/>
                            <a:gd name="connsiteY3" fmla="*/ 6613 h 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12686">
                              <a:moveTo>
                                <a:pt x="0" y="0"/>
                              </a:moveTo>
                              <a:lnTo>
                                <a:pt x="21580" y="0"/>
                              </a:lnTo>
                              <a:lnTo>
                                <a:pt x="21580" y="6613"/>
                              </a:lnTo>
                              <a:lnTo>
                                <a:pt x="0" y="661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352" name="자유형: 도형 1351">
                          <a:extLst>
                            <a:ext uri="{FF2B5EF4-FFF2-40B4-BE49-F238E27FC236}">
                              <a16:creationId xmlns:a16="http://schemas.microsoft.com/office/drawing/2014/main" id="{9342CAA4-DCC8-4726-AAAD-841BA1712B8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779257" y="6317266"/>
                          <a:ext cx="12687" cy="12693"/>
                        </a:xfrm>
                        <a:custGeom>
                          <a:avLst/>
                          <a:gdLst>
                            <a:gd name="connsiteX0" fmla="*/ 0 w 12686"/>
                            <a:gd name="connsiteY0" fmla="*/ 0 h 0"/>
                            <a:gd name="connsiteX1" fmla="*/ 21580 w 12686"/>
                            <a:gd name="connsiteY1" fmla="*/ 0 h 0"/>
                            <a:gd name="connsiteX2" fmla="*/ 21580 w 12686"/>
                            <a:gd name="connsiteY2" fmla="*/ 6613 h 0"/>
                            <a:gd name="connsiteX3" fmla="*/ 0 w 12686"/>
                            <a:gd name="connsiteY3" fmla="*/ 6613 h 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12686">
                              <a:moveTo>
                                <a:pt x="0" y="0"/>
                              </a:moveTo>
                              <a:lnTo>
                                <a:pt x="21580" y="0"/>
                              </a:lnTo>
                              <a:lnTo>
                                <a:pt x="21580" y="6613"/>
                              </a:lnTo>
                              <a:lnTo>
                                <a:pt x="0" y="661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353" name="자유형: 도형 1352">
                          <a:extLst>
                            <a:ext uri="{FF2B5EF4-FFF2-40B4-BE49-F238E27FC236}">
                              <a16:creationId xmlns:a16="http://schemas.microsoft.com/office/drawing/2014/main" id="{2A95AAF9-6F77-417F-A9BB-E65B8620A27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743290" y="6317266"/>
                          <a:ext cx="12687" cy="12693"/>
                        </a:xfrm>
                        <a:custGeom>
                          <a:avLst/>
                          <a:gdLst>
                            <a:gd name="connsiteX0" fmla="*/ 0 w 12686"/>
                            <a:gd name="connsiteY0" fmla="*/ 0 h 0"/>
                            <a:gd name="connsiteX1" fmla="*/ 21580 w 12686"/>
                            <a:gd name="connsiteY1" fmla="*/ 0 h 0"/>
                            <a:gd name="connsiteX2" fmla="*/ 21580 w 12686"/>
                            <a:gd name="connsiteY2" fmla="*/ 6613 h 0"/>
                            <a:gd name="connsiteX3" fmla="*/ 0 w 12686"/>
                            <a:gd name="connsiteY3" fmla="*/ 6613 h 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12686">
                              <a:moveTo>
                                <a:pt x="0" y="0"/>
                              </a:moveTo>
                              <a:lnTo>
                                <a:pt x="21580" y="0"/>
                              </a:lnTo>
                              <a:lnTo>
                                <a:pt x="21580" y="6613"/>
                              </a:lnTo>
                              <a:lnTo>
                                <a:pt x="0" y="661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354" name="자유형: 도형 1353">
                          <a:extLst>
                            <a:ext uri="{FF2B5EF4-FFF2-40B4-BE49-F238E27FC236}">
                              <a16:creationId xmlns:a16="http://schemas.microsoft.com/office/drawing/2014/main" id="{5CFF63BD-1116-4FE6-94DC-8B500471541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707324" y="6317266"/>
                          <a:ext cx="12687" cy="12693"/>
                        </a:xfrm>
                        <a:custGeom>
                          <a:avLst/>
                          <a:gdLst>
                            <a:gd name="connsiteX0" fmla="*/ 0 w 12686"/>
                            <a:gd name="connsiteY0" fmla="*/ 0 h 0"/>
                            <a:gd name="connsiteX1" fmla="*/ 21580 w 12686"/>
                            <a:gd name="connsiteY1" fmla="*/ 0 h 0"/>
                            <a:gd name="connsiteX2" fmla="*/ 21580 w 12686"/>
                            <a:gd name="connsiteY2" fmla="*/ 6613 h 0"/>
                            <a:gd name="connsiteX3" fmla="*/ 0 w 12686"/>
                            <a:gd name="connsiteY3" fmla="*/ 6613 h 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12686">
                              <a:moveTo>
                                <a:pt x="0" y="0"/>
                              </a:moveTo>
                              <a:lnTo>
                                <a:pt x="21580" y="0"/>
                              </a:lnTo>
                              <a:lnTo>
                                <a:pt x="21580" y="6613"/>
                              </a:lnTo>
                              <a:lnTo>
                                <a:pt x="0" y="661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355" name="자유형: 도형 1354">
                          <a:extLst>
                            <a:ext uri="{FF2B5EF4-FFF2-40B4-BE49-F238E27FC236}">
                              <a16:creationId xmlns:a16="http://schemas.microsoft.com/office/drawing/2014/main" id="{9EFEC0D7-F9CF-4F97-8FBC-D1B40FF90A1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671357" y="6317266"/>
                          <a:ext cx="12687" cy="12693"/>
                        </a:xfrm>
                        <a:custGeom>
                          <a:avLst/>
                          <a:gdLst>
                            <a:gd name="connsiteX0" fmla="*/ 0 w 12686"/>
                            <a:gd name="connsiteY0" fmla="*/ 0 h 0"/>
                            <a:gd name="connsiteX1" fmla="*/ 21580 w 12686"/>
                            <a:gd name="connsiteY1" fmla="*/ 0 h 0"/>
                            <a:gd name="connsiteX2" fmla="*/ 21580 w 12686"/>
                            <a:gd name="connsiteY2" fmla="*/ 6613 h 0"/>
                            <a:gd name="connsiteX3" fmla="*/ 0 w 12686"/>
                            <a:gd name="connsiteY3" fmla="*/ 6613 h 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12686">
                              <a:moveTo>
                                <a:pt x="0" y="0"/>
                              </a:moveTo>
                              <a:lnTo>
                                <a:pt x="21580" y="0"/>
                              </a:lnTo>
                              <a:lnTo>
                                <a:pt x="21580" y="6613"/>
                              </a:lnTo>
                              <a:lnTo>
                                <a:pt x="0" y="661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356" name="자유형: 도형 1355">
                          <a:extLst>
                            <a:ext uri="{FF2B5EF4-FFF2-40B4-BE49-F238E27FC236}">
                              <a16:creationId xmlns:a16="http://schemas.microsoft.com/office/drawing/2014/main" id="{D95978E3-4938-4B66-BB30-24898B9BFC7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635391" y="6317266"/>
                          <a:ext cx="12687" cy="12693"/>
                        </a:xfrm>
                        <a:custGeom>
                          <a:avLst/>
                          <a:gdLst>
                            <a:gd name="connsiteX0" fmla="*/ 0 w 12686"/>
                            <a:gd name="connsiteY0" fmla="*/ 0 h 0"/>
                            <a:gd name="connsiteX1" fmla="*/ 21580 w 12686"/>
                            <a:gd name="connsiteY1" fmla="*/ 0 h 0"/>
                            <a:gd name="connsiteX2" fmla="*/ 21580 w 12686"/>
                            <a:gd name="connsiteY2" fmla="*/ 6613 h 0"/>
                            <a:gd name="connsiteX3" fmla="*/ 0 w 12686"/>
                            <a:gd name="connsiteY3" fmla="*/ 6613 h 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12686">
                              <a:moveTo>
                                <a:pt x="0" y="0"/>
                              </a:moveTo>
                              <a:lnTo>
                                <a:pt x="21580" y="0"/>
                              </a:lnTo>
                              <a:lnTo>
                                <a:pt x="21580" y="6613"/>
                              </a:lnTo>
                              <a:lnTo>
                                <a:pt x="0" y="661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357" name="자유형: 도형 1356">
                          <a:extLst>
                            <a:ext uri="{FF2B5EF4-FFF2-40B4-BE49-F238E27FC236}">
                              <a16:creationId xmlns:a16="http://schemas.microsoft.com/office/drawing/2014/main" id="{8175F7FB-1EC9-4028-A690-EDBEF6EA4FE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599425" y="6317266"/>
                          <a:ext cx="12687" cy="12693"/>
                        </a:xfrm>
                        <a:custGeom>
                          <a:avLst/>
                          <a:gdLst>
                            <a:gd name="connsiteX0" fmla="*/ 0 w 12686"/>
                            <a:gd name="connsiteY0" fmla="*/ 0 h 0"/>
                            <a:gd name="connsiteX1" fmla="*/ 21580 w 12686"/>
                            <a:gd name="connsiteY1" fmla="*/ 0 h 0"/>
                            <a:gd name="connsiteX2" fmla="*/ 21580 w 12686"/>
                            <a:gd name="connsiteY2" fmla="*/ 6613 h 0"/>
                            <a:gd name="connsiteX3" fmla="*/ 0 w 12686"/>
                            <a:gd name="connsiteY3" fmla="*/ 6613 h 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12686">
                              <a:moveTo>
                                <a:pt x="0" y="0"/>
                              </a:moveTo>
                              <a:lnTo>
                                <a:pt x="21580" y="0"/>
                              </a:lnTo>
                              <a:lnTo>
                                <a:pt x="21580" y="6613"/>
                              </a:lnTo>
                              <a:lnTo>
                                <a:pt x="0" y="661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358" name="자유형: 도형 1357">
                          <a:extLst>
                            <a:ext uri="{FF2B5EF4-FFF2-40B4-BE49-F238E27FC236}">
                              <a16:creationId xmlns:a16="http://schemas.microsoft.com/office/drawing/2014/main" id="{4866357C-1CF4-411B-A624-AC2C70C632C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563458" y="6317266"/>
                          <a:ext cx="12687" cy="12693"/>
                        </a:xfrm>
                        <a:custGeom>
                          <a:avLst/>
                          <a:gdLst>
                            <a:gd name="connsiteX0" fmla="*/ 0 w 12686"/>
                            <a:gd name="connsiteY0" fmla="*/ 0 h 0"/>
                            <a:gd name="connsiteX1" fmla="*/ 21580 w 12686"/>
                            <a:gd name="connsiteY1" fmla="*/ 0 h 0"/>
                            <a:gd name="connsiteX2" fmla="*/ 21580 w 12686"/>
                            <a:gd name="connsiteY2" fmla="*/ 6613 h 0"/>
                            <a:gd name="connsiteX3" fmla="*/ 0 w 12686"/>
                            <a:gd name="connsiteY3" fmla="*/ 6613 h 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12686">
                              <a:moveTo>
                                <a:pt x="0" y="0"/>
                              </a:moveTo>
                              <a:lnTo>
                                <a:pt x="21580" y="0"/>
                              </a:lnTo>
                              <a:lnTo>
                                <a:pt x="21580" y="6613"/>
                              </a:lnTo>
                              <a:lnTo>
                                <a:pt x="0" y="661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359" name="자유형: 도형 1358">
                          <a:extLst>
                            <a:ext uri="{FF2B5EF4-FFF2-40B4-BE49-F238E27FC236}">
                              <a16:creationId xmlns:a16="http://schemas.microsoft.com/office/drawing/2014/main" id="{05AA1AC9-1BF5-46F7-8352-04D919AA2C9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527492" y="6317266"/>
                          <a:ext cx="12687" cy="12693"/>
                        </a:xfrm>
                        <a:custGeom>
                          <a:avLst/>
                          <a:gdLst>
                            <a:gd name="connsiteX0" fmla="*/ 0 w 12686"/>
                            <a:gd name="connsiteY0" fmla="*/ 0 h 0"/>
                            <a:gd name="connsiteX1" fmla="*/ 21580 w 12686"/>
                            <a:gd name="connsiteY1" fmla="*/ 0 h 0"/>
                            <a:gd name="connsiteX2" fmla="*/ 21580 w 12686"/>
                            <a:gd name="connsiteY2" fmla="*/ 6613 h 0"/>
                            <a:gd name="connsiteX3" fmla="*/ 0 w 12686"/>
                            <a:gd name="connsiteY3" fmla="*/ 6613 h 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12686">
                              <a:moveTo>
                                <a:pt x="0" y="0"/>
                              </a:moveTo>
                              <a:lnTo>
                                <a:pt x="21580" y="0"/>
                              </a:lnTo>
                              <a:lnTo>
                                <a:pt x="21580" y="6613"/>
                              </a:lnTo>
                              <a:lnTo>
                                <a:pt x="0" y="661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360" name="자유형: 도형 1359">
                          <a:extLst>
                            <a:ext uri="{FF2B5EF4-FFF2-40B4-BE49-F238E27FC236}">
                              <a16:creationId xmlns:a16="http://schemas.microsoft.com/office/drawing/2014/main" id="{682AC9CA-5C35-4265-96AB-612D350521A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491525" y="6317266"/>
                          <a:ext cx="12687" cy="12693"/>
                        </a:xfrm>
                        <a:custGeom>
                          <a:avLst/>
                          <a:gdLst>
                            <a:gd name="connsiteX0" fmla="*/ 0 w 12686"/>
                            <a:gd name="connsiteY0" fmla="*/ 0 h 0"/>
                            <a:gd name="connsiteX1" fmla="*/ 21580 w 12686"/>
                            <a:gd name="connsiteY1" fmla="*/ 0 h 0"/>
                            <a:gd name="connsiteX2" fmla="*/ 21580 w 12686"/>
                            <a:gd name="connsiteY2" fmla="*/ 6613 h 0"/>
                            <a:gd name="connsiteX3" fmla="*/ 0 w 12686"/>
                            <a:gd name="connsiteY3" fmla="*/ 6613 h 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12686">
                              <a:moveTo>
                                <a:pt x="0" y="0"/>
                              </a:moveTo>
                              <a:lnTo>
                                <a:pt x="21580" y="0"/>
                              </a:lnTo>
                              <a:lnTo>
                                <a:pt x="21580" y="6613"/>
                              </a:lnTo>
                              <a:lnTo>
                                <a:pt x="0" y="661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361" name="자유형: 도형 1360">
                          <a:extLst>
                            <a:ext uri="{FF2B5EF4-FFF2-40B4-BE49-F238E27FC236}">
                              <a16:creationId xmlns:a16="http://schemas.microsoft.com/office/drawing/2014/main" id="{B0075004-0596-404F-841F-F102819B966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455559" y="6317266"/>
                          <a:ext cx="12687" cy="12693"/>
                        </a:xfrm>
                        <a:custGeom>
                          <a:avLst/>
                          <a:gdLst>
                            <a:gd name="connsiteX0" fmla="*/ 0 w 12686"/>
                            <a:gd name="connsiteY0" fmla="*/ 0 h 0"/>
                            <a:gd name="connsiteX1" fmla="*/ 21580 w 12686"/>
                            <a:gd name="connsiteY1" fmla="*/ 0 h 0"/>
                            <a:gd name="connsiteX2" fmla="*/ 21580 w 12686"/>
                            <a:gd name="connsiteY2" fmla="*/ 6613 h 0"/>
                            <a:gd name="connsiteX3" fmla="*/ 0 w 12686"/>
                            <a:gd name="connsiteY3" fmla="*/ 6613 h 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12686">
                              <a:moveTo>
                                <a:pt x="0" y="0"/>
                              </a:moveTo>
                              <a:lnTo>
                                <a:pt x="21580" y="0"/>
                              </a:lnTo>
                              <a:lnTo>
                                <a:pt x="21580" y="6613"/>
                              </a:lnTo>
                              <a:lnTo>
                                <a:pt x="0" y="661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362" name="자유형: 도형 1361">
                          <a:extLst>
                            <a:ext uri="{FF2B5EF4-FFF2-40B4-BE49-F238E27FC236}">
                              <a16:creationId xmlns:a16="http://schemas.microsoft.com/office/drawing/2014/main" id="{47399726-70BE-4CD7-AAC8-95B59392EE7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419592" y="6317266"/>
                          <a:ext cx="12687" cy="12693"/>
                        </a:xfrm>
                        <a:custGeom>
                          <a:avLst/>
                          <a:gdLst>
                            <a:gd name="connsiteX0" fmla="*/ 0 w 12686"/>
                            <a:gd name="connsiteY0" fmla="*/ 0 h 0"/>
                            <a:gd name="connsiteX1" fmla="*/ 21580 w 12686"/>
                            <a:gd name="connsiteY1" fmla="*/ 0 h 0"/>
                            <a:gd name="connsiteX2" fmla="*/ 21580 w 12686"/>
                            <a:gd name="connsiteY2" fmla="*/ 6613 h 0"/>
                            <a:gd name="connsiteX3" fmla="*/ 0 w 12686"/>
                            <a:gd name="connsiteY3" fmla="*/ 6613 h 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12686">
                              <a:moveTo>
                                <a:pt x="0" y="0"/>
                              </a:moveTo>
                              <a:lnTo>
                                <a:pt x="21580" y="0"/>
                              </a:lnTo>
                              <a:lnTo>
                                <a:pt x="21580" y="6613"/>
                              </a:lnTo>
                              <a:lnTo>
                                <a:pt x="0" y="661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363" name="자유형: 도형 1362">
                          <a:extLst>
                            <a:ext uri="{FF2B5EF4-FFF2-40B4-BE49-F238E27FC236}">
                              <a16:creationId xmlns:a16="http://schemas.microsoft.com/office/drawing/2014/main" id="{B60B27D9-B12E-4527-B71A-D55908452C5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383639" y="6317266"/>
                          <a:ext cx="12687" cy="12693"/>
                        </a:xfrm>
                        <a:custGeom>
                          <a:avLst/>
                          <a:gdLst>
                            <a:gd name="connsiteX0" fmla="*/ 0 w 12686"/>
                            <a:gd name="connsiteY0" fmla="*/ 0 h 0"/>
                            <a:gd name="connsiteX1" fmla="*/ 21580 w 12686"/>
                            <a:gd name="connsiteY1" fmla="*/ 0 h 0"/>
                            <a:gd name="connsiteX2" fmla="*/ 21580 w 12686"/>
                            <a:gd name="connsiteY2" fmla="*/ 6613 h 0"/>
                            <a:gd name="connsiteX3" fmla="*/ 0 w 12686"/>
                            <a:gd name="connsiteY3" fmla="*/ 6613 h 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12686">
                              <a:moveTo>
                                <a:pt x="0" y="0"/>
                              </a:moveTo>
                              <a:lnTo>
                                <a:pt x="21580" y="0"/>
                              </a:lnTo>
                              <a:lnTo>
                                <a:pt x="21580" y="6613"/>
                              </a:lnTo>
                              <a:lnTo>
                                <a:pt x="0" y="661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364" name="자유형: 도형 1363">
                          <a:extLst>
                            <a:ext uri="{FF2B5EF4-FFF2-40B4-BE49-F238E27FC236}">
                              <a16:creationId xmlns:a16="http://schemas.microsoft.com/office/drawing/2014/main" id="{3734EF83-1816-49DF-925F-B534A78DE63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347672" y="6317266"/>
                          <a:ext cx="12687" cy="12693"/>
                        </a:xfrm>
                        <a:custGeom>
                          <a:avLst/>
                          <a:gdLst>
                            <a:gd name="connsiteX0" fmla="*/ 0 w 12686"/>
                            <a:gd name="connsiteY0" fmla="*/ 0 h 0"/>
                            <a:gd name="connsiteX1" fmla="*/ 21580 w 12686"/>
                            <a:gd name="connsiteY1" fmla="*/ 0 h 0"/>
                            <a:gd name="connsiteX2" fmla="*/ 21580 w 12686"/>
                            <a:gd name="connsiteY2" fmla="*/ 6613 h 0"/>
                            <a:gd name="connsiteX3" fmla="*/ 0 w 12686"/>
                            <a:gd name="connsiteY3" fmla="*/ 6613 h 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12686">
                              <a:moveTo>
                                <a:pt x="0" y="0"/>
                              </a:moveTo>
                              <a:lnTo>
                                <a:pt x="21580" y="0"/>
                              </a:lnTo>
                              <a:lnTo>
                                <a:pt x="21580" y="6613"/>
                              </a:lnTo>
                              <a:lnTo>
                                <a:pt x="0" y="661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365" name="자유형: 도형 1364">
                          <a:extLst>
                            <a:ext uri="{FF2B5EF4-FFF2-40B4-BE49-F238E27FC236}">
                              <a16:creationId xmlns:a16="http://schemas.microsoft.com/office/drawing/2014/main" id="{478FA099-5977-4E63-84B3-54094CD8D18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311706" y="6317266"/>
                          <a:ext cx="12687" cy="12693"/>
                        </a:xfrm>
                        <a:custGeom>
                          <a:avLst/>
                          <a:gdLst>
                            <a:gd name="connsiteX0" fmla="*/ 0 w 12686"/>
                            <a:gd name="connsiteY0" fmla="*/ 0 h 0"/>
                            <a:gd name="connsiteX1" fmla="*/ 21580 w 12686"/>
                            <a:gd name="connsiteY1" fmla="*/ 0 h 0"/>
                            <a:gd name="connsiteX2" fmla="*/ 21580 w 12686"/>
                            <a:gd name="connsiteY2" fmla="*/ 6613 h 0"/>
                            <a:gd name="connsiteX3" fmla="*/ 0 w 12686"/>
                            <a:gd name="connsiteY3" fmla="*/ 6613 h 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12686">
                              <a:moveTo>
                                <a:pt x="0" y="0"/>
                              </a:moveTo>
                              <a:lnTo>
                                <a:pt x="21580" y="0"/>
                              </a:lnTo>
                              <a:lnTo>
                                <a:pt x="21580" y="6613"/>
                              </a:lnTo>
                              <a:lnTo>
                                <a:pt x="0" y="661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366" name="자유형: 도형 1365">
                          <a:extLst>
                            <a:ext uri="{FF2B5EF4-FFF2-40B4-BE49-F238E27FC236}">
                              <a16:creationId xmlns:a16="http://schemas.microsoft.com/office/drawing/2014/main" id="{F451D75E-97C8-493C-AF90-2879074FDD4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275740" y="6317266"/>
                          <a:ext cx="12687" cy="12693"/>
                        </a:xfrm>
                        <a:custGeom>
                          <a:avLst/>
                          <a:gdLst>
                            <a:gd name="connsiteX0" fmla="*/ 0 w 12686"/>
                            <a:gd name="connsiteY0" fmla="*/ 0 h 0"/>
                            <a:gd name="connsiteX1" fmla="*/ 21580 w 12686"/>
                            <a:gd name="connsiteY1" fmla="*/ 0 h 0"/>
                            <a:gd name="connsiteX2" fmla="*/ 21580 w 12686"/>
                            <a:gd name="connsiteY2" fmla="*/ 6613 h 0"/>
                            <a:gd name="connsiteX3" fmla="*/ 0 w 12686"/>
                            <a:gd name="connsiteY3" fmla="*/ 6613 h 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12686">
                              <a:moveTo>
                                <a:pt x="0" y="0"/>
                              </a:moveTo>
                              <a:lnTo>
                                <a:pt x="21580" y="0"/>
                              </a:lnTo>
                              <a:lnTo>
                                <a:pt x="21580" y="6613"/>
                              </a:lnTo>
                              <a:lnTo>
                                <a:pt x="0" y="661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</p:grpSp>
                  <p:sp>
                    <p:nvSpPr>
                      <p:cNvPr id="1367" name="자유형: 도형 1366">
                        <a:extLst>
                          <a:ext uri="{FF2B5EF4-FFF2-40B4-BE49-F238E27FC236}">
                            <a16:creationId xmlns:a16="http://schemas.microsoft.com/office/drawing/2014/main" id="{50F1E747-CD0D-41EF-A3CD-89F764B320C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149876" y="6563724"/>
                        <a:ext cx="811941" cy="38079"/>
                      </a:xfrm>
                      <a:custGeom>
                        <a:avLst/>
                        <a:gdLst>
                          <a:gd name="connsiteX0" fmla="*/ 0 w 811940"/>
                          <a:gd name="connsiteY0" fmla="*/ 0 h 38078"/>
                          <a:gd name="connsiteX1" fmla="*/ 812740 w 811940"/>
                          <a:gd name="connsiteY1" fmla="*/ 0 h 38078"/>
                          <a:gd name="connsiteX2" fmla="*/ 812740 w 811940"/>
                          <a:gd name="connsiteY2" fmla="*/ 43651 h 38078"/>
                          <a:gd name="connsiteX3" fmla="*/ 0 w 811940"/>
                          <a:gd name="connsiteY3" fmla="*/ 43651 h 3807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811940" h="38078">
                            <a:moveTo>
                              <a:pt x="0" y="0"/>
                            </a:moveTo>
                            <a:lnTo>
                              <a:pt x="812740" y="0"/>
                            </a:lnTo>
                            <a:lnTo>
                              <a:pt x="812740" y="43651"/>
                            </a:lnTo>
                            <a:lnTo>
                              <a:pt x="0" y="43651"/>
                            </a:lnTo>
                            <a:close/>
                          </a:path>
                        </a:pathLst>
                      </a:custGeom>
                      <a:solidFill>
                        <a:srgbClr val="4D4D4D"/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368" name="자유형: 도형 1367">
                        <a:extLst>
                          <a:ext uri="{FF2B5EF4-FFF2-40B4-BE49-F238E27FC236}">
                            <a16:creationId xmlns:a16="http://schemas.microsoft.com/office/drawing/2014/main" id="{7502F9A6-C645-491D-8E73-FA32E5DCED7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149876" y="6607388"/>
                        <a:ext cx="811941" cy="12693"/>
                      </a:xfrm>
                      <a:custGeom>
                        <a:avLst/>
                        <a:gdLst>
                          <a:gd name="connsiteX0" fmla="*/ 0 w 811940"/>
                          <a:gd name="connsiteY0" fmla="*/ 0 h 0"/>
                          <a:gd name="connsiteX1" fmla="*/ 812740 w 811940"/>
                          <a:gd name="connsiteY1" fmla="*/ 0 h 0"/>
                          <a:gd name="connsiteX2" fmla="*/ 812740 w 811940"/>
                          <a:gd name="connsiteY2" fmla="*/ 4887 h 0"/>
                          <a:gd name="connsiteX3" fmla="*/ 0 w 811940"/>
                          <a:gd name="connsiteY3" fmla="*/ 4887 h 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811940">
                            <a:moveTo>
                              <a:pt x="0" y="0"/>
                            </a:moveTo>
                            <a:lnTo>
                              <a:pt x="812740" y="0"/>
                            </a:lnTo>
                            <a:lnTo>
                              <a:pt x="812740" y="4887"/>
                            </a:lnTo>
                            <a:lnTo>
                              <a:pt x="0" y="488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369" name="자유형: 도형 1368">
                        <a:extLst>
                          <a:ext uri="{FF2B5EF4-FFF2-40B4-BE49-F238E27FC236}">
                            <a16:creationId xmlns:a16="http://schemas.microsoft.com/office/drawing/2014/main" id="{8445DE7E-EB2D-408B-B18F-073298B353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191234" y="6569931"/>
                        <a:ext cx="723135" cy="25386"/>
                      </a:xfrm>
                      <a:custGeom>
                        <a:avLst/>
                        <a:gdLst>
                          <a:gd name="connsiteX0" fmla="*/ 0 w 723134"/>
                          <a:gd name="connsiteY0" fmla="*/ 0 h 25385"/>
                          <a:gd name="connsiteX1" fmla="*/ 730024 w 723134"/>
                          <a:gd name="connsiteY1" fmla="*/ 0 h 25385"/>
                          <a:gd name="connsiteX2" fmla="*/ 730024 w 723134"/>
                          <a:gd name="connsiteY2" fmla="*/ 30158 h 25385"/>
                          <a:gd name="connsiteX3" fmla="*/ 0 w 723134"/>
                          <a:gd name="connsiteY3" fmla="*/ 30158 h 2538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723134" h="25385">
                            <a:moveTo>
                              <a:pt x="0" y="0"/>
                            </a:moveTo>
                            <a:lnTo>
                              <a:pt x="730024" y="0"/>
                            </a:lnTo>
                            <a:lnTo>
                              <a:pt x="730024" y="30158"/>
                            </a:lnTo>
                            <a:lnTo>
                              <a:pt x="0" y="30158"/>
                            </a:lnTo>
                            <a:close/>
                          </a:path>
                        </a:pathLst>
                      </a:custGeom>
                      <a:solidFill>
                        <a:srgbClr val="CCCCCC"/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370" name="자유형: 도형 1369">
                        <a:extLst>
                          <a:ext uri="{FF2B5EF4-FFF2-40B4-BE49-F238E27FC236}">
                            <a16:creationId xmlns:a16="http://schemas.microsoft.com/office/drawing/2014/main" id="{D65EA942-F693-4D9B-AE1C-E04A09FBD5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879899" y="6414418"/>
                        <a:ext cx="76119" cy="63465"/>
                      </a:xfrm>
                      <a:custGeom>
                        <a:avLst/>
                        <a:gdLst>
                          <a:gd name="connsiteX0" fmla="*/ 0 w 76119"/>
                          <a:gd name="connsiteY0" fmla="*/ 0 h 63464"/>
                          <a:gd name="connsiteX1" fmla="*/ 82716 w 76119"/>
                          <a:gd name="connsiteY1" fmla="*/ 0 h 63464"/>
                          <a:gd name="connsiteX2" fmla="*/ 82716 w 76119"/>
                          <a:gd name="connsiteY2" fmla="*/ 70395 h 63464"/>
                          <a:gd name="connsiteX3" fmla="*/ 0 w 76119"/>
                          <a:gd name="connsiteY3" fmla="*/ 70395 h 6346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76119" h="63464">
                            <a:moveTo>
                              <a:pt x="0" y="0"/>
                            </a:moveTo>
                            <a:lnTo>
                              <a:pt x="82716" y="0"/>
                            </a:lnTo>
                            <a:lnTo>
                              <a:pt x="82716" y="70395"/>
                            </a:lnTo>
                            <a:lnTo>
                              <a:pt x="0" y="70395"/>
                            </a:lnTo>
                            <a:close/>
                          </a:path>
                        </a:pathLst>
                      </a:custGeom>
                      <a:solidFill>
                        <a:srgbClr val="E6E6E6"/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371" name="자유형: 도형 1370">
                        <a:extLst>
                          <a:ext uri="{FF2B5EF4-FFF2-40B4-BE49-F238E27FC236}">
                            <a16:creationId xmlns:a16="http://schemas.microsoft.com/office/drawing/2014/main" id="{EEF37805-C9A1-44CC-B5C8-C58577A56AA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149876" y="6414418"/>
                        <a:ext cx="76119" cy="63465"/>
                      </a:xfrm>
                      <a:custGeom>
                        <a:avLst/>
                        <a:gdLst>
                          <a:gd name="connsiteX0" fmla="*/ 0 w 76119"/>
                          <a:gd name="connsiteY0" fmla="*/ 0 h 63464"/>
                          <a:gd name="connsiteX1" fmla="*/ 82716 w 76119"/>
                          <a:gd name="connsiteY1" fmla="*/ 0 h 63464"/>
                          <a:gd name="connsiteX2" fmla="*/ 82716 w 76119"/>
                          <a:gd name="connsiteY2" fmla="*/ 70395 h 63464"/>
                          <a:gd name="connsiteX3" fmla="*/ 0 w 76119"/>
                          <a:gd name="connsiteY3" fmla="*/ 70395 h 6346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76119" h="63464">
                            <a:moveTo>
                              <a:pt x="0" y="0"/>
                            </a:moveTo>
                            <a:lnTo>
                              <a:pt x="82716" y="0"/>
                            </a:lnTo>
                            <a:lnTo>
                              <a:pt x="82716" y="70395"/>
                            </a:lnTo>
                            <a:lnTo>
                              <a:pt x="0" y="70395"/>
                            </a:lnTo>
                            <a:close/>
                          </a:path>
                        </a:pathLst>
                      </a:custGeom>
                      <a:solidFill>
                        <a:srgbClr val="E6E6E6"/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372" name="자유형: 도형 1371">
                        <a:extLst>
                          <a:ext uri="{FF2B5EF4-FFF2-40B4-BE49-F238E27FC236}">
                            <a16:creationId xmlns:a16="http://schemas.microsoft.com/office/drawing/2014/main" id="{50496BCC-C6A8-4720-9022-FAF7E3C9968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879899" y="6414418"/>
                        <a:ext cx="76119" cy="12693"/>
                      </a:xfrm>
                      <a:custGeom>
                        <a:avLst/>
                        <a:gdLst>
                          <a:gd name="connsiteX0" fmla="*/ 0 w 76119"/>
                          <a:gd name="connsiteY0" fmla="*/ 0 h 0"/>
                          <a:gd name="connsiteX1" fmla="*/ 82716 w 76119"/>
                          <a:gd name="connsiteY1" fmla="*/ 0 h 0"/>
                          <a:gd name="connsiteX2" fmla="*/ 82716 w 76119"/>
                          <a:gd name="connsiteY2" fmla="*/ 4227 h 0"/>
                          <a:gd name="connsiteX3" fmla="*/ 0 w 76119"/>
                          <a:gd name="connsiteY3" fmla="*/ 4227 h 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76119">
                            <a:moveTo>
                              <a:pt x="0" y="0"/>
                            </a:moveTo>
                            <a:lnTo>
                              <a:pt x="82716" y="0"/>
                            </a:lnTo>
                            <a:lnTo>
                              <a:pt x="82716" y="4227"/>
                            </a:lnTo>
                            <a:lnTo>
                              <a:pt x="0" y="4227"/>
                            </a:lnTo>
                            <a:close/>
                          </a:path>
                        </a:pathLst>
                      </a:custGeom>
                      <a:solidFill>
                        <a:srgbClr val="FFFFFF">
                          <a:alpha val="40000"/>
                        </a:srgbClr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373" name="자유형: 도형 1372">
                        <a:extLst>
                          <a:ext uri="{FF2B5EF4-FFF2-40B4-BE49-F238E27FC236}">
                            <a16:creationId xmlns:a16="http://schemas.microsoft.com/office/drawing/2014/main" id="{AA6039BA-41FD-4520-A033-5C92F599F17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149876" y="6414418"/>
                        <a:ext cx="76119" cy="12693"/>
                      </a:xfrm>
                      <a:custGeom>
                        <a:avLst/>
                        <a:gdLst>
                          <a:gd name="connsiteX0" fmla="*/ 0 w 76119"/>
                          <a:gd name="connsiteY0" fmla="*/ 0 h 0"/>
                          <a:gd name="connsiteX1" fmla="*/ 82716 w 76119"/>
                          <a:gd name="connsiteY1" fmla="*/ 0 h 0"/>
                          <a:gd name="connsiteX2" fmla="*/ 82716 w 76119"/>
                          <a:gd name="connsiteY2" fmla="*/ 4227 h 0"/>
                          <a:gd name="connsiteX3" fmla="*/ 0 w 76119"/>
                          <a:gd name="connsiteY3" fmla="*/ 4227 h 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76119">
                            <a:moveTo>
                              <a:pt x="0" y="0"/>
                            </a:moveTo>
                            <a:lnTo>
                              <a:pt x="82716" y="0"/>
                            </a:lnTo>
                            <a:lnTo>
                              <a:pt x="82716" y="4227"/>
                            </a:lnTo>
                            <a:lnTo>
                              <a:pt x="0" y="4227"/>
                            </a:lnTo>
                            <a:close/>
                          </a:path>
                        </a:pathLst>
                      </a:custGeom>
                      <a:solidFill>
                        <a:srgbClr val="FFFFFF">
                          <a:alpha val="40000"/>
                        </a:srgbClr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374" name="자유형: 도형 1373">
                        <a:extLst>
                          <a:ext uri="{FF2B5EF4-FFF2-40B4-BE49-F238E27FC236}">
                            <a16:creationId xmlns:a16="http://schemas.microsoft.com/office/drawing/2014/main" id="{48465266-6348-4C7B-9FE3-434369DB11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175642" y="6569931"/>
                        <a:ext cx="12687" cy="25386"/>
                      </a:xfrm>
                      <a:custGeom>
                        <a:avLst/>
                        <a:gdLst>
                          <a:gd name="connsiteX0" fmla="*/ 0 w 12686"/>
                          <a:gd name="connsiteY0" fmla="*/ 0 h 25385"/>
                          <a:gd name="connsiteX1" fmla="*/ 15592 w 12686"/>
                          <a:gd name="connsiteY1" fmla="*/ 0 h 25385"/>
                          <a:gd name="connsiteX2" fmla="*/ 15592 w 12686"/>
                          <a:gd name="connsiteY2" fmla="*/ 30158 h 25385"/>
                          <a:gd name="connsiteX3" fmla="*/ 0 w 12686"/>
                          <a:gd name="connsiteY3" fmla="*/ 30158 h 2538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12686" h="25385">
                            <a:moveTo>
                              <a:pt x="0" y="0"/>
                            </a:moveTo>
                            <a:lnTo>
                              <a:pt x="15592" y="0"/>
                            </a:lnTo>
                            <a:lnTo>
                              <a:pt x="15592" y="30158"/>
                            </a:lnTo>
                            <a:lnTo>
                              <a:pt x="0" y="30158"/>
                            </a:lnTo>
                            <a:close/>
                          </a:path>
                        </a:pathLst>
                      </a:custGeom>
                      <a:solidFill>
                        <a:srgbClr val="999999"/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375" name="자유형: 도형 1374">
                        <a:extLst>
                          <a:ext uri="{FF2B5EF4-FFF2-40B4-BE49-F238E27FC236}">
                            <a16:creationId xmlns:a16="http://schemas.microsoft.com/office/drawing/2014/main" id="{139960C5-BB63-4F47-9AE2-969549BA2DB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21245" y="6569931"/>
                        <a:ext cx="12687" cy="25386"/>
                      </a:xfrm>
                      <a:custGeom>
                        <a:avLst/>
                        <a:gdLst>
                          <a:gd name="connsiteX0" fmla="*/ 0 w 12686"/>
                          <a:gd name="connsiteY0" fmla="*/ 0 h 25385"/>
                          <a:gd name="connsiteX1" fmla="*/ 15592 w 12686"/>
                          <a:gd name="connsiteY1" fmla="*/ 0 h 25385"/>
                          <a:gd name="connsiteX2" fmla="*/ 15592 w 12686"/>
                          <a:gd name="connsiteY2" fmla="*/ 30158 h 25385"/>
                          <a:gd name="connsiteX3" fmla="*/ 0 w 12686"/>
                          <a:gd name="connsiteY3" fmla="*/ 30158 h 2538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12686" h="25385">
                            <a:moveTo>
                              <a:pt x="0" y="0"/>
                            </a:moveTo>
                            <a:lnTo>
                              <a:pt x="15592" y="0"/>
                            </a:lnTo>
                            <a:lnTo>
                              <a:pt x="15592" y="30158"/>
                            </a:lnTo>
                            <a:lnTo>
                              <a:pt x="0" y="30158"/>
                            </a:lnTo>
                            <a:close/>
                          </a:path>
                        </a:pathLst>
                      </a:custGeom>
                      <a:solidFill>
                        <a:srgbClr val="999999"/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grpSp>
                    <p:nvGrpSpPr>
                      <p:cNvPr id="1376" name="그래픽 629">
                        <a:extLst>
                          <a:ext uri="{FF2B5EF4-FFF2-40B4-BE49-F238E27FC236}">
                            <a16:creationId xmlns:a16="http://schemas.microsoft.com/office/drawing/2014/main" id="{A057F0D5-7676-438C-8587-7F86F4A2B05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218536" y="6568078"/>
                        <a:ext cx="672388" cy="12693"/>
                        <a:chOff x="8218536" y="6568078"/>
                        <a:chExt cx="672388" cy="12693"/>
                      </a:xfrm>
                      <a:solidFill>
                        <a:srgbClr val="E6E6E6"/>
                      </a:solidFill>
                    </p:grpSpPr>
                    <p:sp>
                      <p:nvSpPr>
                        <p:cNvPr id="1377" name="자유형: 도형 1376">
                          <a:extLst>
                            <a:ext uri="{FF2B5EF4-FFF2-40B4-BE49-F238E27FC236}">
                              <a16:creationId xmlns:a16="http://schemas.microsoft.com/office/drawing/2014/main" id="{71FC3756-4952-4097-9949-CAF48B0B1DF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884581" y="6568078"/>
                          <a:ext cx="12687" cy="12693"/>
                        </a:xfrm>
                        <a:custGeom>
                          <a:avLst/>
                          <a:gdLst>
                            <a:gd name="connsiteX0" fmla="*/ 0 w 0"/>
                            <a:gd name="connsiteY0" fmla="*/ 0 h 12692"/>
                            <a:gd name="connsiteX1" fmla="*/ 9363 w 0"/>
                            <a:gd name="connsiteY1" fmla="*/ 0 h 12692"/>
                            <a:gd name="connsiteX2" fmla="*/ 9363 w 0"/>
                            <a:gd name="connsiteY2" fmla="*/ 22911 h 12692"/>
                            <a:gd name="connsiteX3" fmla="*/ 0 w 0"/>
                            <a:gd name="connsiteY3" fmla="*/ 22911 h 1269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h="12692">
                              <a:moveTo>
                                <a:pt x="0" y="0"/>
                              </a:moveTo>
                              <a:lnTo>
                                <a:pt x="9363" y="0"/>
                              </a:lnTo>
                              <a:lnTo>
                                <a:pt x="9363" y="22911"/>
                              </a:lnTo>
                              <a:lnTo>
                                <a:pt x="0" y="22911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E6E6E6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378" name="자유형: 도형 1377">
                          <a:extLst>
                            <a:ext uri="{FF2B5EF4-FFF2-40B4-BE49-F238E27FC236}">
                              <a16:creationId xmlns:a16="http://schemas.microsoft.com/office/drawing/2014/main" id="{3DEAB4E0-5C94-42EC-BD8F-6349BA55B93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840178" y="6568078"/>
                          <a:ext cx="12687" cy="12693"/>
                        </a:xfrm>
                        <a:custGeom>
                          <a:avLst/>
                          <a:gdLst>
                            <a:gd name="connsiteX0" fmla="*/ 0 w 0"/>
                            <a:gd name="connsiteY0" fmla="*/ 0 h 12692"/>
                            <a:gd name="connsiteX1" fmla="*/ 9363 w 0"/>
                            <a:gd name="connsiteY1" fmla="*/ 0 h 12692"/>
                            <a:gd name="connsiteX2" fmla="*/ 9363 w 0"/>
                            <a:gd name="connsiteY2" fmla="*/ 22911 h 12692"/>
                            <a:gd name="connsiteX3" fmla="*/ 0 w 0"/>
                            <a:gd name="connsiteY3" fmla="*/ 22911 h 1269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h="12692">
                              <a:moveTo>
                                <a:pt x="0" y="0"/>
                              </a:moveTo>
                              <a:lnTo>
                                <a:pt x="9363" y="0"/>
                              </a:lnTo>
                              <a:lnTo>
                                <a:pt x="9363" y="22911"/>
                              </a:lnTo>
                              <a:lnTo>
                                <a:pt x="0" y="22911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E6E6E6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379" name="자유형: 도형 1378">
                          <a:extLst>
                            <a:ext uri="{FF2B5EF4-FFF2-40B4-BE49-F238E27FC236}">
                              <a16:creationId xmlns:a16="http://schemas.microsoft.com/office/drawing/2014/main" id="{3FFDB3ED-DEC1-4394-B9BF-6937251434B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795775" y="6568078"/>
                          <a:ext cx="12687" cy="12693"/>
                        </a:xfrm>
                        <a:custGeom>
                          <a:avLst/>
                          <a:gdLst>
                            <a:gd name="connsiteX0" fmla="*/ 0 w 0"/>
                            <a:gd name="connsiteY0" fmla="*/ 0 h 12692"/>
                            <a:gd name="connsiteX1" fmla="*/ 9363 w 0"/>
                            <a:gd name="connsiteY1" fmla="*/ 0 h 12692"/>
                            <a:gd name="connsiteX2" fmla="*/ 9363 w 0"/>
                            <a:gd name="connsiteY2" fmla="*/ 22911 h 12692"/>
                            <a:gd name="connsiteX3" fmla="*/ 0 w 0"/>
                            <a:gd name="connsiteY3" fmla="*/ 22911 h 1269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h="12692">
                              <a:moveTo>
                                <a:pt x="0" y="0"/>
                              </a:moveTo>
                              <a:lnTo>
                                <a:pt x="9363" y="0"/>
                              </a:lnTo>
                              <a:lnTo>
                                <a:pt x="9363" y="22911"/>
                              </a:lnTo>
                              <a:lnTo>
                                <a:pt x="0" y="22911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E6E6E6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380" name="자유형: 도형 1379">
                          <a:extLst>
                            <a:ext uri="{FF2B5EF4-FFF2-40B4-BE49-F238E27FC236}">
                              <a16:creationId xmlns:a16="http://schemas.microsoft.com/office/drawing/2014/main" id="{EDE8578A-9421-4C65-BC49-1D58F21E6D7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751372" y="6568078"/>
                          <a:ext cx="12687" cy="12693"/>
                        </a:xfrm>
                        <a:custGeom>
                          <a:avLst/>
                          <a:gdLst>
                            <a:gd name="connsiteX0" fmla="*/ 0 w 0"/>
                            <a:gd name="connsiteY0" fmla="*/ 0 h 12692"/>
                            <a:gd name="connsiteX1" fmla="*/ 9363 w 0"/>
                            <a:gd name="connsiteY1" fmla="*/ 0 h 12692"/>
                            <a:gd name="connsiteX2" fmla="*/ 9363 w 0"/>
                            <a:gd name="connsiteY2" fmla="*/ 22911 h 12692"/>
                            <a:gd name="connsiteX3" fmla="*/ 0 w 0"/>
                            <a:gd name="connsiteY3" fmla="*/ 22911 h 1269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h="12692">
                              <a:moveTo>
                                <a:pt x="0" y="0"/>
                              </a:moveTo>
                              <a:lnTo>
                                <a:pt x="9363" y="0"/>
                              </a:lnTo>
                              <a:lnTo>
                                <a:pt x="9363" y="22911"/>
                              </a:lnTo>
                              <a:lnTo>
                                <a:pt x="0" y="22911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E6E6E6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381" name="자유형: 도형 1380">
                          <a:extLst>
                            <a:ext uri="{FF2B5EF4-FFF2-40B4-BE49-F238E27FC236}">
                              <a16:creationId xmlns:a16="http://schemas.microsoft.com/office/drawing/2014/main" id="{9C0A8628-006C-41C6-978B-2869EE5C2F6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706969" y="6568078"/>
                          <a:ext cx="12687" cy="12693"/>
                        </a:xfrm>
                        <a:custGeom>
                          <a:avLst/>
                          <a:gdLst>
                            <a:gd name="connsiteX0" fmla="*/ 0 w 0"/>
                            <a:gd name="connsiteY0" fmla="*/ 0 h 12692"/>
                            <a:gd name="connsiteX1" fmla="*/ 9363 w 0"/>
                            <a:gd name="connsiteY1" fmla="*/ 0 h 12692"/>
                            <a:gd name="connsiteX2" fmla="*/ 9363 w 0"/>
                            <a:gd name="connsiteY2" fmla="*/ 22911 h 12692"/>
                            <a:gd name="connsiteX3" fmla="*/ 0 w 0"/>
                            <a:gd name="connsiteY3" fmla="*/ 22911 h 1269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h="12692">
                              <a:moveTo>
                                <a:pt x="0" y="0"/>
                              </a:moveTo>
                              <a:lnTo>
                                <a:pt x="9363" y="0"/>
                              </a:lnTo>
                              <a:lnTo>
                                <a:pt x="9363" y="22911"/>
                              </a:lnTo>
                              <a:lnTo>
                                <a:pt x="0" y="22911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E6E6E6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382" name="자유형: 도형 1381">
                          <a:extLst>
                            <a:ext uri="{FF2B5EF4-FFF2-40B4-BE49-F238E27FC236}">
                              <a16:creationId xmlns:a16="http://schemas.microsoft.com/office/drawing/2014/main" id="{0653EEF6-8436-4590-A0B4-80B7D88B387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662566" y="6568078"/>
                          <a:ext cx="12687" cy="12693"/>
                        </a:xfrm>
                        <a:custGeom>
                          <a:avLst/>
                          <a:gdLst>
                            <a:gd name="connsiteX0" fmla="*/ 0 w 0"/>
                            <a:gd name="connsiteY0" fmla="*/ 0 h 12692"/>
                            <a:gd name="connsiteX1" fmla="*/ 9363 w 0"/>
                            <a:gd name="connsiteY1" fmla="*/ 0 h 12692"/>
                            <a:gd name="connsiteX2" fmla="*/ 9363 w 0"/>
                            <a:gd name="connsiteY2" fmla="*/ 22911 h 12692"/>
                            <a:gd name="connsiteX3" fmla="*/ 0 w 0"/>
                            <a:gd name="connsiteY3" fmla="*/ 22911 h 1269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h="12692">
                              <a:moveTo>
                                <a:pt x="0" y="0"/>
                              </a:moveTo>
                              <a:lnTo>
                                <a:pt x="9363" y="0"/>
                              </a:lnTo>
                              <a:lnTo>
                                <a:pt x="9363" y="22911"/>
                              </a:lnTo>
                              <a:lnTo>
                                <a:pt x="0" y="22911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E6E6E6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383" name="자유형: 도형 1382">
                          <a:extLst>
                            <a:ext uri="{FF2B5EF4-FFF2-40B4-BE49-F238E27FC236}">
                              <a16:creationId xmlns:a16="http://schemas.microsoft.com/office/drawing/2014/main" id="{5F30BF26-4CDA-4C1C-B926-CE0B44537C6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618163" y="6568078"/>
                          <a:ext cx="12687" cy="12693"/>
                        </a:xfrm>
                        <a:custGeom>
                          <a:avLst/>
                          <a:gdLst>
                            <a:gd name="connsiteX0" fmla="*/ 0 w 0"/>
                            <a:gd name="connsiteY0" fmla="*/ 0 h 12692"/>
                            <a:gd name="connsiteX1" fmla="*/ 9363 w 0"/>
                            <a:gd name="connsiteY1" fmla="*/ 0 h 12692"/>
                            <a:gd name="connsiteX2" fmla="*/ 9363 w 0"/>
                            <a:gd name="connsiteY2" fmla="*/ 22911 h 12692"/>
                            <a:gd name="connsiteX3" fmla="*/ 0 w 0"/>
                            <a:gd name="connsiteY3" fmla="*/ 22911 h 1269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h="12692">
                              <a:moveTo>
                                <a:pt x="0" y="0"/>
                              </a:moveTo>
                              <a:lnTo>
                                <a:pt x="9363" y="0"/>
                              </a:lnTo>
                              <a:lnTo>
                                <a:pt x="9363" y="22911"/>
                              </a:lnTo>
                              <a:lnTo>
                                <a:pt x="0" y="22911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E6E6E6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384" name="자유형: 도형 1383">
                          <a:extLst>
                            <a:ext uri="{FF2B5EF4-FFF2-40B4-BE49-F238E27FC236}">
                              <a16:creationId xmlns:a16="http://schemas.microsoft.com/office/drawing/2014/main" id="{1EC1FE3C-789E-4B18-BADE-5B5F0D1AF5D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573760" y="6568078"/>
                          <a:ext cx="12687" cy="12693"/>
                        </a:xfrm>
                        <a:custGeom>
                          <a:avLst/>
                          <a:gdLst>
                            <a:gd name="connsiteX0" fmla="*/ 0 w 0"/>
                            <a:gd name="connsiteY0" fmla="*/ 0 h 12692"/>
                            <a:gd name="connsiteX1" fmla="*/ 9363 w 0"/>
                            <a:gd name="connsiteY1" fmla="*/ 0 h 12692"/>
                            <a:gd name="connsiteX2" fmla="*/ 9363 w 0"/>
                            <a:gd name="connsiteY2" fmla="*/ 22911 h 12692"/>
                            <a:gd name="connsiteX3" fmla="*/ 0 w 0"/>
                            <a:gd name="connsiteY3" fmla="*/ 22911 h 1269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h="12692">
                              <a:moveTo>
                                <a:pt x="0" y="0"/>
                              </a:moveTo>
                              <a:lnTo>
                                <a:pt x="9363" y="0"/>
                              </a:lnTo>
                              <a:lnTo>
                                <a:pt x="9363" y="22911"/>
                              </a:lnTo>
                              <a:lnTo>
                                <a:pt x="0" y="22911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E6E6E6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385" name="자유형: 도형 1384">
                          <a:extLst>
                            <a:ext uri="{FF2B5EF4-FFF2-40B4-BE49-F238E27FC236}">
                              <a16:creationId xmlns:a16="http://schemas.microsoft.com/office/drawing/2014/main" id="{BE408BBA-4DFB-450C-815D-39EC943850E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529357" y="6568078"/>
                          <a:ext cx="12687" cy="12693"/>
                        </a:xfrm>
                        <a:custGeom>
                          <a:avLst/>
                          <a:gdLst>
                            <a:gd name="connsiteX0" fmla="*/ 0 w 0"/>
                            <a:gd name="connsiteY0" fmla="*/ 0 h 12692"/>
                            <a:gd name="connsiteX1" fmla="*/ 9363 w 0"/>
                            <a:gd name="connsiteY1" fmla="*/ 0 h 12692"/>
                            <a:gd name="connsiteX2" fmla="*/ 9363 w 0"/>
                            <a:gd name="connsiteY2" fmla="*/ 22911 h 12692"/>
                            <a:gd name="connsiteX3" fmla="*/ 0 w 0"/>
                            <a:gd name="connsiteY3" fmla="*/ 22911 h 1269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h="12692">
                              <a:moveTo>
                                <a:pt x="0" y="0"/>
                              </a:moveTo>
                              <a:lnTo>
                                <a:pt x="9363" y="0"/>
                              </a:lnTo>
                              <a:lnTo>
                                <a:pt x="9363" y="22911"/>
                              </a:lnTo>
                              <a:lnTo>
                                <a:pt x="0" y="22911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E6E6E6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386" name="자유형: 도형 1385">
                          <a:extLst>
                            <a:ext uri="{FF2B5EF4-FFF2-40B4-BE49-F238E27FC236}">
                              <a16:creationId xmlns:a16="http://schemas.microsoft.com/office/drawing/2014/main" id="{374272BE-9FCD-4C2A-B636-A25F767EB72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484954" y="6568078"/>
                          <a:ext cx="12687" cy="12693"/>
                        </a:xfrm>
                        <a:custGeom>
                          <a:avLst/>
                          <a:gdLst>
                            <a:gd name="connsiteX0" fmla="*/ 0 w 0"/>
                            <a:gd name="connsiteY0" fmla="*/ 0 h 12692"/>
                            <a:gd name="connsiteX1" fmla="*/ 9363 w 0"/>
                            <a:gd name="connsiteY1" fmla="*/ 0 h 12692"/>
                            <a:gd name="connsiteX2" fmla="*/ 9363 w 0"/>
                            <a:gd name="connsiteY2" fmla="*/ 22911 h 12692"/>
                            <a:gd name="connsiteX3" fmla="*/ 0 w 0"/>
                            <a:gd name="connsiteY3" fmla="*/ 22911 h 1269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h="12692">
                              <a:moveTo>
                                <a:pt x="0" y="0"/>
                              </a:moveTo>
                              <a:lnTo>
                                <a:pt x="9363" y="0"/>
                              </a:lnTo>
                              <a:lnTo>
                                <a:pt x="9363" y="22911"/>
                              </a:lnTo>
                              <a:lnTo>
                                <a:pt x="0" y="22911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E6E6E6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387" name="자유형: 도형 1386">
                          <a:extLst>
                            <a:ext uri="{FF2B5EF4-FFF2-40B4-BE49-F238E27FC236}">
                              <a16:creationId xmlns:a16="http://schemas.microsoft.com/office/drawing/2014/main" id="{1CC01328-8823-4928-8D21-F9094A5597E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440551" y="6568078"/>
                          <a:ext cx="12687" cy="12693"/>
                        </a:xfrm>
                        <a:custGeom>
                          <a:avLst/>
                          <a:gdLst>
                            <a:gd name="connsiteX0" fmla="*/ 0 w 0"/>
                            <a:gd name="connsiteY0" fmla="*/ 0 h 12692"/>
                            <a:gd name="connsiteX1" fmla="*/ 9363 w 0"/>
                            <a:gd name="connsiteY1" fmla="*/ 0 h 12692"/>
                            <a:gd name="connsiteX2" fmla="*/ 9363 w 0"/>
                            <a:gd name="connsiteY2" fmla="*/ 22911 h 12692"/>
                            <a:gd name="connsiteX3" fmla="*/ 0 w 0"/>
                            <a:gd name="connsiteY3" fmla="*/ 22911 h 1269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h="12692">
                              <a:moveTo>
                                <a:pt x="0" y="0"/>
                              </a:moveTo>
                              <a:lnTo>
                                <a:pt x="9363" y="0"/>
                              </a:lnTo>
                              <a:lnTo>
                                <a:pt x="9363" y="22911"/>
                              </a:lnTo>
                              <a:lnTo>
                                <a:pt x="0" y="22911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E6E6E6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388" name="자유형: 도형 1387">
                          <a:extLst>
                            <a:ext uri="{FF2B5EF4-FFF2-40B4-BE49-F238E27FC236}">
                              <a16:creationId xmlns:a16="http://schemas.microsoft.com/office/drawing/2014/main" id="{F6A2DD73-B996-4334-8065-AF5CF8D0768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396148" y="6568078"/>
                          <a:ext cx="12687" cy="12693"/>
                        </a:xfrm>
                        <a:custGeom>
                          <a:avLst/>
                          <a:gdLst>
                            <a:gd name="connsiteX0" fmla="*/ 0 w 0"/>
                            <a:gd name="connsiteY0" fmla="*/ 0 h 12692"/>
                            <a:gd name="connsiteX1" fmla="*/ 9363 w 0"/>
                            <a:gd name="connsiteY1" fmla="*/ 0 h 12692"/>
                            <a:gd name="connsiteX2" fmla="*/ 9363 w 0"/>
                            <a:gd name="connsiteY2" fmla="*/ 22911 h 12692"/>
                            <a:gd name="connsiteX3" fmla="*/ 0 w 0"/>
                            <a:gd name="connsiteY3" fmla="*/ 22911 h 1269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h="12692">
                              <a:moveTo>
                                <a:pt x="0" y="0"/>
                              </a:moveTo>
                              <a:lnTo>
                                <a:pt x="9363" y="0"/>
                              </a:lnTo>
                              <a:lnTo>
                                <a:pt x="9363" y="22911"/>
                              </a:lnTo>
                              <a:lnTo>
                                <a:pt x="0" y="22911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E6E6E6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389" name="자유형: 도형 1388">
                          <a:extLst>
                            <a:ext uri="{FF2B5EF4-FFF2-40B4-BE49-F238E27FC236}">
                              <a16:creationId xmlns:a16="http://schemas.microsoft.com/office/drawing/2014/main" id="{BBCDF9A6-C614-44CF-9DCF-400C870314A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351745" y="6568078"/>
                          <a:ext cx="12687" cy="12693"/>
                        </a:xfrm>
                        <a:custGeom>
                          <a:avLst/>
                          <a:gdLst>
                            <a:gd name="connsiteX0" fmla="*/ 0 w 0"/>
                            <a:gd name="connsiteY0" fmla="*/ 0 h 12692"/>
                            <a:gd name="connsiteX1" fmla="*/ 9363 w 0"/>
                            <a:gd name="connsiteY1" fmla="*/ 0 h 12692"/>
                            <a:gd name="connsiteX2" fmla="*/ 9363 w 0"/>
                            <a:gd name="connsiteY2" fmla="*/ 22911 h 12692"/>
                            <a:gd name="connsiteX3" fmla="*/ 0 w 0"/>
                            <a:gd name="connsiteY3" fmla="*/ 22911 h 1269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h="12692">
                              <a:moveTo>
                                <a:pt x="0" y="0"/>
                              </a:moveTo>
                              <a:lnTo>
                                <a:pt x="9363" y="0"/>
                              </a:lnTo>
                              <a:lnTo>
                                <a:pt x="9363" y="22911"/>
                              </a:lnTo>
                              <a:lnTo>
                                <a:pt x="0" y="22911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E6E6E6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390" name="자유형: 도형 1389">
                          <a:extLst>
                            <a:ext uri="{FF2B5EF4-FFF2-40B4-BE49-F238E27FC236}">
                              <a16:creationId xmlns:a16="http://schemas.microsoft.com/office/drawing/2014/main" id="{C4D138B2-D684-45BA-A4AB-D6E43606914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307342" y="6568078"/>
                          <a:ext cx="12687" cy="12693"/>
                        </a:xfrm>
                        <a:custGeom>
                          <a:avLst/>
                          <a:gdLst>
                            <a:gd name="connsiteX0" fmla="*/ 0 w 0"/>
                            <a:gd name="connsiteY0" fmla="*/ 0 h 12692"/>
                            <a:gd name="connsiteX1" fmla="*/ 9363 w 0"/>
                            <a:gd name="connsiteY1" fmla="*/ 0 h 12692"/>
                            <a:gd name="connsiteX2" fmla="*/ 9363 w 0"/>
                            <a:gd name="connsiteY2" fmla="*/ 22911 h 12692"/>
                            <a:gd name="connsiteX3" fmla="*/ 0 w 0"/>
                            <a:gd name="connsiteY3" fmla="*/ 22911 h 1269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h="12692">
                              <a:moveTo>
                                <a:pt x="0" y="0"/>
                              </a:moveTo>
                              <a:lnTo>
                                <a:pt x="9363" y="0"/>
                              </a:lnTo>
                              <a:lnTo>
                                <a:pt x="9363" y="22911"/>
                              </a:lnTo>
                              <a:lnTo>
                                <a:pt x="0" y="22911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E6E6E6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391" name="자유형: 도형 1390">
                          <a:extLst>
                            <a:ext uri="{FF2B5EF4-FFF2-40B4-BE49-F238E27FC236}">
                              <a16:creationId xmlns:a16="http://schemas.microsoft.com/office/drawing/2014/main" id="{219C1D20-984E-4405-9FCE-204CD2C6DF7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262939" y="6568078"/>
                          <a:ext cx="12687" cy="12693"/>
                        </a:xfrm>
                        <a:custGeom>
                          <a:avLst/>
                          <a:gdLst>
                            <a:gd name="connsiteX0" fmla="*/ 0 w 0"/>
                            <a:gd name="connsiteY0" fmla="*/ 0 h 12692"/>
                            <a:gd name="connsiteX1" fmla="*/ 9363 w 0"/>
                            <a:gd name="connsiteY1" fmla="*/ 0 h 12692"/>
                            <a:gd name="connsiteX2" fmla="*/ 9363 w 0"/>
                            <a:gd name="connsiteY2" fmla="*/ 22911 h 12692"/>
                            <a:gd name="connsiteX3" fmla="*/ 0 w 0"/>
                            <a:gd name="connsiteY3" fmla="*/ 22911 h 1269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h="12692">
                              <a:moveTo>
                                <a:pt x="0" y="0"/>
                              </a:moveTo>
                              <a:lnTo>
                                <a:pt x="9363" y="0"/>
                              </a:lnTo>
                              <a:lnTo>
                                <a:pt x="9363" y="22911"/>
                              </a:lnTo>
                              <a:lnTo>
                                <a:pt x="0" y="22911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E6E6E6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392" name="자유형: 도형 1391">
                          <a:extLst>
                            <a:ext uri="{FF2B5EF4-FFF2-40B4-BE49-F238E27FC236}">
                              <a16:creationId xmlns:a16="http://schemas.microsoft.com/office/drawing/2014/main" id="{6966D80D-102A-46ED-A0A7-943714625CF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218536" y="6568078"/>
                          <a:ext cx="12687" cy="12693"/>
                        </a:xfrm>
                        <a:custGeom>
                          <a:avLst/>
                          <a:gdLst>
                            <a:gd name="connsiteX0" fmla="*/ 0 w 0"/>
                            <a:gd name="connsiteY0" fmla="*/ 0 h 12692"/>
                            <a:gd name="connsiteX1" fmla="*/ 9363 w 0"/>
                            <a:gd name="connsiteY1" fmla="*/ 0 h 12692"/>
                            <a:gd name="connsiteX2" fmla="*/ 9363 w 0"/>
                            <a:gd name="connsiteY2" fmla="*/ 22911 h 12692"/>
                            <a:gd name="connsiteX3" fmla="*/ 0 w 0"/>
                            <a:gd name="connsiteY3" fmla="*/ 22911 h 1269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h="12692">
                              <a:moveTo>
                                <a:pt x="0" y="0"/>
                              </a:moveTo>
                              <a:lnTo>
                                <a:pt x="9363" y="0"/>
                              </a:lnTo>
                              <a:lnTo>
                                <a:pt x="9363" y="22911"/>
                              </a:lnTo>
                              <a:lnTo>
                                <a:pt x="0" y="22911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E6E6E6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</p:grpSp>
                  <p:sp>
                    <p:nvSpPr>
                      <p:cNvPr id="1393" name="자유형: 도형 1392">
                        <a:extLst>
                          <a:ext uri="{FF2B5EF4-FFF2-40B4-BE49-F238E27FC236}">
                            <a16:creationId xmlns:a16="http://schemas.microsoft.com/office/drawing/2014/main" id="{595233EF-275C-42C5-934D-CECBAC5936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175642" y="6393829"/>
                        <a:ext cx="748508" cy="165008"/>
                      </a:xfrm>
                      <a:custGeom>
                        <a:avLst/>
                        <a:gdLst>
                          <a:gd name="connsiteX0" fmla="*/ 704257 w 748507"/>
                          <a:gd name="connsiteY0" fmla="*/ 0 h 165007"/>
                          <a:gd name="connsiteX1" fmla="*/ 56937 w 748507"/>
                          <a:gd name="connsiteY1" fmla="*/ 0 h 165007"/>
                          <a:gd name="connsiteX2" fmla="*/ 56937 w 748507"/>
                          <a:gd name="connsiteY2" fmla="*/ 90970 h 165007"/>
                          <a:gd name="connsiteX3" fmla="*/ 0 w 748507"/>
                          <a:gd name="connsiteY3" fmla="*/ 90970 h 165007"/>
                          <a:gd name="connsiteX4" fmla="*/ 0 w 748507"/>
                          <a:gd name="connsiteY4" fmla="*/ 176101 h 165007"/>
                          <a:gd name="connsiteX5" fmla="*/ 761195 w 748507"/>
                          <a:gd name="connsiteY5" fmla="*/ 176101 h 165007"/>
                          <a:gd name="connsiteX6" fmla="*/ 761195 w 748507"/>
                          <a:gd name="connsiteY6" fmla="*/ 90970 h 165007"/>
                          <a:gd name="connsiteX7" fmla="*/ 704257 w 748507"/>
                          <a:gd name="connsiteY7" fmla="*/ 90970 h 16500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748507" h="165007">
                            <a:moveTo>
                              <a:pt x="704257" y="0"/>
                            </a:moveTo>
                            <a:lnTo>
                              <a:pt x="56937" y="0"/>
                            </a:lnTo>
                            <a:lnTo>
                              <a:pt x="56937" y="90970"/>
                            </a:lnTo>
                            <a:lnTo>
                              <a:pt x="0" y="90970"/>
                            </a:lnTo>
                            <a:lnTo>
                              <a:pt x="0" y="176101"/>
                            </a:lnTo>
                            <a:lnTo>
                              <a:pt x="761195" y="176101"/>
                            </a:lnTo>
                            <a:lnTo>
                              <a:pt x="761195" y="90970"/>
                            </a:lnTo>
                            <a:lnTo>
                              <a:pt x="704257" y="90970"/>
                            </a:lnTo>
                            <a:close/>
                          </a:path>
                        </a:pathLst>
                      </a:custGeom>
                      <a:solidFill>
                        <a:srgbClr val="F2F2F2"/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394" name="자유형: 도형 1393">
                        <a:extLst>
                          <a:ext uri="{FF2B5EF4-FFF2-40B4-BE49-F238E27FC236}">
                            <a16:creationId xmlns:a16="http://schemas.microsoft.com/office/drawing/2014/main" id="{AFB455CF-55FE-4862-A6E2-9CE5939E67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879899" y="6484800"/>
                        <a:ext cx="50746" cy="12693"/>
                      </a:xfrm>
                      <a:custGeom>
                        <a:avLst/>
                        <a:gdLst>
                          <a:gd name="connsiteX0" fmla="*/ 0 w 50746"/>
                          <a:gd name="connsiteY0" fmla="*/ 0 h 0"/>
                          <a:gd name="connsiteX1" fmla="*/ 56937 w 50746"/>
                          <a:gd name="connsiteY1" fmla="*/ 0 h 0"/>
                          <a:gd name="connsiteX2" fmla="*/ 56937 w 50746"/>
                          <a:gd name="connsiteY2" fmla="*/ 4227 h 0"/>
                          <a:gd name="connsiteX3" fmla="*/ 0 w 50746"/>
                          <a:gd name="connsiteY3" fmla="*/ 4227 h 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50746">
                            <a:moveTo>
                              <a:pt x="0" y="0"/>
                            </a:moveTo>
                            <a:lnTo>
                              <a:pt x="56937" y="0"/>
                            </a:lnTo>
                            <a:lnTo>
                              <a:pt x="56937" y="4227"/>
                            </a:lnTo>
                            <a:lnTo>
                              <a:pt x="0" y="4227"/>
                            </a:lnTo>
                            <a:close/>
                          </a:path>
                        </a:pathLst>
                      </a:custGeom>
                      <a:solidFill>
                        <a:srgbClr val="FFFFFF">
                          <a:alpha val="40000"/>
                        </a:srgbClr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395" name="자유형: 도형 1394">
                        <a:extLst>
                          <a:ext uri="{FF2B5EF4-FFF2-40B4-BE49-F238E27FC236}">
                            <a16:creationId xmlns:a16="http://schemas.microsoft.com/office/drawing/2014/main" id="{6EB9B833-CDE4-4C5D-8911-9BA24AF0F31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175642" y="6484800"/>
                        <a:ext cx="50746" cy="12693"/>
                      </a:xfrm>
                      <a:custGeom>
                        <a:avLst/>
                        <a:gdLst>
                          <a:gd name="connsiteX0" fmla="*/ 0 w 50746"/>
                          <a:gd name="connsiteY0" fmla="*/ 0 h 0"/>
                          <a:gd name="connsiteX1" fmla="*/ 56937 w 50746"/>
                          <a:gd name="connsiteY1" fmla="*/ 0 h 0"/>
                          <a:gd name="connsiteX2" fmla="*/ 56937 w 50746"/>
                          <a:gd name="connsiteY2" fmla="*/ 4227 h 0"/>
                          <a:gd name="connsiteX3" fmla="*/ 0 w 50746"/>
                          <a:gd name="connsiteY3" fmla="*/ 4227 h 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50746">
                            <a:moveTo>
                              <a:pt x="0" y="0"/>
                            </a:moveTo>
                            <a:lnTo>
                              <a:pt x="56937" y="0"/>
                            </a:lnTo>
                            <a:lnTo>
                              <a:pt x="56937" y="4227"/>
                            </a:lnTo>
                            <a:lnTo>
                              <a:pt x="0" y="4227"/>
                            </a:lnTo>
                            <a:close/>
                          </a:path>
                        </a:pathLst>
                      </a:custGeom>
                      <a:solidFill>
                        <a:srgbClr val="FFFFFF">
                          <a:alpha val="40000"/>
                        </a:srgbClr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396" name="자유형: 도형 1395">
                        <a:extLst>
                          <a:ext uri="{FF2B5EF4-FFF2-40B4-BE49-F238E27FC236}">
                            <a16:creationId xmlns:a16="http://schemas.microsoft.com/office/drawing/2014/main" id="{289A4B93-C712-4104-8A51-ABAFC62C222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32580" y="6393829"/>
                        <a:ext cx="647015" cy="12693"/>
                      </a:xfrm>
                      <a:custGeom>
                        <a:avLst/>
                        <a:gdLst>
                          <a:gd name="connsiteX0" fmla="*/ 0 w 647015"/>
                          <a:gd name="connsiteY0" fmla="*/ 0 h 0"/>
                          <a:gd name="connsiteX1" fmla="*/ 647307 w 647015"/>
                          <a:gd name="connsiteY1" fmla="*/ 0 h 0"/>
                          <a:gd name="connsiteX2" fmla="*/ 647307 w 647015"/>
                          <a:gd name="connsiteY2" fmla="*/ 4227 h 0"/>
                          <a:gd name="connsiteX3" fmla="*/ 0 w 647015"/>
                          <a:gd name="connsiteY3" fmla="*/ 4227 h 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647015">
                            <a:moveTo>
                              <a:pt x="0" y="0"/>
                            </a:moveTo>
                            <a:lnTo>
                              <a:pt x="647307" y="0"/>
                            </a:lnTo>
                            <a:lnTo>
                              <a:pt x="647307" y="4227"/>
                            </a:lnTo>
                            <a:lnTo>
                              <a:pt x="0" y="4227"/>
                            </a:lnTo>
                            <a:close/>
                          </a:path>
                        </a:pathLst>
                      </a:custGeom>
                      <a:solidFill>
                        <a:srgbClr val="FFFFFF">
                          <a:alpha val="40000"/>
                        </a:srgbClr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</p:grpSp>
                <p:sp>
                  <p:nvSpPr>
                    <p:cNvPr id="1397" name="자유형: 도형 1396">
                      <a:extLst>
                        <a:ext uri="{FF2B5EF4-FFF2-40B4-BE49-F238E27FC236}">
                          <a16:creationId xmlns:a16="http://schemas.microsoft.com/office/drawing/2014/main" id="{6A34D78E-802D-4635-A0F7-2EDAD5C0C21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75642" y="6563724"/>
                      <a:ext cx="761195" cy="12693"/>
                    </a:xfrm>
                    <a:custGeom>
                      <a:avLst/>
                      <a:gdLst>
                        <a:gd name="connsiteX0" fmla="*/ 0 w 761194"/>
                        <a:gd name="connsiteY0" fmla="*/ 0 h 0"/>
                        <a:gd name="connsiteX1" fmla="*/ 761195 w 761194"/>
                        <a:gd name="connsiteY1" fmla="*/ 0 h 0"/>
                        <a:gd name="connsiteX2" fmla="*/ 761195 w 761194"/>
                        <a:gd name="connsiteY2" fmla="*/ 6207 h 0"/>
                        <a:gd name="connsiteX3" fmla="*/ 0 w 761194"/>
                        <a:gd name="connsiteY3" fmla="*/ 6207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761194">
                          <a:moveTo>
                            <a:pt x="0" y="0"/>
                          </a:moveTo>
                          <a:lnTo>
                            <a:pt x="761195" y="0"/>
                          </a:lnTo>
                          <a:lnTo>
                            <a:pt x="761195" y="6207"/>
                          </a:lnTo>
                          <a:lnTo>
                            <a:pt x="0" y="6207"/>
                          </a:lnTo>
                          <a:close/>
                        </a:path>
                      </a:pathLst>
                    </a:custGeom>
                    <a:solidFill>
                      <a:srgbClr val="000000">
                        <a:alpha val="10000"/>
                      </a:srgbClr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398" name="자유형: 도형 1397">
                      <a:extLst>
                        <a:ext uri="{FF2B5EF4-FFF2-40B4-BE49-F238E27FC236}">
                          <a16:creationId xmlns:a16="http://schemas.microsoft.com/office/drawing/2014/main" id="{45C1137E-AE49-4731-B7D0-8A2194D5DF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91234" y="6569931"/>
                      <a:ext cx="723135" cy="12693"/>
                    </a:xfrm>
                    <a:custGeom>
                      <a:avLst/>
                      <a:gdLst>
                        <a:gd name="connsiteX0" fmla="*/ 0 w 723134"/>
                        <a:gd name="connsiteY0" fmla="*/ 0 h 0"/>
                        <a:gd name="connsiteX1" fmla="*/ 730024 w 723134"/>
                        <a:gd name="connsiteY1" fmla="*/ 0 h 0"/>
                        <a:gd name="connsiteX2" fmla="*/ 730024 w 723134"/>
                        <a:gd name="connsiteY2" fmla="*/ 6207 h 0"/>
                        <a:gd name="connsiteX3" fmla="*/ 0 w 723134"/>
                        <a:gd name="connsiteY3" fmla="*/ 6207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723134">
                          <a:moveTo>
                            <a:pt x="0" y="0"/>
                          </a:moveTo>
                          <a:lnTo>
                            <a:pt x="730024" y="0"/>
                          </a:lnTo>
                          <a:lnTo>
                            <a:pt x="730024" y="6207"/>
                          </a:lnTo>
                          <a:lnTo>
                            <a:pt x="0" y="6207"/>
                          </a:lnTo>
                          <a:close/>
                        </a:path>
                      </a:pathLst>
                    </a:custGeom>
                    <a:solidFill>
                      <a:srgbClr val="000000">
                        <a:alpha val="20000"/>
                      </a:srgbClr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</p:grpSp>
            </p:grpSp>
            <p:grpSp>
              <p:nvGrpSpPr>
                <p:cNvPr id="1399" name="그래픽 629">
                  <a:extLst>
                    <a:ext uri="{FF2B5EF4-FFF2-40B4-BE49-F238E27FC236}">
                      <a16:creationId xmlns:a16="http://schemas.microsoft.com/office/drawing/2014/main" id="{A057F0D5-7676-438C-8587-7F86F4A2B054}"/>
                    </a:ext>
                  </a:extLst>
                </p:cNvPr>
                <p:cNvGrpSpPr/>
                <p:nvPr/>
              </p:nvGrpSpPr>
              <p:grpSpPr>
                <a:xfrm>
                  <a:off x="8221961" y="6678660"/>
                  <a:ext cx="25373" cy="25386"/>
                  <a:chOff x="8221961" y="6678660"/>
                  <a:chExt cx="25373" cy="25386"/>
                </a:xfrm>
                <a:solidFill>
                  <a:schemeClr val="accent1"/>
                </a:solidFill>
              </p:grpSpPr>
              <p:sp>
                <p:nvSpPr>
                  <p:cNvPr id="1400" name="자유형: 도형 1399">
                    <a:extLst>
                      <a:ext uri="{FF2B5EF4-FFF2-40B4-BE49-F238E27FC236}">
                        <a16:creationId xmlns:a16="http://schemas.microsoft.com/office/drawing/2014/main" id="{BB8E5573-82ED-4253-9A64-AD011AF6C4A4}"/>
                      </a:ext>
                    </a:extLst>
                  </p:cNvPr>
                  <p:cNvSpPr/>
                  <p:nvPr/>
                </p:nvSpPr>
                <p:spPr>
                  <a:xfrm>
                    <a:off x="8221961" y="6678660"/>
                    <a:ext cx="25373" cy="25386"/>
                  </a:xfrm>
                  <a:custGeom>
                    <a:avLst/>
                    <a:gdLst>
                      <a:gd name="connsiteX0" fmla="*/ 0 w 25373"/>
                      <a:gd name="connsiteY0" fmla="*/ 0 h 25385"/>
                      <a:gd name="connsiteX1" fmla="*/ 29166 w 25373"/>
                      <a:gd name="connsiteY1" fmla="*/ 0 h 25385"/>
                      <a:gd name="connsiteX2" fmla="*/ 29166 w 25373"/>
                      <a:gd name="connsiteY2" fmla="*/ 29153 h 25385"/>
                      <a:gd name="connsiteX3" fmla="*/ 0 w 25373"/>
                      <a:gd name="connsiteY3" fmla="*/ 29153 h 253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373" h="25385">
                        <a:moveTo>
                          <a:pt x="0" y="0"/>
                        </a:moveTo>
                        <a:lnTo>
                          <a:pt x="29166" y="0"/>
                        </a:lnTo>
                        <a:lnTo>
                          <a:pt x="29166" y="29153"/>
                        </a:lnTo>
                        <a:lnTo>
                          <a:pt x="0" y="29153"/>
                        </a:lnTo>
                        <a:close/>
                      </a:path>
                    </a:pathLst>
                  </a:custGeom>
                  <a:solidFill>
                    <a:srgbClr val="8D8C8C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01" name="자유형: 도형 1400">
                    <a:extLst>
                      <a:ext uri="{FF2B5EF4-FFF2-40B4-BE49-F238E27FC236}">
                        <a16:creationId xmlns:a16="http://schemas.microsoft.com/office/drawing/2014/main" id="{A62127A9-C181-4164-A014-BFAE7BEF8900}"/>
                      </a:ext>
                    </a:extLst>
                  </p:cNvPr>
                  <p:cNvSpPr/>
                  <p:nvPr/>
                </p:nvSpPr>
                <p:spPr>
                  <a:xfrm>
                    <a:off x="8229078" y="6685729"/>
                    <a:ext cx="12687" cy="12693"/>
                  </a:xfrm>
                  <a:custGeom>
                    <a:avLst/>
                    <a:gdLst>
                      <a:gd name="connsiteX0" fmla="*/ 0 w 12686"/>
                      <a:gd name="connsiteY0" fmla="*/ 0 h 12692"/>
                      <a:gd name="connsiteX1" fmla="*/ 15021 w 12686"/>
                      <a:gd name="connsiteY1" fmla="*/ 0 h 12692"/>
                      <a:gd name="connsiteX2" fmla="*/ 15021 w 12686"/>
                      <a:gd name="connsiteY2" fmla="*/ 15002 h 12692"/>
                      <a:gd name="connsiteX3" fmla="*/ 0 w 12686"/>
                      <a:gd name="connsiteY3" fmla="*/ 15002 h 126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86" h="12692">
                        <a:moveTo>
                          <a:pt x="0" y="0"/>
                        </a:moveTo>
                        <a:lnTo>
                          <a:pt x="15021" y="0"/>
                        </a:lnTo>
                        <a:lnTo>
                          <a:pt x="15021" y="15002"/>
                        </a:lnTo>
                        <a:lnTo>
                          <a:pt x="0" y="15002"/>
                        </a:lnTo>
                        <a:close/>
                      </a:path>
                    </a:pathLst>
                  </a:custGeom>
                  <a:solidFill>
                    <a:srgbClr val="8C866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02" name="자유형: 도형 1401">
                    <a:extLst>
                      <a:ext uri="{FF2B5EF4-FFF2-40B4-BE49-F238E27FC236}">
                        <a16:creationId xmlns:a16="http://schemas.microsoft.com/office/drawing/2014/main" id="{1ED547D9-FF2C-4B1C-8000-46E56B7BE247}"/>
                      </a:ext>
                    </a:extLst>
                  </p:cNvPr>
                  <p:cNvSpPr/>
                  <p:nvPr/>
                </p:nvSpPr>
                <p:spPr>
                  <a:xfrm>
                    <a:off x="8221961" y="6678660"/>
                    <a:ext cx="12687" cy="25386"/>
                  </a:xfrm>
                  <a:custGeom>
                    <a:avLst/>
                    <a:gdLst>
                      <a:gd name="connsiteX0" fmla="*/ 0 w 0"/>
                      <a:gd name="connsiteY0" fmla="*/ 29153 h 25385"/>
                      <a:gd name="connsiteX1" fmla="*/ 7117 w 0"/>
                      <a:gd name="connsiteY1" fmla="*/ 22058 h 25385"/>
                      <a:gd name="connsiteX2" fmla="*/ 7117 w 0"/>
                      <a:gd name="connsiteY2" fmla="*/ 6371 h 25385"/>
                      <a:gd name="connsiteX3" fmla="*/ 0 w 0"/>
                      <a:gd name="connsiteY3" fmla="*/ 0 h 253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h="25385">
                        <a:moveTo>
                          <a:pt x="0" y="29153"/>
                        </a:moveTo>
                        <a:lnTo>
                          <a:pt x="7117" y="22058"/>
                        </a:lnTo>
                        <a:lnTo>
                          <a:pt x="7117" y="637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B8AF82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03" name="자유형: 도형 1402">
                    <a:extLst>
                      <a:ext uri="{FF2B5EF4-FFF2-40B4-BE49-F238E27FC236}">
                        <a16:creationId xmlns:a16="http://schemas.microsoft.com/office/drawing/2014/main" id="{7247D19F-99C5-49E2-9721-7CD94752BACB}"/>
                      </a:ext>
                    </a:extLst>
                  </p:cNvPr>
                  <p:cNvSpPr/>
                  <p:nvPr/>
                </p:nvSpPr>
                <p:spPr>
                  <a:xfrm>
                    <a:off x="8221961" y="6678660"/>
                    <a:ext cx="25373" cy="12693"/>
                  </a:xfrm>
                  <a:custGeom>
                    <a:avLst/>
                    <a:gdLst>
                      <a:gd name="connsiteX0" fmla="*/ 22112 w 25373"/>
                      <a:gd name="connsiteY0" fmla="*/ 7095 h 0"/>
                      <a:gd name="connsiteX1" fmla="*/ 7219 w 25373"/>
                      <a:gd name="connsiteY1" fmla="*/ 7095 h 0"/>
                      <a:gd name="connsiteX2" fmla="*/ 0 w 25373"/>
                      <a:gd name="connsiteY2" fmla="*/ 0 h 0"/>
                      <a:gd name="connsiteX3" fmla="*/ 29166 w 25373"/>
                      <a:gd name="connsiteY3" fmla="*/ 0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373">
                        <a:moveTo>
                          <a:pt x="22112" y="7095"/>
                        </a:moveTo>
                        <a:lnTo>
                          <a:pt x="7219" y="7095"/>
                        </a:lnTo>
                        <a:lnTo>
                          <a:pt x="0" y="0"/>
                        </a:lnTo>
                        <a:lnTo>
                          <a:pt x="29166" y="0"/>
                        </a:lnTo>
                        <a:close/>
                      </a:path>
                    </a:pathLst>
                  </a:custGeom>
                  <a:solidFill>
                    <a:srgbClr val="80795B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04" name="자유형: 도형 1403">
                    <a:extLst>
                      <a:ext uri="{FF2B5EF4-FFF2-40B4-BE49-F238E27FC236}">
                        <a16:creationId xmlns:a16="http://schemas.microsoft.com/office/drawing/2014/main" id="{DF74F6B4-1FE7-4DB6-8BFC-9394EB3507E3}"/>
                      </a:ext>
                    </a:extLst>
                  </p:cNvPr>
                  <p:cNvSpPr/>
                  <p:nvPr/>
                </p:nvSpPr>
                <p:spPr>
                  <a:xfrm>
                    <a:off x="8244073" y="6678660"/>
                    <a:ext cx="12687" cy="25386"/>
                  </a:xfrm>
                  <a:custGeom>
                    <a:avLst/>
                    <a:gdLst>
                      <a:gd name="connsiteX0" fmla="*/ 0 w 0"/>
                      <a:gd name="connsiteY0" fmla="*/ 22058 h 25385"/>
                      <a:gd name="connsiteX1" fmla="*/ 0 w 0"/>
                      <a:gd name="connsiteY1" fmla="*/ 7095 h 25385"/>
                      <a:gd name="connsiteX2" fmla="*/ 7054 w 0"/>
                      <a:gd name="connsiteY2" fmla="*/ 0 h 25385"/>
                      <a:gd name="connsiteX3" fmla="*/ 7054 w 0"/>
                      <a:gd name="connsiteY3" fmla="*/ 29153 h 253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h="25385">
                        <a:moveTo>
                          <a:pt x="0" y="22058"/>
                        </a:moveTo>
                        <a:lnTo>
                          <a:pt x="0" y="7095"/>
                        </a:lnTo>
                        <a:lnTo>
                          <a:pt x="7054" y="0"/>
                        </a:lnTo>
                        <a:lnTo>
                          <a:pt x="7054" y="29153"/>
                        </a:lnTo>
                        <a:close/>
                      </a:path>
                    </a:pathLst>
                  </a:custGeom>
                  <a:solidFill>
                    <a:srgbClr val="5E5B4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05" name="자유형: 도형 1404">
                    <a:extLst>
                      <a:ext uri="{FF2B5EF4-FFF2-40B4-BE49-F238E27FC236}">
                        <a16:creationId xmlns:a16="http://schemas.microsoft.com/office/drawing/2014/main" id="{D8372CE8-3DD3-4BB4-816D-94F4BEFB87C2}"/>
                      </a:ext>
                    </a:extLst>
                  </p:cNvPr>
                  <p:cNvSpPr/>
                  <p:nvPr/>
                </p:nvSpPr>
                <p:spPr>
                  <a:xfrm>
                    <a:off x="8221961" y="6700718"/>
                    <a:ext cx="25373" cy="12693"/>
                  </a:xfrm>
                  <a:custGeom>
                    <a:avLst/>
                    <a:gdLst>
                      <a:gd name="connsiteX0" fmla="*/ 0 w 25373"/>
                      <a:gd name="connsiteY0" fmla="*/ 7095 h 0"/>
                      <a:gd name="connsiteX1" fmla="*/ 7193 w 25373"/>
                      <a:gd name="connsiteY1" fmla="*/ 0 h 0"/>
                      <a:gd name="connsiteX2" fmla="*/ 22112 w 25373"/>
                      <a:gd name="connsiteY2" fmla="*/ 0 h 0"/>
                      <a:gd name="connsiteX3" fmla="*/ 29166 w 25373"/>
                      <a:gd name="connsiteY3" fmla="*/ 7095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373">
                        <a:moveTo>
                          <a:pt x="0" y="7095"/>
                        </a:moveTo>
                        <a:lnTo>
                          <a:pt x="7193" y="0"/>
                        </a:lnTo>
                        <a:lnTo>
                          <a:pt x="22112" y="0"/>
                        </a:lnTo>
                        <a:lnTo>
                          <a:pt x="29166" y="7095"/>
                        </a:lnTo>
                        <a:close/>
                      </a:path>
                    </a:pathLst>
                  </a:custGeom>
                  <a:solidFill>
                    <a:srgbClr val="9A916C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</p:grpSp>
            <p:grpSp>
              <p:nvGrpSpPr>
                <p:cNvPr id="1406" name="그래픽 629">
                  <a:extLst>
                    <a:ext uri="{FF2B5EF4-FFF2-40B4-BE49-F238E27FC236}">
                      <a16:creationId xmlns:a16="http://schemas.microsoft.com/office/drawing/2014/main" id="{A057F0D5-7676-438C-8587-7F86F4A2B054}"/>
                    </a:ext>
                  </a:extLst>
                </p:cNvPr>
                <p:cNvGrpSpPr/>
                <p:nvPr/>
              </p:nvGrpSpPr>
              <p:grpSpPr>
                <a:xfrm>
                  <a:off x="8221961" y="6221715"/>
                  <a:ext cx="25373" cy="25386"/>
                  <a:chOff x="8221961" y="6221715"/>
                  <a:chExt cx="25373" cy="25386"/>
                </a:xfrm>
                <a:solidFill>
                  <a:schemeClr val="accent1"/>
                </a:solidFill>
              </p:grpSpPr>
              <p:sp>
                <p:nvSpPr>
                  <p:cNvPr id="1407" name="자유형: 도형 1406">
                    <a:extLst>
                      <a:ext uri="{FF2B5EF4-FFF2-40B4-BE49-F238E27FC236}">
                        <a16:creationId xmlns:a16="http://schemas.microsoft.com/office/drawing/2014/main" id="{70FF8F8E-EA3A-4B22-9D88-78ABDF535234}"/>
                      </a:ext>
                    </a:extLst>
                  </p:cNvPr>
                  <p:cNvSpPr/>
                  <p:nvPr/>
                </p:nvSpPr>
                <p:spPr>
                  <a:xfrm>
                    <a:off x="8221961" y="6221715"/>
                    <a:ext cx="25373" cy="25386"/>
                  </a:xfrm>
                  <a:custGeom>
                    <a:avLst/>
                    <a:gdLst>
                      <a:gd name="connsiteX0" fmla="*/ 0 w 25373"/>
                      <a:gd name="connsiteY0" fmla="*/ 0 h 25385"/>
                      <a:gd name="connsiteX1" fmla="*/ 29166 w 25373"/>
                      <a:gd name="connsiteY1" fmla="*/ 0 h 25385"/>
                      <a:gd name="connsiteX2" fmla="*/ 29166 w 25373"/>
                      <a:gd name="connsiteY2" fmla="*/ 29153 h 25385"/>
                      <a:gd name="connsiteX3" fmla="*/ 0 w 25373"/>
                      <a:gd name="connsiteY3" fmla="*/ 29153 h 253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373" h="25385">
                        <a:moveTo>
                          <a:pt x="0" y="0"/>
                        </a:moveTo>
                        <a:lnTo>
                          <a:pt x="29166" y="0"/>
                        </a:lnTo>
                        <a:lnTo>
                          <a:pt x="29166" y="29153"/>
                        </a:lnTo>
                        <a:lnTo>
                          <a:pt x="0" y="29153"/>
                        </a:lnTo>
                        <a:close/>
                      </a:path>
                    </a:pathLst>
                  </a:custGeom>
                  <a:solidFill>
                    <a:srgbClr val="8D8C8C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08" name="자유형: 도형 1407">
                    <a:extLst>
                      <a:ext uri="{FF2B5EF4-FFF2-40B4-BE49-F238E27FC236}">
                        <a16:creationId xmlns:a16="http://schemas.microsoft.com/office/drawing/2014/main" id="{FB323D8E-D8E2-4281-A147-A2B0E702D64E}"/>
                      </a:ext>
                    </a:extLst>
                  </p:cNvPr>
                  <p:cNvSpPr/>
                  <p:nvPr/>
                </p:nvSpPr>
                <p:spPr>
                  <a:xfrm>
                    <a:off x="8229078" y="6228784"/>
                    <a:ext cx="12687" cy="12693"/>
                  </a:xfrm>
                  <a:custGeom>
                    <a:avLst/>
                    <a:gdLst>
                      <a:gd name="connsiteX0" fmla="*/ 0 w 12686"/>
                      <a:gd name="connsiteY0" fmla="*/ 0 h 12692"/>
                      <a:gd name="connsiteX1" fmla="*/ 15021 w 12686"/>
                      <a:gd name="connsiteY1" fmla="*/ 0 h 12692"/>
                      <a:gd name="connsiteX2" fmla="*/ 15021 w 12686"/>
                      <a:gd name="connsiteY2" fmla="*/ 15002 h 12692"/>
                      <a:gd name="connsiteX3" fmla="*/ 0 w 12686"/>
                      <a:gd name="connsiteY3" fmla="*/ 15002 h 126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86" h="12692">
                        <a:moveTo>
                          <a:pt x="0" y="0"/>
                        </a:moveTo>
                        <a:lnTo>
                          <a:pt x="15021" y="0"/>
                        </a:lnTo>
                        <a:lnTo>
                          <a:pt x="15021" y="15002"/>
                        </a:lnTo>
                        <a:lnTo>
                          <a:pt x="0" y="15002"/>
                        </a:lnTo>
                        <a:close/>
                      </a:path>
                    </a:pathLst>
                  </a:custGeom>
                  <a:solidFill>
                    <a:srgbClr val="8C866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09" name="자유형: 도형 1408">
                    <a:extLst>
                      <a:ext uri="{FF2B5EF4-FFF2-40B4-BE49-F238E27FC236}">
                        <a16:creationId xmlns:a16="http://schemas.microsoft.com/office/drawing/2014/main" id="{64516F6B-CB8C-45EC-830B-8D058EDAE22F}"/>
                      </a:ext>
                    </a:extLst>
                  </p:cNvPr>
                  <p:cNvSpPr/>
                  <p:nvPr/>
                </p:nvSpPr>
                <p:spPr>
                  <a:xfrm>
                    <a:off x="8221961" y="6221715"/>
                    <a:ext cx="12687" cy="25386"/>
                  </a:xfrm>
                  <a:custGeom>
                    <a:avLst/>
                    <a:gdLst>
                      <a:gd name="connsiteX0" fmla="*/ 0 w 0"/>
                      <a:gd name="connsiteY0" fmla="*/ 29153 h 25385"/>
                      <a:gd name="connsiteX1" fmla="*/ 7117 w 0"/>
                      <a:gd name="connsiteY1" fmla="*/ 22058 h 25385"/>
                      <a:gd name="connsiteX2" fmla="*/ 7117 w 0"/>
                      <a:gd name="connsiteY2" fmla="*/ 6371 h 25385"/>
                      <a:gd name="connsiteX3" fmla="*/ 0 w 0"/>
                      <a:gd name="connsiteY3" fmla="*/ 0 h 253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h="25385">
                        <a:moveTo>
                          <a:pt x="0" y="29153"/>
                        </a:moveTo>
                        <a:lnTo>
                          <a:pt x="7117" y="22058"/>
                        </a:lnTo>
                        <a:lnTo>
                          <a:pt x="7117" y="637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B8AF82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10" name="자유형: 도형 1409">
                    <a:extLst>
                      <a:ext uri="{FF2B5EF4-FFF2-40B4-BE49-F238E27FC236}">
                        <a16:creationId xmlns:a16="http://schemas.microsoft.com/office/drawing/2014/main" id="{88E8498C-7FCF-4681-8066-4D2DF5029A9A}"/>
                      </a:ext>
                    </a:extLst>
                  </p:cNvPr>
                  <p:cNvSpPr/>
                  <p:nvPr/>
                </p:nvSpPr>
                <p:spPr>
                  <a:xfrm>
                    <a:off x="8221961" y="6221715"/>
                    <a:ext cx="25373" cy="12693"/>
                  </a:xfrm>
                  <a:custGeom>
                    <a:avLst/>
                    <a:gdLst>
                      <a:gd name="connsiteX0" fmla="*/ 22112 w 25373"/>
                      <a:gd name="connsiteY0" fmla="*/ 7095 h 0"/>
                      <a:gd name="connsiteX1" fmla="*/ 7219 w 25373"/>
                      <a:gd name="connsiteY1" fmla="*/ 7095 h 0"/>
                      <a:gd name="connsiteX2" fmla="*/ 0 w 25373"/>
                      <a:gd name="connsiteY2" fmla="*/ 0 h 0"/>
                      <a:gd name="connsiteX3" fmla="*/ 29166 w 25373"/>
                      <a:gd name="connsiteY3" fmla="*/ 0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373">
                        <a:moveTo>
                          <a:pt x="22112" y="7095"/>
                        </a:moveTo>
                        <a:lnTo>
                          <a:pt x="7219" y="7095"/>
                        </a:lnTo>
                        <a:lnTo>
                          <a:pt x="0" y="0"/>
                        </a:lnTo>
                        <a:lnTo>
                          <a:pt x="29166" y="0"/>
                        </a:lnTo>
                        <a:close/>
                      </a:path>
                    </a:pathLst>
                  </a:custGeom>
                  <a:solidFill>
                    <a:srgbClr val="80795B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11" name="자유형: 도형 1410">
                    <a:extLst>
                      <a:ext uri="{FF2B5EF4-FFF2-40B4-BE49-F238E27FC236}">
                        <a16:creationId xmlns:a16="http://schemas.microsoft.com/office/drawing/2014/main" id="{CAC9B8D6-59C3-4E3C-AD91-DD3950D2C270}"/>
                      </a:ext>
                    </a:extLst>
                  </p:cNvPr>
                  <p:cNvSpPr/>
                  <p:nvPr/>
                </p:nvSpPr>
                <p:spPr>
                  <a:xfrm>
                    <a:off x="8244073" y="6221715"/>
                    <a:ext cx="12687" cy="25386"/>
                  </a:xfrm>
                  <a:custGeom>
                    <a:avLst/>
                    <a:gdLst>
                      <a:gd name="connsiteX0" fmla="*/ 0 w 0"/>
                      <a:gd name="connsiteY0" fmla="*/ 22058 h 25385"/>
                      <a:gd name="connsiteX1" fmla="*/ 0 w 0"/>
                      <a:gd name="connsiteY1" fmla="*/ 7095 h 25385"/>
                      <a:gd name="connsiteX2" fmla="*/ 7054 w 0"/>
                      <a:gd name="connsiteY2" fmla="*/ 0 h 25385"/>
                      <a:gd name="connsiteX3" fmla="*/ 7054 w 0"/>
                      <a:gd name="connsiteY3" fmla="*/ 29153 h 253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h="25385">
                        <a:moveTo>
                          <a:pt x="0" y="22058"/>
                        </a:moveTo>
                        <a:lnTo>
                          <a:pt x="0" y="7095"/>
                        </a:lnTo>
                        <a:lnTo>
                          <a:pt x="7054" y="0"/>
                        </a:lnTo>
                        <a:lnTo>
                          <a:pt x="7054" y="29153"/>
                        </a:lnTo>
                        <a:close/>
                      </a:path>
                    </a:pathLst>
                  </a:custGeom>
                  <a:solidFill>
                    <a:srgbClr val="5E5B4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12" name="자유형: 도형 1411">
                    <a:extLst>
                      <a:ext uri="{FF2B5EF4-FFF2-40B4-BE49-F238E27FC236}">
                        <a16:creationId xmlns:a16="http://schemas.microsoft.com/office/drawing/2014/main" id="{1D97B173-238E-4399-99E7-C194223EA020}"/>
                      </a:ext>
                    </a:extLst>
                  </p:cNvPr>
                  <p:cNvSpPr/>
                  <p:nvPr/>
                </p:nvSpPr>
                <p:spPr>
                  <a:xfrm>
                    <a:off x="8221961" y="6243773"/>
                    <a:ext cx="25373" cy="12693"/>
                  </a:xfrm>
                  <a:custGeom>
                    <a:avLst/>
                    <a:gdLst>
                      <a:gd name="connsiteX0" fmla="*/ 0 w 25373"/>
                      <a:gd name="connsiteY0" fmla="*/ 7095 h 0"/>
                      <a:gd name="connsiteX1" fmla="*/ 7193 w 25373"/>
                      <a:gd name="connsiteY1" fmla="*/ 0 h 0"/>
                      <a:gd name="connsiteX2" fmla="*/ 22112 w 25373"/>
                      <a:gd name="connsiteY2" fmla="*/ 0 h 0"/>
                      <a:gd name="connsiteX3" fmla="*/ 29166 w 25373"/>
                      <a:gd name="connsiteY3" fmla="*/ 7095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373">
                        <a:moveTo>
                          <a:pt x="0" y="7095"/>
                        </a:moveTo>
                        <a:lnTo>
                          <a:pt x="7193" y="0"/>
                        </a:lnTo>
                        <a:lnTo>
                          <a:pt x="22112" y="0"/>
                        </a:lnTo>
                        <a:lnTo>
                          <a:pt x="29166" y="7095"/>
                        </a:lnTo>
                        <a:close/>
                      </a:path>
                    </a:pathLst>
                  </a:custGeom>
                  <a:solidFill>
                    <a:srgbClr val="9A916C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</p:grpSp>
            <p:grpSp>
              <p:nvGrpSpPr>
                <p:cNvPr id="1413" name="그래픽 629">
                  <a:extLst>
                    <a:ext uri="{FF2B5EF4-FFF2-40B4-BE49-F238E27FC236}">
                      <a16:creationId xmlns:a16="http://schemas.microsoft.com/office/drawing/2014/main" id="{A057F0D5-7676-438C-8587-7F86F4A2B054}"/>
                    </a:ext>
                  </a:extLst>
                </p:cNvPr>
                <p:cNvGrpSpPr/>
                <p:nvPr/>
              </p:nvGrpSpPr>
              <p:grpSpPr>
                <a:xfrm>
                  <a:off x="8313304" y="6678660"/>
                  <a:ext cx="25373" cy="25386"/>
                  <a:chOff x="8313304" y="6678660"/>
                  <a:chExt cx="25373" cy="25386"/>
                </a:xfrm>
                <a:solidFill>
                  <a:schemeClr val="accent1"/>
                </a:solidFill>
              </p:grpSpPr>
              <p:sp>
                <p:nvSpPr>
                  <p:cNvPr id="1414" name="자유형: 도형 1413">
                    <a:extLst>
                      <a:ext uri="{FF2B5EF4-FFF2-40B4-BE49-F238E27FC236}">
                        <a16:creationId xmlns:a16="http://schemas.microsoft.com/office/drawing/2014/main" id="{5DB83EB6-B2B4-4CAF-BA8B-43226C8E614D}"/>
                      </a:ext>
                    </a:extLst>
                  </p:cNvPr>
                  <p:cNvSpPr/>
                  <p:nvPr/>
                </p:nvSpPr>
                <p:spPr>
                  <a:xfrm>
                    <a:off x="8313304" y="6678660"/>
                    <a:ext cx="25373" cy="25386"/>
                  </a:xfrm>
                  <a:custGeom>
                    <a:avLst/>
                    <a:gdLst>
                      <a:gd name="connsiteX0" fmla="*/ 0 w 25373"/>
                      <a:gd name="connsiteY0" fmla="*/ 0 h 25385"/>
                      <a:gd name="connsiteX1" fmla="*/ 29166 w 25373"/>
                      <a:gd name="connsiteY1" fmla="*/ 0 h 25385"/>
                      <a:gd name="connsiteX2" fmla="*/ 29166 w 25373"/>
                      <a:gd name="connsiteY2" fmla="*/ 29153 h 25385"/>
                      <a:gd name="connsiteX3" fmla="*/ 0 w 25373"/>
                      <a:gd name="connsiteY3" fmla="*/ 29153 h 253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373" h="25385">
                        <a:moveTo>
                          <a:pt x="0" y="0"/>
                        </a:moveTo>
                        <a:lnTo>
                          <a:pt x="29166" y="0"/>
                        </a:lnTo>
                        <a:lnTo>
                          <a:pt x="29166" y="29153"/>
                        </a:lnTo>
                        <a:lnTo>
                          <a:pt x="0" y="29153"/>
                        </a:lnTo>
                        <a:close/>
                      </a:path>
                    </a:pathLst>
                  </a:custGeom>
                  <a:solidFill>
                    <a:srgbClr val="8D8C8C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15" name="자유형: 도형 1414">
                    <a:extLst>
                      <a:ext uri="{FF2B5EF4-FFF2-40B4-BE49-F238E27FC236}">
                        <a16:creationId xmlns:a16="http://schemas.microsoft.com/office/drawing/2014/main" id="{D9BBBE0D-C2FB-42A7-B9AA-090CFA83C61F}"/>
                      </a:ext>
                    </a:extLst>
                  </p:cNvPr>
                  <p:cNvSpPr/>
                  <p:nvPr/>
                </p:nvSpPr>
                <p:spPr>
                  <a:xfrm>
                    <a:off x="8320421" y="6685729"/>
                    <a:ext cx="12687" cy="12693"/>
                  </a:xfrm>
                  <a:custGeom>
                    <a:avLst/>
                    <a:gdLst>
                      <a:gd name="connsiteX0" fmla="*/ 0 w 12686"/>
                      <a:gd name="connsiteY0" fmla="*/ 0 h 12692"/>
                      <a:gd name="connsiteX1" fmla="*/ 15021 w 12686"/>
                      <a:gd name="connsiteY1" fmla="*/ 0 h 12692"/>
                      <a:gd name="connsiteX2" fmla="*/ 15021 w 12686"/>
                      <a:gd name="connsiteY2" fmla="*/ 15002 h 12692"/>
                      <a:gd name="connsiteX3" fmla="*/ 0 w 12686"/>
                      <a:gd name="connsiteY3" fmla="*/ 15002 h 126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86" h="12692">
                        <a:moveTo>
                          <a:pt x="0" y="0"/>
                        </a:moveTo>
                        <a:lnTo>
                          <a:pt x="15021" y="0"/>
                        </a:lnTo>
                        <a:lnTo>
                          <a:pt x="15021" y="15002"/>
                        </a:lnTo>
                        <a:lnTo>
                          <a:pt x="0" y="15002"/>
                        </a:lnTo>
                        <a:close/>
                      </a:path>
                    </a:pathLst>
                  </a:custGeom>
                  <a:solidFill>
                    <a:srgbClr val="8C866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16" name="자유형: 도형 1415">
                    <a:extLst>
                      <a:ext uri="{FF2B5EF4-FFF2-40B4-BE49-F238E27FC236}">
                        <a16:creationId xmlns:a16="http://schemas.microsoft.com/office/drawing/2014/main" id="{4E1BCD8E-7E8A-497B-92D2-D74799AC701C}"/>
                      </a:ext>
                    </a:extLst>
                  </p:cNvPr>
                  <p:cNvSpPr/>
                  <p:nvPr/>
                </p:nvSpPr>
                <p:spPr>
                  <a:xfrm>
                    <a:off x="8313304" y="6678660"/>
                    <a:ext cx="12687" cy="25386"/>
                  </a:xfrm>
                  <a:custGeom>
                    <a:avLst/>
                    <a:gdLst>
                      <a:gd name="connsiteX0" fmla="*/ 0 w 0"/>
                      <a:gd name="connsiteY0" fmla="*/ 29153 h 25385"/>
                      <a:gd name="connsiteX1" fmla="*/ 7117 w 0"/>
                      <a:gd name="connsiteY1" fmla="*/ 22058 h 25385"/>
                      <a:gd name="connsiteX2" fmla="*/ 7117 w 0"/>
                      <a:gd name="connsiteY2" fmla="*/ 6371 h 25385"/>
                      <a:gd name="connsiteX3" fmla="*/ 0 w 0"/>
                      <a:gd name="connsiteY3" fmla="*/ 0 h 253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h="25385">
                        <a:moveTo>
                          <a:pt x="0" y="29153"/>
                        </a:moveTo>
                        <a:lnTo>
                          <a:pt x="7117" y="22058"/>
                        </a:lnTo>
                        <a:lnTo>
                          <a:pt x="7117" y="637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B8AF82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17" name="자유형: 도형 1416">
                    <a:extLst>
                      <a:ext uri="{FF2B5EF4-FFF2-40B4-BE49-F238E27FC236}">
                        <a16:creationId xmlns:a16="http://schemas.microsoft.com/office/drawing/2014/main" id="{162A9C05-AF2C-4174-AAB0-9C79BEE11C69}"/>
                      </a:ext>
                    </a:extLst>
                  </p:cNvPr>
                  <p:cNvSpPr/>
                  <p:nvPr/>
                </p:nvSpPr>
                <p:spPr>
                  <a:xfrm>
                    <a:off x="8313304" y="6678660"/>
                    <a:ext cx="25373" cy="12693"/>
                  </a:xfrm>
                  <a:custGeom>
                    <a:avLst/>
                    <a:gdLst>
                      <a:gd name="connsiteX0" fmla="*/ 22112 w 25373"/>
                      <a:gd name="connsiteY0" fmla="*/ 7095 h 0"/>
                      <a:gd name="connsiteX1" fmla="*/ 7219 w 25373"/>
                      <a:gd name="connsiteY1" fmla="*/ 7095 h 0"/>
                      <a:gd name="connsiteX2" fmla="*/ 0 w 25373"/>
                      <a:gd name="connsiteY2" fmla="*/ 0 h 0"/>
                      <a:gd name="connsiteX3" fmla="*/ 29166 w 25373"/>
                      <a:gd name="connsiteY3" fmla="*/ 0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373">
                        <a:moveTo>
                          <a:pt x="22112" y="7095"/>
                        </a:moveTo>
                        <a:lnTo>
                          <a:pt x="7219" y="7095"/>
                        </a:lnTo>
                        <a:lnTo>
                          <a:pt x="0" y="0"/>
                        </a:lnTo>
                        <a:lnTo>
                          <a:pt x="29166" y="0"/>
                        </a:lnTo>
                        <a:close/>
                      </a:path>
                    </a:pathLst>
                  </a:custGeom>
                  <a:solidFill>
                    <a:srgbClr val="80795B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18" name="자유형: 도형 1417">
                    <a:extLst>
                      <a:ext uri="{FF2B5EF4-FFF2-40B4-BE49-F238E27FC236}">
                        <a16:creationId xmlns:a16="http://schemas.microsoft.com/office/drawing/2014/main" id="{F002F8D0-BEA3-45C7-86FD-F099304841C1}"/>
                      </a:ext>
                    </a:extLst>
                  </p:cNvPr>
                  <p:cNvSpPr/>
                  <p:nvPr/>
                </p:nvSpPr>
                <p:spPr>
                  <a:xfrm>
                    <a:off x="8335417" y="6678660"/>
                    <a:ext cx="12687" cy="25386"/>
                  </a:xfrm>
                  <a:custGeom>
                    <a:avLst/>
                    <a:gdLst>
                      <a:gd name="connsiteX0" fmla="*/ 0 w 0"/>
                      <a:gd name="connsiteY0" fmla="*/ 22058 h 25385"/>
                      <a:gd name="connsiteX1" fmla="*/ 0 w 0"/>
                      <a:gd name="connsiteY1" fmla="*/ 7095 h 25385"/>
                      <a:gd name="connsiteX2" fmla="*/ 7054 w 0"/>
                      <a:gd name="connsiteY2" fmla="*/ 0 h 25385"/>
                      <a:gd name="connsiteX3" fmla="*/ 7054 w 0"/>
                      <a:gd name="connsiteY3" fmla="*/ 29153 h 253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h="25385">
                        <a:moveTo>
                          <a:pt x="0" y="22058"/>
                        </a:moveTo>
                        <a:lnTo>
                          <a:pt x="0" y="7095"/>
                        </a:lnTo>
                        <a:lnTo>
                          <a:pt x="7054" y="0"/>
                        </a:lnTo>
                        <a:lnTo>
                          <a:pt x="7054" y="29153"/>
                        </a:lnTo>
                        <a:close/>
                      </a:path>
                    </a:pathLst>
                  </a:custGeom>
                  <a:solidFill>
                    <a:srgbClr val="5E5B4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19" name="자유형: 도형 1418">
                    <a:extLst>
                      <a:ext uri="{FF2B5EF4-FFF2-40B4-BE49-F238E27FC236}">
                        <a16:creationId xmlns:a16="http://schemas.microsoft.com/office/drawing/2014/main" id="{928DE0D3-8961-4985-9A6C-5872C9B34F56}"/>
                      </a:ext>
                    </a:extLst>
                  </p:cNvPr>
                  <p:cNvSpPr/>
                  <p:nvPr/>
                </p:nvSpPr>
                <p:spPr>
                  <a:xfrm>
                    <a:off x="8313304" y="6700718"/>
                    <a:ext cx="25373" cy="12693"/>
                  </a:xfrm>
                  <a:custGeom>
                    <a:avLst/>
                    <a:gdLst>
                      <a:gd name="connsiteX0" fmla="*/ 0 w 25373"/>
                      <a:gd name="connsiteY0" fmla="*/ 7095 h 0"/>
                      <a:gd name="connsiteX1" fmla="*/ 7193 w 25373"/>
                      <a:gd name="connsiteY1" fmla="*/ 0 h 0"/>
                      <a:gd name="connsiteX2" fmla="*/ 22112 w 25373"/>
                      <a:gd name="connsiteY2" fmla="*/ 0 h 0"/>
                      <a:gd name="connsiteX3" fmla="*/ 29166 w 25373"/>
                      <a:gd name="connsiteY3" fmla="*/ 7095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373">
                        <a:moveTo>
                          <a:pt x="0" y="7095"/>
                        </a:moveTo>
                        <a:lnTo>
                          <a:pt x="7193" y="0"/>
                        </a:lnTo>
                        <a:lnTo>
                          <a:pt x="22112" y="0"/>
                        </a:lnTo>
                        <a:lnTo>
                          <a:pt x="29166" y="7095"/>
                        </a:lnTo>
                        <a:close/>
                      </a:path>
                    </a:pathLst>
                  </a:custGeom>
                  <a:solidFill>
                    <a:srgbClr val="9A916C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</p:grpSp>
            <p:grpSp>
              <p:nvGrpSpPr>
                <p:cNvPr id="1420" name="그래픽 629">
                  <a:extLst>
                    <a:ext uri="{FF2B5EF4-FFF2-40B4-BE49-F238E27FC236}">
                      <a16:creationId xmlns:a16="http://schemas.microsoft.com/office/drawing/2014/main" id="{A057F0D5-7676-438C-8587-7F86F4A2B054}"/>
                    </a:ext>
                  </a:extLst>
                </p:cNvPr>
                <p:cNvGrpSpPr/>
                <p:nvPr/>
              </p:nvGrpSpPr>
              <p:grpSpPr>
                <a:xfrm>
                  <a:off x="8313304" y="6221715"/>
                  <a:ext cx="25373" cy="25386"/>
                  <a:chOff x="8313304" y="6221715"/>
                  <a:chExt cx="25373" cy="25386"/>
                </a:xfrm>
                <a:solidFill>
                  <a:schemeClr val="accent1"/>
                </a:solidFill>
              </p:grpSpPr>
              <p:sp>
                <p:nvSpPr>
                  <p:cNvPr id="1421" name="자유형: 도형 1420">
                    <a:extLst>
                      <a:ext uri="{FF2B5EF4-FFF2-40B4-BE49-F238E27FC236}">
                        <a16:creationId xmlns:a16="http://schemas.microsoft.com/office/drawing/2014/main" id="{7076ACE3-287D-4EAE-A5DA-76D7F9857B64}"/>
                      </a:ext>
                    </a:extLst>
                  </p:cNvPr>
                  <p:cNvSpPr/>
                  <p:nvPr/>
                </p:nvSpPr>
                <p:spPr>
                  <a:xfrm>
                    <a:off x="8313304" y="6221715"/>
                    <a:ext cx="25373" cy="25386"/>
                  </a:xfrm>
                  <a:custGeom>
                    <a:avLst/>
                    <a:gdLst>
                      <a:gd name="connsiteX0" fmla="*/ 0 w 25373"/>
                      <a:gd name="connsiteY0" fmla="*/ 0 h 25385"/>
                      <a:gd name="connsiteX1" fmla="*/ 29166 w 25373"/>
                      <a:gd name="connsiteY1" fmla="*/ 0 h 25385"/>
                      <a:gd name="connsiteX2" fmla="*/ 29166 w 25373"/>
                      <a:gd name="connsiteY2" fmla="*/ 29153 h 25385"/>
                      <a:gd name="connsiteX3" fmla="*/ 0 w 25373"/>
                      <a:gd name="connsiteY3" fmla="*/ 29153 h 253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373" h="25385">
                        <a:moveTo>
                          <a:pt x="0" y="0"/>
                        </a:moveTo>
                        <a:lnTo>
                          <a:pt x="29166" y="0"/>
                        </a:lnTo>
                        <a:lnTo>
                          <a:pt x="29166" y="29153"/>
                        </a:lnTo>
                        <a:lnTo>
                          <a:pt x="0" y="29153"/>
                        </a:lnTo>
                        <a:close/>
                      </a:path>
                    </a:pathLst>
                  </a:custGeom>
                  <a:solidFill>
                    <a:srgbClr val="8D8C8C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22" name="자유형: 도형 1421">
                    <a:extLst>
                      <a:ext uri="{FF2B5EF4-FFF2-40B4-BE49-F238E27FC236}">
                        <a16:creationId xmlns:a16="http://schemas.microsoft.com/office/drawing/2014/main" id="{F5C20851-9E35-4562-9799-DAF09E7D38E8}"/>
                      </a:ext>
                    </a:extLst>
                  </p:cNvPr>
                  <p:cNvSpPr/>
                  <p:nvPr/>
                </p:nvSpPr>
                <p:spPr>
                  <a:xfrm>
                    <a:off x="8320421" y="6228784"/>
                    <a:ext cx="12687" cy="12693"/>
                  </a:xfrm>
                  <a:custGeom>
                    <a:avLst/>
                    <a:gdLst>
                      <a:gd name="connsiteX0" fmla="*/ 0 w 12686"/>
                      <a:gd name="connsiteY0" fmla="*/ 0 h 12692"/>
                      <a:gd name="connsiteX1" fmla="*/ 15021 w 12686"/>
                      <a:gd name="connsiteY1" fmla="*/ 0 h 12692"/>
                      <a:gd name="connsiteX2" fmla="*/ 15021 w 12686"/>
                      <a:gd name="connsiteY2" fmla="*/ 15002 h 12692"/>
                      <a:gd name="connsiteX3" fmla="*/ 0 w 12686"/>
                      <a:gd name="connsiteY3" fmla="*/ 15002 h 126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86" h="12692">
                        <a:moveTo>
                          <a:pt x="0" y="0"/>
                        </a:moveTo>
                        <a:lnTo>
                          <a:pt x="15021" y="0"/>
                        </a:lnTo>
                        <a:lnTo>
                          <a:pt x="15021" y="15002"/>
                        </a:lnTo>
                        <a:lnTo>
                          <a:pt x="0" y="15002"/>
                        </a:lnTo>
                        <a:close/>
                      </a:path>
                    </a:pathLst>
                  </a:custGeom>
                  <a:solidFill>
                    <a:srgbClr val="8C866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23" name="자유형: 도형 1422">
                    <a:extLst>
                      <a:ext uri="{FF2B5EF4-FFF2-40B4-BE49-F238E27FC236}">
                        <a16:creationId xmlns:a16="http://schemas.microsoft.com/office/drawing/2014/main" id="{B3A163BC-CF85-4E0F-9C12-C38F4FA6C1F9}"/>
                      </a:ext>
                    </a:extLst>
                  </p:cNvPr>
                  <p:cNvSpPr/>
                  <p:nvPr/>
                </p:nvSpPr>
                <p:spPr>
                  <a:xfrm>
                    <a:off x="8313304" y="6221715"/>
                    <a:ext cx="12687" cy="25386"/>
                  </a:xfrm>
                  <a:custGeom>
                    <a:avLst/>
                    <a:gdLst>
                      <a:gd name="connsiteX0" fmla="*/ 0 w 0"/>
                      <a:gd name="connsiteY0" fmla="*/ 29153 h 25385"/>
                      <a:gd name="connsiteX1" fmla="*/ 7117 w 0"/>
                      <a:gd name="connsiteY1" fmla="*/ 22058 h 25385"/>
                      <a:gd name="connsiteX2" fmla="*/ 7117 w 0"/>
                      <a:gd name="connsiteY2" fmla="*/ 6371 h 25385"/>
                      <a:gd name="connsiteX3" fmla="*/ 0 w 0"/>
                      <a:gd name="connsiteY3" fmla="*/ 0 h 253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h="25385">
                        <a:moveTo>
                          <a:pt x="0" y="29153"/>
                        </a:moveTo>
                        <a:lnTo>
                          <a:pt x="7117" y="22058"/>
                        </a:lnTo>
                        <a:lnTo>
                          <a:pt x="7117" y="637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B8AF82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24" name="자유형: 도형 1423">
                    <a:extLst>
                      <a:ext uri="{FF2B5EF4-FFF2-40B4-BE49-F238E27FC236}">
                        <a16:creationId xmlns:a16="http://schemas.microsoft.com/office/drawing/2014/main" id="{ADEC7D9F-9D04-4077-9BA8-F3BF10D9EC14}"/>
                      </a:ext>
                    </a:extLst>
                  </p:cNvPr>
                  <p:cNvSpPr/>
                  <p:nvPr/>
                </p:nvSpPr>
                <p:spPr>
                  <a:xfrm>
                    <a:off x="8313304" y="6221715"/>
                    <a:ext cx="25373" cy="12693"/>
                  </a:xfrm>
                  <a:custGeom>
                    <a:avLst/>
                    <a:gdLst>
                      <a:gd name="connsiteX0" fmla="*/ 22112 w 25373"/>
                      <a:gd name="connsiteY0" fmla="*/ 7095 h 0"/>
                      <a:gd name="connsiteX1" fmla="*/ 7219 w 25373"/>
                      <a:gd name="connsiteY1" fmla="*/ 7095 h 0"/>
                      <a:gd name="connsiteX2" fmla="*/ 0 w 25373"/>
                      <a:gd name="connsiteY2" fmla="*/ 0 h 0"/>
                      <a:gd name="connsiteX3" fmla="*/ 29166 w 25373"/>
                      <a:gd name="connsiteY3" fmla="*/ 0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373">
                        <a:moveTo>
                          <a:pt x="22112" y="7095"/>
                        </a:moveTo>
                        <a:lnTo>
                          <a:pt x="7219" y="7095"/>
                        </a:lnTo>
                        <a:lnTo>
                          <a:pt x="0" y="0"/>
                        </a:lnTo>
                        <a:lnTo>
                          <a:pt x="29166" y="0"/>
                        </a:lnTo>
                        <a:close/>
                      </a:path>
                    </a:pathLst>
                  </a:custGeom>
                  <a:solidFill>
                    <a:srgbClr val="80795B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25" name="자유형: 도형 1424">
                    <a:extLst>
                      <a:ext uri="{FF2B5EF4-FFF2-40B4-BE49-F238E27FC236}">
                        <a16:creationId xmlns:a16="http://schemas.microsoft.com/office/drawing/2014/main" id="{253CA51C-E7D0-4065-B792-50C03683AF20}"/>
                      </a:ext>
                    </a:extLst>
                  </p:cNvPr>
                  <p:cNvSpPr/>
                  <p:nvPr/>
                </p:nvSpPr>
                <p:spPr>
                  <a:xfrm>
                    <a:off x="8335417" y="6221715"/>
                    <a:ext cx="12687" cy="25386"/>
                  </a:xfrm>
                  <a:custGeom>
                    <a:avLst/>
                    <a:gdLst>
                      <a:gd name="connsiteX0" fmla="*/ 0 w 0"/>
                      <a:gd name="connsiteY0" fmla="*/ 22058 h 25385"/>
                      <a:gd name="connsiteX1" fmla="*/ 0 w 0"/>
                      <a:gd name="connsiteY1" fmla="*/ 7095 h 25385"/>
                      <a:gd name="connsiteX2" fmla="*/ 7054 w 0"/>
                      <a:gd name="connsiteY2" fmla="*/ 0 h 25385"/>
                      <a:gd name="connsiteX3" fmla="*/ 7054 w 0"/>
                      <a:gd name="connsiteY3" fmla="*/ 29153 h 253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h="25385">
                        <a:moveTo>
                          <a:pt x="0" y="22058"/>
                        </a:moveTo>
                        <a:lnTo>
                          <a:pt x="0" y="7095"/>
                        </a:lnTo>
                        <a:lnTo>
                          <a:pt x="7054" y="0"/>
                        </a:lnTo>
                        <a:lnTo>
                          <a:pt x="7054" y="29153"/>
                        </a:lnTo>
                        <a:close/>
                      </a:path>
                    </a:pathLst>
                  </a:custGeom>
                  <a:solidFill>
                    <a:srgbClr val="5E5B4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26" name="자유형: 도형 1425">
                    <a:extLst>
                      <a:ext uri="{FF2B5EF4-FFF2-40B4-BE49-F238E27FC236}">
                        <a16:creationId xmlns:a16="http://schemas.microsoft.com/office/drawing/2014/main" id="{8794E169-7F7F-4E54-B0AC-B0240ED4EEF7}"/>
                      </a:ext>
                    </a:extLst>
                  </p:cNvPr>
                  <p:cNvSpPr/>
                  <p:nvPr/>
                </p:nvSpPr>
                <p:spPr>
                  <a:xfrm>
                    <a:off x="8313304" y="6243773"/>
                    <a:ext cx="25373" cy="12693"/>
                  </a:xfrm>
                  <a:custGeom>
                    <a:avLst/>
                    <a:gdLst>
                      <a:gd name="connsiteX0" fmla="*/ 0 w 25373"/>
                      <a:gd name="connsiteY0" fmla="*/ 7095 h 0"/>
                      <a:gd name="connsiteX1" fmla="*/ 7193 w 25373"/>
                      <a:gd name="connsiteY1" fmla="*/ 0 h 0"/>
                      <a:gd name="connsiteX2" fmla="*/ 22112 w 25373"/>
                      <a:gd name="connsiteY2" fmla="*/ 0 h 0"/>
                      <a:gd name="connsiteX3" fmla="*/ 29166 w 25373"/>
                      <a:gd name="connsiteY3" fmla="*/ 7095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373">
                        <a:moveTo>
                          <a:pt x="0" y="7095"/>
                        </a:moveTo>
                        <a:lnTo>
                          <a:pt x="7193" y="0"/>
                        </a:lnTo>
                        <a:lnTo>
                          <a:pt x="22112" y="0"/>
                        </a:lnTo>
                        <a:lnTo>
                          <a:pt x="29166" y="7095"/>
                        </a:lnTo>
                        <a:close/>
                      </a:path>
                    </a:pathLst>
                  </a:custGeom>
                  <a:solidFill>
                    <a:srgbClr val="9A916C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</p:grpSp>
            <p:grpSp>
              <p:nvGrpSpPr>
                <p:cNvPr id="1427" name="그래픽 629">
                  <a:extLst>
                    <a:ext uri="{FF2B5EF4-FFF2-40B4-BE49-F238E27FC236}">
                      <a16:creationId xmlns:a16="http://schemas.microsoft.com/office/drawing/2014/main" id="{A057F0D5-7676-438C-8587-7F86F4A2B054}"/>
                    </a:ext>
                  </a:extLst>
                </p:cNvPr>
                <p:cNvGrpSpPr/>
                <p:nvPr/>
              </p:nvGrpSpPr>
              <p:grpSpPr>
                <a:xfrm>
                  <a:off x="8404648" y="6678660"/>
                  <a:ext cx="25373" cy="25386"/>
                  <a:chOff x="8404648" y="6678660"/>
                  <a:chExt cx="25373" cy="25386"/>
                </a:xfrm>
                <a:solidFill>
                  <a:schemeClr val="accent1"/>
                </a:solidFill>
              </p:grpSpPr>
              <p:sp>
                <p:nvSpPr>
                  <p:cNvPr id="1428" name="자유형: 도형 1427">
                    <a:extLst>
                      <a:ext uri="{FF2B5EF4-FFF2-40B4-BE49-F238E27FC236}">
                        <a16:creationId xmlns:a16="http://schemas.microsoft.com/office/drawing/2014/main" id="{A5EF1F8E-97CF-4911-BF56-0DE590C6CB8B}"/>
                      </a:ext>
                    </a:extLst>
                  </p:cNvPr>
                  <p:cNvSpPr/>
                  <p:nvPr/>
                </p:nvSpPr>
                <p:spPr>
                  <a:xfrm>
                    <a:off x="8404648" y="6678660"/>
                    <a:ext cx="25373" cy="25386"/>
                  </a:xfrm>
                  <a:custGeom>
                    <a:avLst/>
                    <a:gdLst>
                      <a:gd name="connsiteX0" fmla="*/ 0 w 25373"/>
                      <a:gd name="connsiteY0" fmla="*/ 0 h 25385"/>
                      <a:gd name="connsiteX1" fmla="*/ 29166 w 25373"/>
                      <a:gd name="connsiteY1" fmla="*/ 0 h 25385"/>
                      <a:gd name="connsiteX2" fmla="*/ 29166 w 25373"/>
                      <a:gd name="connsiteY2" fmla="*/ 29153 h 25385"/>
                      <a:gd name="connsiteX3" fmla="*/ 0 w 25373"/>
                      <a:gd name="connsiteY3" fmla="*/ 29153 h 253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373" h="25385">
                        <a:moveTo>
                          <a:pt x="0" y="0"/>
                        </a:moveTo>
                        <a:lnTo>
                          <a:pt x="29166" y="0"/>
                        </a:lnTo>
                        <a:lnTo>
                          <a:pt x="29166" y="29153"/>
                        </a:lnTo>
                        <a:lnTo>
                          <a:pt x="0" y="29153"/>
                        </a:lnTo>
                        <a:close/>
                      </a:path>
                    </a:pathLst>
                  </a:custGeom>
                  <a:solidFill>
                    <a:srgbClr val="8D8C8C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29" name="자유형: 도형 1428">
                    <a:extLst>
                      <a:ext uri="{FF2B5EF4-FFF2-40B4-BE49-F238E27FC236}">
                        <a16:creationId xmlns:a16="http://schemas.microsoft.com/office/drawing/2014/main" id="{4E692B07-ED79-482F-B136-4B8ED540C0E2}"/>
                      </a:ext>
                    </a:extLst>
                  </p:cNvPr>
                  <p:cNvSpPr/>
                  <p:nvPr/>
                </p:nvSpPr>
                <p:spPr>
                  <a:xfrm>
                    <a:off x="8411765" y="6685729"/>
                    <a:ext cx="12687" cy="12693"/>
                  </a:xfrm>
                  <a:custGeom>
                    <a:avLst/>
                    <a:gdLst>
                      <a:gd name="connsiteX0" fmla="*/ 0 w 12686"/>
                      <a:gd name="connsiteY0" fmla="*/ 0 h 12692"/>
                      <a:gd name="connsiteX1" fmla="*/ 15021 w 12686"/>
                      <a:gd name="connsiteY1" fmla="*/ 0 h 12692"/>
                      <a:gd name="connsiteX2" fmla="*/ 15021 w 12686"/>
                      <a:gd name="connsiteY2" fmla="*/ 15002 h 12692"/>
                      <a:gd name="connsiteX3" fmla="*/ 0 w 12686"/>
                      <a:gd name="connsiteY3" fmla="*/ 15002 h 126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86" h="12692">
                        <a:moveTo>
                          <a:pt x="0" y="0"/>
                        </a:moveTo>
                        <a:lnTo>
                          <a:pt x="15021" y="0"/>
                        </a:lnTo>
                        <a:lnTo>
                          <a:pt x="15021" y="15002"/>
                        </a:lnTo>
                        <a:lnTo>
                          <a:pt x="0" y="15002"/>
                        </a:lnTo>
                        <a:close/>
                      </a:path>
                    </a:pathLst>
                  </a:custGeom>
                  <a:solidFill>
                    <a:srgbClr val="8C866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30" name="자유형: 도형 1429">
                    <a:extLst>
                      <a:ext uri="{FF2B5EF4-FFF2-40B4-BE49-F238E27FC236}">
                        <a16:creationId xmlns:a16="http://schemas.microsoft.com/office/drawing/2014/main" id="{CB71654C-3EA9-46FD-89EC-8C644E3428F9}"/>
                      </a:ext>
                    </a:extLst>
                  </p:cNvPr>
                  <p:cNvSpPr/>
                  <p:nvPr/>
                </p:nvSpPr>
                <p:spPr>
                  <a:xfrm>
                    <a:off x="8404648" y="6678660"/>
                    <a:ext cx="12687" cy="25386"/>
                  </a:xfrm>
                  <a:custGeom>
                    <a:avLst/>
                    <a:gdLst>
                      <a:gd name="connsiteX0" fmla="*/ 0 w 0"/>
                      <a:gd name="connsiteY0" fmla="*/ 29153 h 25385"/>
                      <a:gd name="connsiteX1" fmla="*/ 7117 w 0"/>
                      <a:gd name="connsiteY1" fmla="*/ 22058 h 25385"/>
                      <a:gd name="connsiteX2" fmla="*/ 7117 w 0"/>
                      <a:gd name="connsiteY2" fmla="*/ 6371 h 25385"/>
                      <a:gd name="connsiteX3" fmla="*/ 0 w 0"/>
                      <a:gd name="connsiteY3" fmla="*/ 0 h 253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h="25385">
                        <a:moveTo>
                          <a:pt x="0" y="29153"/>
                        </a:moveTo>
                        <a:lnTo>
                          <a:pt x="7117" y="22058"/>
                        </a:lnTo>
                        <a:lnTo>
                          <a:pt x="7117" y="637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B8AF82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31" name="자유형: 도형 1430">
                    <a:extLst>
                      <a:ext uri="{FF2B5EF4-FFF2-40B4-BE49-F238E27FC236}">
                        <a16:creationId xmlns:a16="http://schemas.microsoft.com/office/drawing/2014/main" id="{C0A3A60E-4B3B-4CD0-960A-A740E2B6F28B}"/>
                      </a:ext>
                    </a:extLst>
                  </p:cNvPr>
                  <p:cNvSpPr/>
                  <p:nvPr/>
                </p:nvSpPr>
                <p:spPr>
                  <a:xfrm>
                    <a:off x="8404648" y="6678660"/>
                    <a:ext cx="25373" cy="12693"/>
                  </a:xfrm>
                  <a:custGeom>
                    <a:avLst/>
                    <a:gdLst>
                      <a:gd name="connsiteX0" fmla="*/ 22112 w 25373"/>
                      <a:gd name="connsiteY0" fmla="*/ 7095 h 0"/>
                      <a:gd name="connsiteX1" fmla="*/ 7219 w 25373"/>
                      <a:gd name="connsiteY1" fmla="*/ 7095 h 0"/>
                      <a:gd name="connsiteX2" fmla="*/ 0 w 25373"/>
                      <a:gd name="connsiteY2" fmla="*/ 0 h 0"/>
                      <a:gd name="connsiteX3" fmla="*/ 29166 w 25373"/>
                      <a:gd name="connsiteY3" fmla="*/ 0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373">
                        <a:moveTo>
                          <a:pt x="22112" y="7095"/>
                        </a:moveTo>
                        <a:lnTo>
                          <a:pt x="7219" y="7095"/>
                        </a:lnTo>
                        <a:lnTo>
                          <a:pt x="0" y="0"/>
                        </a:lnTo>
                        <a:lnTo>
                          <a:pt x="29166" y="0"/>
                        </a:lnTo>
                        <a:close/>
                      </a:path>
                    </a:pathLst>
                  </a:custGeom>
                  <a:solidFill>
                    <a:srgbClr val="80795B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32" name="자유형: 도형 1431">
                    <a:extLst>
                      <a:ext uri="{FF2B5EF4-FFF2-40B4-BE49-F238E27FC236}">
                        <a16:creationId xmlns:a16="http://schemas.microsoft.com/office/drawing/2014/main" id="{7FF04F19-0F72-4134-839F-C87846A67615}"/>
                      </a:ext>
                    </a:extLst>
                  </p:cNvPr>
                  <p:cNvSpPr/>
                  <p:nvPr/>
                </p:nvSpPr>
                <p:spPr>
                  <a:xfrm>
                    <a:off x="8426760" y="6678660"/>
                    <a:ext cx="12687" cy="25386"/>
                  </a:xfrm>
                  <a:custGeom>
                    <a:avLst/>
                    <a:gdLst>
                      <a:gd name="connsiteX0" fmla="*/ 0 w 0"/>
                      <a:gd name="connsiteY0" fmla="*/ 22058 h 25385"/>
                      <a:gd name="connsiteX1" fmla="*/ 0 w 0"/>
                      <a:gd name="connsiteY1" fmla="*/ 7095 h 25385"/>
                      <a:gd name="connsiteX2" fmla="*/ 7054 w 0"/>
                      <a:gd name="connsiteY2" fmla="*/ 0 h 25385"/>
                      <a:gd name="connsiteX3" fmla="*/ 7054 w 0"/>
                      <a:gd name="connsiteY3" fmla="*/ 29153 h 253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h="25385">
                        <a:moveTo>
                          <a:pt x="0" y="22058"/>
                        </a:moveTo>
                        <a:lnTo>
                          <a:pt x="0" y="7095"/>
                        </a:lnTo>
                        <a:lnTo>
                          <a:pt x="7054" y="0"/>
                        </a:lnTo>
                        <a:lnTo>
                          <a:pt x="7054" y="29153"/>
                        </a:lnTo>
                        <a:close/>
                      </a:path>
                    </a:pathLst>
                  </a:custGeom>
                  <a:solidFill>
                    <a:srgbClr val="5E5B4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33" name="자유형: 도형 1432">
                    <a:extLst>
                      <a:ext uri="{FF2B5EF4-FFF2-40B4-BE49-F238E27FC236}">
                        <a16:creationId xmlns:a16="http://schemas.microsoft.com/office/drawing/2014/main" id="{5DDAD86A-A496-4F12-9881-115AFE5CD1CF}"/>
                      </a:ext>
                    </a:extLst>
                  </p:cNvPr>
                  <p:cNvSpPr/>
                  <p:nvPr/>
                </p:nvSpPr>
                <p:spPr>
                  <a:xfrm>
                    <a:off x="8404648" y="6700718"/>
                    <a:ext cx="25373" cy="12693"/>
                  </a:xfrm>
                  <a:custGeom>
                    <a:avLst/>
                    <a:gdLst>
                      <a:gd name="connsiteX0" fmla="*/ 0 w 25373"/>
                      <a:gd name="connsiteY0" fmla="*/ 7095 h 0"/>
                      <a:gd name="connsiteX1" fmla="*/ 7193 w 25373"/>
                      <a:gd name="connsiteY1" fmla="*/ 0 h 0"/>
                      <a:gd name="connsiteX2" fmla="*/ 22112 w 25373"/>
                      <a:gd name="connsiteY2" fmla="*/ 0 h 0"/>
                      <a:gd name="connsiteX3" fmla="*/ 29166 w 25373"/>
                      <a:gd name="connsiteY3" fmla="*/ 7095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373">
                        <a:moveTo>
                          <a:pt x="0" y="7095"/>
                        </a:moveTo>
                        <a:lnTo>
                          <a:pt x="7193" y="0"/>
                        </a:lnTo>
                        <a:lnTo>
                          <a:pt x="22112" y="0"/>
                        </a:lnTo>
                        <a:lnTo>
                          <a:pt x="29166" y="7095"/>
                        </a:lnTo>
                        <a:close/>
                      </a:path>
                    </a:pathLst>
                  </a:custGeom>
                  <a:solidFill>
                    <a:srgbClr val="9A916C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</p:grpSp>
            <p:grpSp>
              <p:nvGrpSpPr>
                <p:cNvPr id="1434" name="그래픽 629">
                  <a:extLst>
                    <a:ext uri="{FF2B5EF4-FFF2-40B4-BE49-F238E27FC236}">
                      <a16:creationId xmlns:a16="http://schemas.microsoft.com/office/drawing/2014/main" id="{A057F0D5-7676-438C-8587-7F86F4A2B054}"/>
                    </a:ext>
                  </a:extLst>
                </p:cNvPr>
                <p:cNvGrpSpPr/>
                <p:nvPr/>
              </p:nvGrpSpPr>
              <p:grpSpPr>
                <a:xfrm>
                  <a:off x="8404648" y="6221715"/>
                  <a:ext cx="25373" cy="25386"/>
                  <a:chOff x="8404648" y="6221715"/>
                  <a:chExt cx="25373" cy="25386"/>
                </a:xfrm>
                <a:solidFill>
                  <a:schemeClr val="accent1"/>
                </a:solidFill>
              </p:grpSpPr>
              <p:sp>
                <p:nvSpPr>
                  <p:cNvPr id="1435" name="자유형: 도형 1434">
                    <a:extLst>
                      <a:ext uri="{FF2B5EF4-FFF2-40B4-BE49-F238E27FC236}">
                        <a16:creationId xmlns:a16="http://schemas.microsoft.com/office/drawing/2014/main" id="{64E8CC5C-6EBE-41CE-849D-3C3EDCA0164F}"/>
                      </a:ext>
                    </a:extLst>
                  </p:cNvPr>
                  <p:cNvSpPr/>
                  <p:nvPr/>
                </p:nvSpPr>
                <p:spPr>
                  <a:xfrm>
                    <a:off x="8404648" y="6221715"/>
                    <a:ext cx="25373" cy="25386"/>
                  </a:xfrm>
                  <a:custGeom>
                    <a:avLst/>
                    <a:gdLst>
                      <a:gd name="connsiteX0" fmla="*/ 0 w 25373"/>
                      <a:gd name="connsiteY0" fmla="*/ 0 h 25385"/>
                      <a:gd name="connsiteX1" fmla="*/ 29166 w 25373"/>
                      <a:gd name="connsiteY1" fmla="*/ 0 h 25385"/>
                      <a:gd name="connsiteX2" fmla="*/ 29166 w 25373"/>
                      <a:gd name="connsiteY2" fmla="*/ 29153 h 25385"/>
                      <a:gd name="connsiteX3" fmla="*/ 0 w 25373"/>
                      <a:gd name="connsiteY3" fmla="*/ 29153 h 253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373" h="25385">
                        <a:moveTo>
                          <a:pt x="0" y="0"/>
                        </a:moveTo>
                        <a:lnTo>
                          <a:pt x="29166" y="0"/>
                        </a:lnTo>
                        <a:lnTo>
                          <a:pt x="29166" y="29153"/>
                        </a:lnTo>
                        <a:lnTo>
                          <a:pt x="0" y="29153"/>
                        </a:lnTo>
                        <a:close/>
                      </a:path>
                    </a:pathLst>
                  </a:custGeom>
                  <a:solidFill>
                    <a:srgbClr val="8D8C8C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36" name="자유형: 도형 1435">
                    <a:extLst>
                      <a:ext uri="{FF2B5EF4-FFF2-40B4-BE49-F238E27FC236}">
                        <a16:creationId xmlns:a16="http://schemas.microsoft.com/office/drawing/2014/main" id="{58BEDD24-894A-4C1E-9384-A12F7B3CAA9B}"/>
                      </a:ext>
                    </a:extLst>
                  </p:cNvPr>
                  <p:cNvSpPr/>
                  <p:nvPr/>
                </p:nvSpPr>
                <p:spPr>
                  <a:xfrm>
                    <a:off x="8411765" y="6228784"/>
                    <a:ext cx="12687" cy="12693"/>
                  </a:xfrm>
                  <a:custGeom>
                    <a:avLst/>
                    <a:gdLst>
                      <a:gd name="connsiteX0" fmla="*/ 0 w 12686"/>
                      <a:gd name="connsiteY0" fmla="*/ 0 h 12692"/>
                      <a:gd name="connsiteX1" fmla="*/ 15021 w 12686"/>
                      <a:gd name="connsiteY1" fmla="*/ 0 h 12692"/>
                      <a:gd name="connsiteX2" fmla="*/ 15021 w 12686"/>
                      <a:gd name="connsiteY2" fmla="*/ 15002 h 12692"/>
                      <a:gd name="connsiteX3" fmla="*/ 0 w 12686"/>
                      <a:gd name="connsiteY3" fmla="*/ 15002 h 126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86" h="12692">
                        <a:moveTo>
                          <a:pt x="0" y="0"/>
                        </a:moveTo>
                        <a:lnTo>
                          <a:pt x="15021" y="0"/>
                        </a:lnTo>
                        <a:lnTo>
                          <a:pt x="15021" y="15002"/>
                        </a:lnTo>
                        <a:lnTo>
                          <a:pt x="0" y="15002"/>
                        </a:lnTo>
                        <a:close/>
                      </a:path>
                    </a:pathLst>
                  </a:custGeom>
                  <a:solidFill>
                    <a:srgbClr val="8C866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37" name="자유형: 도형 1436">
                    <a:extLst>
                      <a:ext uri="{FF2B5EF4-FFF2-40B4-BE49-F238E27FC236}">
                        <a16:creationId xmlns:a16="http://schemas.microsoft.com/office/drawing/2014/main" id="{F2412B86-DE2E-425A-B166-4721FAD50ACA}"/>
                      </a:ext>
                    </a:extLst>
                  </p:cNvPr>
                  <p:cNvSpPr/>
                  <p:nvPr/>
                </p:nvSpPr>
                <p:spPr>
                  <a:xfrm>
                    <a:off x="8404648" y="6221715"/>
                    <a:ext cx="12687" cy="25386"/>
                  </a:xfrm>
                  <a:custGeom>
                    <a:avLst/>
                    <a:gdLst>
                      <a:gd name="connsiteX0" fmla="*/ 0 w 0"/>
                      <a:gd name="connsiteY0" fmla="*/ 29153 h 25385"/>
                      <a:gd name="connsiteX1" fmla="*/ 7117 w 0"/>
                      <a:gd name="connsiteY1" fmla="*/ 22058 h 25385"/>
                      <a:gd name="connsiteX2" fmla="*/ 7117 w 0"/>
                      <a:gd name="connsiteY2" fmla="*/ 6371 h 25385"/>
                      <a:gd name="connsiteX3" fmla="*/ 0 w 0"/>
                      <a:gd name="connsiteY3" fmla="*/ 0 h 253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h="25385">
                        <a:moveTo>
                          <a:pt x="0" y="29153"/>
                        </a:moveTo>
                        <a:lnTo>
                          <a:pt x="7117" y="22058"/>
                        </a:lnTo>
                        <a:lnTo>
                          <a:pt x="7117" y="637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B8AF82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38" name="자유형: 도형 1437">
                    <a:extLst>
                      <a:ext uri="{FF2B5EF4-FFF2-40B4-BE49-F238E27FC236}">
                        <a16:creationId xmlns:a16="http://schemas.microsoft.com/office/drawing/2014/main" id="{BBD602E8-16F5-42D6-BD7A-B94ADFCDEDB7}"/>
                      </a:ext>
                    </a:extLst>
                  </p:cNvPr>
                  <p:cNvSpPr/>
                  <p:nvPr/>
                </p:nvSpPr>
                <p:spPr>
                  <a:xfrm>
                    <a:off x="8404648" y="6221715"/>
                    <a:ext cx="25373" cy="12693"/>
                  </a:xfrm>
                  <a:custGeom>
                    <a:avLst/>
                    <a:gdLst>
                      <a:gd name="connsiteX0" fmla="*/ 22112 w 25373"/>
                      <a:gd name="connsiteY0" fmla="*/ 7095 h 0"/>
                      <a:gd name="connsiteX1" fmla="*/ 7219 w 25373"/>
                      <a:gd name="connsiteY1" fmla="*/ 7095 h 0"/>
                      <a:gd name="connsiteX2" fmla="*/ 0 w 25373"/>
                      <a:gd name="connsiteY2" fmla="*/ 0 h 0"/>
                      <a:gd name="connsiteX3" fmla="*/ 29166 w 25373"/>
                      <a:gd name="connsiteY3" fmla="*/ 0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373">
                        <a:moveTo>
                          <a:pt x="22112" y="7095"/>
                        </a:moveTo>
                        <a:lnTo>
                          <a:pt x="7219" y="7095"/>
                        </a:lnTo>
                        <a:lnTo>
                          <a:pt x="0" y="0"/>
                        </a:lnTo>
                        <a:lnTo>
                          <a:pt x="29166" y="0"/>
                        </a:lnTo>
                        <a:close/>
                      </a:path>
                    </a:pathLst>
                  </a:custGeom>
                  <a:solidFill>
                    <a:srgbClr val="80795B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39" name="자유형: 도형 1438">
                    <a:extLst>
                      <a:ext uri="{FF2B5EF4-FFF2-40B4-BE49-F238E27FC236}">
                        <a16:creationId xmlns:a16="http://schemas.microsoft.com/office/drawing/2014/main" id="{BBA060D5-EABB-45F7-A8C6-50CDC046E52A}"/>
                      </a:ext>
                    </a:extLst>
                  </p:cNvPr>
                  <p:cNvSpPr/>
                  <p:nvPr/>
                </p:nvSpPr>
                <p:spPr>
                  <a:xfrm>
                    <a:off x="8426760" y="6221715"/>
                    <a:ext cx="12687" cy="25386"/>
                  </a:xfrm>
                  <a:custGeom>
                    <a:avLst/>
                    <a:gdLst>
                      <a:gd name="connsiteX0" fmla="*/ 0 w 0"/>
                      <a:gd name="connsiteY0" fmla="*/ 22058 h 25385"/>
                      <a:gd name="connsiteX1" fmla="*/ 0 w 0"/>
                      <a:gd name="connsiteY1" fmla="*/ 7095 h 25385"/>
                      <a:gd name="connsiteX2" fmla="*/ 7054 w 0"/>
                      <a:gd name="connsiteY2" fmla="*/ 0 h 25385"/>
                      <a:gd name="connsiteX3" fmla="*/ 7054 w 0"/>
                      <a:gd name="connsiteY3" fmla="*/ 29153 h 253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h="25385">
                        <a:moveTo>
                          <a:pt x="0" y="22058"/>
                        </a:moveTo>
                        <a:lnTo>
                          <a:pt x="0" y="7095"/>
                        </a:lnTo>
                        <a:lnTo>
                          <a:pt x="7054" y="0"/>
                        </a:lnTo>
                        <a:lnTo>
                          <a:pt x="7054" y="29153"/>
                        </a:lnTo>
                        <a:close/>
                      </a:path>
                    </a:pathLst>
                  </a:custGeom>
                  <a:solidFill>
                    <a:srgbClr val="5E5B4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40" name="자유형: 도형 1439">
                    <a:extLst>
                      <a:ext uri="{FF2B5EF4-FFF2-40B4-BE49-F238E27FC236}">
                        <a16:creationId xmlns:a16="http://schemas.microsoft.com/office/drawing/2014/main" id="{EE93BD29-B3FB-4B12-BF55-C150A3770779}"/>
                      </a:ext>
                    </a:extLst>
                  </p:cNvPr>
                  <p:cNvSpPr/>
                  <p:nvPr/>
                </p:nvSpPr>
                <p:spPr>
                  <a:xfrm>
                    <a:off x="8404648" y="6243773"/>
                    <a:ext cx="25373" cy="12693"/>
                  </a:xfrm>
                  <a:custGeom>
                    <a:avLst/>
                    <a:gdLst>
                      <a:gd name="connsiteX0" fmla="*/ 0 w 25373"/>
                      <a:gd name="connsiteY0" fmla="*/ 7095 h 0"/>
                      <a:gd name="connsiteX1" fmla="*/ 7193 w 25373"/>
                      <a:gd name="connsiteY1" fmla="*/ 0 h 0"/>
                      <a:gd name="connsiteX2" fmla="*/ 22112 w 25373"/>
                      <a:gd name="connsiteY2" fmla="*/ 0 h 0"/>
                      <a:gd name="connsiteX3" fmla="*/ 29166 w 25373"/>
                      <a:gd name="connsiteY3" fmla="*/ 7095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373">
                        <a:moveTo>
                          <a:pt x="0" y="7095"/>
                        </a:moveTo>
                        <a:lnTo>
                          <a:pt x="7193" y="0"/>
                        </a:lnTo>
                        <a:lnTo>
                          <a:pt x="22112" y="0"/>
                        </a:lnTo>
                        <a:lnTo>
                          <a:pt x="29166" y="7095"/>
                        </a:lnTo>
                        <a:close/>
                      </a:path>
                    </a:pathLst>
                  </a:custGeom>
                  <a:solidFill>
                    <a:srgbClr val="9A916C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</p:grpSp>
            <p:grpSp>
              <p:nvGrpSpPr>
                <p:cNvPr id="1441" name="그래픽 629">
                  <a:extLst>
                    <a:ext uri="{FF2B5EF4-FFF2-40B4-BE49-F238E27FC236}">
                      <a16:creationId xmlns:a16="http://schemas.microsoft.com/office/drawing/2014/main" id="{A057F0D5-7676-438C-8587-7F86F4A2B054}"/>
                    </a:ext>
                  </a:extLst>
                </p:cNvPr>
                <p:cNvGrpSpPr/>
                <p:nvPr/>
              </p:nvGrpSpPr>
              <p:grpSpPr>
                <a:xfrm>
                  <a:off x="8495991" y="6678660"/>
                  <a:ext cx="25373" cy="25386"/>
                  <a:chOff x="8495991" y="6678660"/>
                  <a:chExt cx="25373" cy="25386"/>
                </a:xfrm>
                <a:solidFill>
                  <a:schemeClr val="accent1"/>
                </a:solidFill>
              </p:grpSpPr>
              <p:sp>
                <p:nvSpPr>
                  <p:cNvPr id="1442" name="자유형: 도형 1441">
                    <a:extLst>
                      <a:ext uri="{FF2B5EF4-FFF2-40B4-BE49-F238E27FC236}">
                        <a16:creationId xmlns:a16="http://schemas.microsoft.com/office/drawing/2014/main" id="{0ED681C4-D6BB-4CB2-A170-57BB064A72ED}"/>
                      </a:ext>
                    </a:extLst>
                  </p:cNvPr>
                  <p:cNvSpPr/>
                  <p:nvPr/>
                </p:nvSpPr>
                <p:spPr>
                  <a:xfrm>
                    <a:off x="8495991" y="6678660"/>
                    <a:ext cx="25373" cy="25386"/>
                  </a:xfrm>
                  <a:custGeom>
                    <a:avLst/>
                    <a:gdLst>
                      <a:gd name="connsiteX0" fmla="*/ 0 w 25373"/>
                      <a:gd name="connsiteY0" fmla="*/ 0 h 25385"/>
                      <a:gd name="connsiteX1" fmla="*/ 29166 w 25373"/>
                      <a:gd name="connsiteY1" fmla="*/ 0 h 25385"/>
                      <a:gd name="connsiteX2" fmla="*/ 29166 w 25373"/>
                      <a:gd name="connsiteY2" fmla="*/ 29153 h 25385"/>
                      <a:gd name="connsiteX3" fmla="*/ 0 w 25373"/>
                      <a:gd name="connsiteY3" fmla="*/ 29153 h 253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373" h="25385">
                        <a:moveTo>
                          <a:pt x="0" y="0"/>
                        </a:moveTo>
                        <a:lnTo>
                          <a:pt x="29166" y="0"/>
                        </a:lnTo>
                        <a:lnTo>
                          <a:pt x="29166" y="29153"/>
                        </a:lnTo>
                        <a:lnTo>
                          <a:pt x="0" y="29153"/>
                        </a:lnTo>
                        <a:close/>
                      </a:path>
                    </a:pathLst>
                  </a:custGeom>
                  <a:solidFill>
                    <a:srgbClr val="8D8C8C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43" name="자유형: 도형 1442">
                    <a:extLst>
                      <a:ext uri="{FF2B5EF4-FFF2-40B4-BE49-F238E27FC236}">
                        <a16:creationId xmlns:a16="http://schemas.microsoft.com/office/drawing/2014/main" id="{2FC922C4-D639-4C44-8599-1F384928155D}"/>
                      </a:ext>
                    </a:extLst>
                  </p:cNvPr>
                  <p:cNvSpPr/>
                  <p:nvPr/>
                </p:nvSpPr>
                <p:spPr>
                  <a:xfrm>
                    <a:off x="8503108" y="6685729"/>
                    <a:ext cx="12687" cy="12693"/>
                  </a:xfrm>
                  <a:custGeom>
                    <a:avLst/>
                    <a:gdLst>
                      <a:gd name="connsiteX0" fmla="*/ 0 w 12686"/>
                      <a:gd name="connsiteY0" fmla="*/ 0 h 12692"/>
                      <a:gd name="connsiteX1" fmla="*/ 15021 w 12686"/>
                      <a:gd name="connsiteY1" fmla="*/ 0 h 12692"/>
                      <a:gd name="connsiteX2" fmla="*/ 15021 w 12686"/>
                      <a:gd name="connsiteY2" fmla="*/ 15002 h 12692"/>
                      <a:gd name="connsiteX3" fmla="*/ 0 w 12686"/>
                      <a:gd name="connsiteY3" fmla="*/ 15002 h 126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86" h="12692">
                        <a:moveTo>
                          <a:pt x="0" y="0"/>
                        </a:moveTo>
                        <a:lnTo>
                          <a:pt x="15021" y="0"/>
                        </a:lnTo>
                        <a:lnTo>
                          <a:pt x="15021" y="15002"/>
                        </a:lnTo>
                        <a:lnTo>
                          <a:pt x="0" y="15002"/>
                        </a:lnTo>
                        <a:close/>
                      </a:path>
                    </a:pathLst>
                  </a:custGeom>
                  <a:solidFill>
                    <a:srgbClr val="8C866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44" name="자유형: 도형 1443">
                    <a:extLst>
                      <a:ext uri="{FF2B5EF4-FFF2-40B4-BE49-F238E27FC236}">
                        <a16:creationId xmlns:a16="http://schemas.microsoft.com/office/drawing/2014/main" id="{BDEFDCC4-CE11-48A8-8D35-B2FDE233E29C}"/>
                      </a:ext>
                    </a:extLst>
                  </p:cNvPr>
                  <p:cNvSpPr/>
                  <p:nvPr/>
                </p:nvSpPr>
                <p:spPr>
                  <a:xfrm>
                    <a:off x="8495991" y="6678660"/>
                    <a:ext cx="12687" cy="25386"/>
                  </a:xfrm>
                  <a:custGeom>
                    <a:avLst/>
                    <a:gdLst>
                      <a:gd name="connsiteX0" fmla="*/ 0 w 0"/>
                      <a:gd name="connsiteY0" fmla="*/ 29153 h 25385"/>
                      <a:gd name="connsiteX1" fmla="*/ 7117 w 0"/>
                      <a:gd name="connsiteY1" fmla="*/ 22058 h 25385"/>
                      <a:gd name="connsiteX2" fmla="*/ 7117 w 0"/>
                      <a:gd name="connsiteY2" fmla="*/ 6371 h 25385"/>
                      <a:gd name="connsiteX3" fmla="*/ 0 w 0"/>
                      <a:gd name="connsiteY3" fmla="*/ 0 h 253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h="25385">
                        <a:moveTo>
                          <a:pt x="0" y="29153"/>
                        </a:moveTo>
                        <a:lnTo>
                          <a:pt x="7117" y="22058"/>
                        </a:lnTo>
                        <a:lnTo>
                          <a:pt x="7117" y="637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B8AF82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45" name="자유형: 도형 1444">
                    <a:extLst>
                      <a:ext uri="{FF2B5EF4-FFF2-40B4-BE49-F238E27FC236}">
                        <a16:creationId xmlns:a16="http://schemas.microsoft.com/office/drawing/2014/main" id="{2557B6AE-C7D0-4380-A2C1-053B85A8885B}"/>
                      </a:ext>
                    </a:extLst>
                  </p:cNvPr>
                  <p:cNvSpPr/>
                  <p:nvPr/>
                </p:nvSpPr>
                <p:spPr>
                  <a:xfrm>
                    <a:off x="8495991" y="6678660"/>
                    <a:ext cx="25373" cy="12693"/>
                  </a:xfrm>
                  <a:custGeom>
                    <a:avLst/>
                    <a:gdLst>
                      <a:gd name="connsiteX0" fmla="*/ 22112 w 25373"/>
                      <a:gd name="connsiteY0" fmla="*/ 7095 h 0"/>
                      <a:gd name="connsiteX1" fmla="*/ 7219 w 25373"/>
                      <a:gd name="connsiteY1" fmla="*/ 7095 h 0"/>
                      <a:gd name="connsiteX2" fmla="*/ 0 w 25373"/>
                      <a:gd name="connsiteY2" fmla="*/ 0 h 0"/>
                      <a:gd name="connsiteX3" fmla="*/ 29166 w 25373"/>
                      <a:gd name="connsiteY3" fmla="*/ 0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373">
                        <a:moveTo>
                          <a:pt x="22112" y="7095"/>
                        </a:moveTo>
                        <a:lnTo>
                          <a:pt x="7219" y="7095"/>
                        </a:lnTo>
                        <a:lnTo>
                          <a:pt x="0" y="0"/>
                        </a:lnTo>
                        <a:lnTo>
                          <a:pt x="29166" y="0"/>
                        </a:lnTo>
                        <a:close/>
                      </a:path>
                    </a:pathLst>
                  </a:custGeom>
                  <a:solidFill>
                    <a:srgbClr val="80795B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46" name="자유형: 도형 1445">
                    <a:extLst>
                      <a:ext uri="{FF2B5EF4-FFF2-40B4-BE49-F238E27FC236}">
                        <a16:creationId xmlns:a16="http://schemas.microsoft.com/office/drawing/2014/main" id="{0973738C-41E1-47C3-9C1E-FDF5F0A30581}"/>
                      </a:ext>
                    </a:extLst>
                  </p:cNvPr>
                  <p:cNvSpPr/>
                  <p:nvPr/>
                </p:nvSpPr>
                <p:spPr>
                  <a:xfrm>
                    <a:off x="8518103" y="6678660"/>
                    <a:ext cx="12687" cy="25386"/>
                  </a:xfrm>
                  <a:custGeom>
                    <a:avLst/>
                    <a:gdLst>
                      <a:gd name="connsiteX0" fmla="*/ 0 w 0"/>
                      <a:gd name="connsiteY0" fmla="*/ 22058 h 25385"/>
                      <a:gd name="connsiteX1" fmla="*/ 0 w 0"/>
                      <a:gd name="connsiteY1" fmla="*/ 7095 h 25385"/>
                      <a:gd name="connsiteX2" fmla="*/ 7054 w 0"/>
                      <a:gd name="connsiteY2" fmla="*/ 0 h 25385"/>
                      <a:gd name="connsiteX3" fmla="*/ 7054 w 0"/>
                      <a:gd name="connsiteY3" fmla="*/ 29153 h 253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h="25385">
                        <a:moveTo>
                          <a:pt x="0" y="22058"/>
                        </a:moveTo>
                        <a:lnTo>
                          <a:pt x="0" y="7095"/>
                        </a:lnTo>
                        <a:lnTo>
                          <a:pt x="7054" y="0"/>
                        </a:lnTo>
                        <a:lnTo>
                          <a:pt x="7054" y="29153"/>
                        </a:lnTo>
                        <a:close/>
                      </a:path>
                    </a:pathLst>
                  </a:custGeom>
                  <a:solidFill>
                    <a:srgbClr val="5E5B4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47" name="자유형: 도형 1446">
                    <a:extLst>
                      <a:ext uri="{FF2B5EF4-FFF2-40B4-BE49-F238E27FC236}">
                        <a16:creationId xmlns:a16="http://schemas.microsoft.com/office/drawing/2014/main" id="{3E2F35CD-510D-4138-88A7-1DBC7E459080}"/>
                      </a:ext>
                    </a:extLst>
                  </p:cNvPr>
                  <p:cNvSpPr/>
                  <p:nvPr/>
                </p:nvSpPr>
                <p:spPr>
                  <a:xfrm>
                    <a:off x="8495991" y="6700718"/>
                    <a:ext cx="25373" cy="12693"/>
                  </a:xfrm>
                  <a:custGeom>
                    <a:avLst/>
                    <a:gdLst>
                      <a:gd name="connsiteX0" fmla="*/ 0 w 25373"/>
                      <a:gd name="connsiteY0" fmla="*/ 7095 h 0"/>
                      <a:gd name="connsiteX1" fmla="*/ 7193 w 25373"/>
                      <a:gd name="connsiteY1" fmla="*/ 0 h 0"/>
                      <a:gd name="connsiteX2" fmla="*/ 22112 w 25373"/>
                      <a:gd name="connsiteY2" fmla="*/ 0 h 0"/>
                      <a:gd name="connsiteX3" fmla="*/ 29166 w 25373"/>
                      <a:gd name="connsiteY3" fmla="*/ 7095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373">
                        <a:moveTo>
                          <a:pt x="0" y="7095"/>
                        </a:moveTo>
                        <a:lnTo>
                          <a:pt x="7193" y="0"/>
                        </a:lnTo>
                        <a:lnTo>
                          <a:pt x="22112" y="0"/>
                        </a:lnTo>
                        <a:lnTo>
                          <a:pt x="29166" y="7095"/>
                        </a:lnTo>
                        <a:close/>
                      </a:path>
                    </a:pathLst>
                  </a:custGeom>
                  <a:solidFill>
                    <a:srgbClr val="9A916C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</p:grpSp>
            <p:grpSp>
              <p:nvGrpSpPr>
                <p:cNvPr id="1448" name="그래픽 629">
                  <a:extLst>
                    <a:ext uri="{FF2B5EF4-FFF2-40B4-BE49-F238E27FC236}">
                      <a16:creationId xmlns:a16="http://schemas.microsoft.com/office/drawing/2014/main" id="{A057F0D5-7676-438C-8587-7F86F4A2B054}"/>
                    </a:ext>
                  </a:extLst>
                </p:cNvPr>
                <p:cNvGrpSpPr/>
                <p:nvPr/>
              </p:nvGrpSpPr>
              <p:grpSpPr>
                <a:xfrm>
                  <a:off x="8495991" y="6221715"/>
                  <a:ext cx="25373" cy="25386"/>
                  <a:chOff x="8495991" y="6221715"/>
                  <a:chExt cx="25373" cy="25386"/>
                </a:xfrm>
                <a:solidFill>
                  <a:schemeClr val="accent1"/>
                </a:solidFill>
              </p:grpSpPr>
              <p:sp>
                <p:nvSpPr>
                  <p:cNvPr id="1449" name="자유형: 도형 1448">
                    <a:extLst>
                      <a:ext uri="{FF2B5EF4-FFF2-40B4-BE49-F238E27FC236}">
                        <a16:creationId xmlns:a16="http://schemas.microsoft.com/office/drawing/2014/main" id="{047683BC-93BE-436D-8FA2-7449A43ADC82}"/>
                      </a:ext>
                    </a:extLst>
                  </p:cNvPr>
                  <p:cNvSpPr/>
                  <p:nvPr/>
                </p:nvSpPr>
                <p:spPr>
                  <a:xfrm>
                    <a:off x="8495991" y="6221715"/>
                    <a:ext cx="25373" cy="25386"/>
                  </a:xfrm>
                  <a:custGeom>
                    <a:avLst/>
                    <a:gdLst>
                      <a:gd name="connsiteX0" fmla="*/ 0 w 25373"/>
                      <a:gd name="connsiteY0" fmla="*/ 0 h 25385"/>
                      <a:gd name="connsiteX1" fmla="*/ 29166 w 25373"/>
                      <a:gd name="connsiteY1" fmla="*/ 0 h 25385"/>
                      <a:gd name="connsiteX2" fmla="*/ 29166 w 25373"/>
                      <a:gd name="connsiteY2" fmla="*/ 29153 h 25385"/>
                      <a:gd name="connsiteX3" fmla="*/ 0 w 25373"/>
                      <a:gd name="connsiteY3" fmla="*/ 29153 h 253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373" h="25385">
                        <a:moveTo>
                          <a:pt x="0" y="0"/>
                        </a:moveTo>
                        <a:lnTo>
                          <a:pt x="29166" y="0"/>
                        </a:lnTo>
                        <a:lnTo>
                          <a:pt x="29166" y="29153"/>
                        </a:lnTo>
                        <a:lnTo>
                          <a:pt x="0" y="29153"/>
                        </a:lnTo>
                        <a:close/>
                      </a:path>
                    </a:pathLst>
                  </a:custGeom>
                  <a:solidFill>
                    <a:srgbClr val="8D8C8C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50" name="자유형: 도형 1449">
                    <a:extLst>
                      <a:ext uri="{FF2B5EF4-FFF2-40B4-BE49-F238E27FC236}">
                        <a16:creationId xmlns:a16="http://schemas.microsoft.com/office/drawing/2014/main" id="{60C9B84A-3FED-4802-89B8-93C0061CF28B}"/>
                      </a:ext>
                    </a:extLst>
                  </p:cNvPr>
                  <p:cNvSpPr/>
                  <p:nvPr/>
                </p:nvSpPr>
                <p:spPr>
                  <a:xfrm>
                    <a:off x="8503108" y="6228784"/>
                    <a:ext cx="12687" cy="12693"/>
                  </a:xfrm>
                  <a:custGeom>
                    <a:avLst/>
                    <a:gdLst>
                      <a:gd name="connsiteX0" fmla="*/ 0 w 12686"/>
                      <a:gd name="connsiteY0" fmla="*/ 0 h 12692"/>
                      <a:gd name="connsiteX1" fmla="*/ 15021 w 12686"/>
                      <a:gd name="connsiteY1" fmla="*/ 0 h 12692"/>
                      <a:gd name="connsiteX2" fmla="*/ 15021 w 12686"/>
                      <a:gd name="connsiteY2" fmla="*/ 15002 h 12692"/>
                      <a:gd name="connsiteX3" fmla="*/ 0 w 12686"/>
                      <a:gd name="connsiteY3" fmla="*/ 15002 h 126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86" h="12692">
                        <a:moveTo>
                          <a:pt x="0" y="0"/>
                        </a:moveTo>
                        <a:lnTo>
                          <a:pt x="15021" y="0"/>
                        </a:lnTo>
                        <a:lnTo>
                          <a:pt x="15021" y="15002"/>
                        </a:lnTo>
                        <a:lnTo>
                          <a:pt x="0" y="15002"/>
                        </a:lnTo>
                        <a:close/>
                      </a:path>
                    </a:pathLst>
                  </a:custGeom>
                  <a:solidFill>
                    <a:srgbClr val="8C866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51" name="자유형: 도형 1450">
                    <a:extLst>
                      <a:ext uri="{FF2B5EF4-FFF2-40B4-BE49-F238E27FC236}">
                        <a16:creationId xmlns:a16="http://schemas.microsoft.com/office/drawing/2014/main" id="{60E1D043-269A-4822-8240-6218DC633F7B}"/>
                      </a:ext>
                    </a:extLst>
                  </p:cNvPr>
                  <p:cNvSpPr/>
                  <p:nvPr/>
                </p:nvSpPr>
                <p:spPr>
                  <a:xfrm>
                    <a:off x="8495991" y="6221715"/>
                    <a:ext cx="12687" cy="25386"/>
                  </a:xfrm>
                  <a:custGeom>
                    <a:avLst/>
                    <a:gdLst>
                      <a:gd name="connsiteX0" fmla="*/ 0 w 0"/>
                      <a:gd name="connsiteY0" fmla="*/ 29153 h 25385"/>
                      <a:gd name="connsiteX1" fmla="*/ 7117 w 0"/>
                      <a:gd name="connsiteY1" fmla="*/ 22058 h 25385"/>
                      <a:gd name="connsiteX2" fmla="*/ 7117 w 0"/>
                      <a:gd name="connsiteY2" fmla="*/ 6371 h 25385"/>
                      <a:gd name="connsiteX3" fmla="*/ 0 w 0"/>
                      <a:gd name="connsiteY3" fmla="*/ 0 h 253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h="25385">
                        <a:moveTo>
                          <a:pt x="0" y="29153"/>
                        </a:moveTo>
                        <a:lnTo>
                          <a:pt x="7117" y="22058"/>
                        </a:lnTo>
                        <a:lnTo>
                          <a:pt x="7117" y="637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B8AF82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52" name="자유형: 도형 1451">
                    <a:extLst>
                      <a:ext uri="{FF2B5EF4-FFF2-40B4-BE49-F238E27FC236}">
                        <a16:creationId xmlns:a16="http://schemas.microsoft.com/office/drawing/2014/main" id="{8DD00F6E-4E8D-4F0F-AA59-819FFE002B2E}"/>
                      </a:ext>
                    </a:extLst>
                  </p:cNvPr>
                  <p:cNvSpPr/>
                  <p:nvPr/>
                </p:nvSpPr>
                <p:spPr>
                  <a:xfrm>
                    <a:off x="8495991" y="6221715"/>
                    <a:ext cx="25373" cy="12693"/>
                  </a:xfrm>
                  <a:custGeom>
                    <a:avLst/>
                    <a:gdLst>
                      <a:gd name="connsiteX0" fmla="*/ 22112 w 25373"/>
                      <a:gd name="connsiteY0" fmla="*/ 7095 h 0"/>
                      <a:gd name="connsiteX1" fmla="*/ 7219 w 25373"/>
                      <a:gd name="connsiteY1" fmla="*/ 7095 h 0"/>
                      <a:gd name="connsiteX2" fmla="*/ 0 w 25373"/>
                      <a:gd name="connsiteY2" fmla="*/ 0 h 0"/>
                      <a:gd name="connsiteX3" fmla="*/ 29166 w 25373"/>
                      <a:gd name="connsiteY3" fmla="*/ 0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373">
                        <a:moveTo>
                          <a:pt x="22112" y="7095"/>
                        </a:moveTo>
                        <a:lnTo>
                          <a:pt x="7219" y="7095"/>
                        </a:lnTo>
                        <a:lnTo>
                          <a:pt x="0" y="0"/>
                        </a:lnTo>
                        <a:lnTo>
                          <a:pt x="29166" y="0"/>
                        </a:lnTo>
                        <a:close/>
                      </a:path>
                    </a:pathLst>
                  </a:custGeom>
                  <a:solidFill>
                    <a:srgbClr val="80795B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53" name="자유형: 도형 1452">
                    <a:extLst>
                      <a:ext uri="{FF2B5EF4-FFF2-40B4-BE49-F238E27FC236}">
                        <a16:creationId xmlns:a16="http://schemas.microsoft.com/office/drawing/2014/main" id="{8AE183F6-0FAB-4BB2-961D-0B36C507CB37}"/>
                      </a:ext>
                    </a:extLst>
                  </p:cNvPr>
                  <p:cNvSpPr/>
                  <p:nvPr/>
                </p:nvSpPr>
                <p:spPr>
                  <a:xfrm>
                    <a:off x="8518103" y="6221715"/>
                    <a:ext cx="12687" cy="25386"/>
                  </a:xfrm>
                  <a:custGeom>
                    <a:avLst/>
                    <a:gdLst>
                      <a:gd name="connsiteX0" fmla="*/ 0 w 0"/>
                      <a:gd name="connsiteY0" fmla="*/ 22058 h 25385"/>
                      <a:gd name="connsiteX1" fmla="*/ 0 w 0"/>
                      <a:gd name="connsiteY1" fmla="*/ 7095 h 25385"/>
                      <a:gd name="connsiteX2" fmla="*/ 7054 w 0"/>
                      <a:gd name="connsiteY2" fmla="*/ 0 h 25385"/>
                      <a:gd name="connsiteX3" fmla="*/ 7054 w 0"/>
                      <a:gd name="connsiteY3" fmla="*/ 29153 h 253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h="25385">
                        <a:moveTo>
                          <a:pt x="0" y="22058"/>
                        </a:moveTo>
                        <a:lnTo>
                          <a:pt x="0" y="7095"/>
                        </a:lnTo>
                        <a:lnTo>
                          <a:pt x="7054" y="0"/>
                        </a:lnTo>
                        <a:lnTo>
                          <a:pt x="7054" y="29153"/>
                        </a:lnTo>
                        <a:close/>
                      </a:path>
                    </a:pathLst>
                  </a:custGeom>
                  <a:solidFill>
                    <a:srgbClr val="5E5B4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54" name="자유형: 도형 1453">
                    <a:extLst>
                      <a:ext uri="{FF2B5EF4-FFF2-40B4-BE49-F238E27FC236}">
                        <a16:creationId xmlns:a16="http://schemas.microsoft.com/office/drawing/2014/main" id="{65B95BB1-49B8-4E55-9B4B-DF6D0AE4D666}"/>
                      </a:ext>
                    </a:extLst>
                  </p:cNvPr>
                  <p:cNvSpPr/>
                  <p:nvPr/>
                </p:nvSpPr>
                <p:spPr>
                  <a:xfrm>
                    <a:off x="8495991" y="6243773"/>
                    <a:ext cx="25373" cy="12693"/>
                  </a:xfrm>
                  <a:custGeom>
                    <a:avLst/>
                    <a:gdLst>
                      <a:gd name="connsiteX0" fmla="*/ 0 w 25373"/>
                      <a:gd name="connsiteY0" fmla="*/ 7095 h 0"/>
                      <a:gd name="connsiteX1" fmla="*/ 7193 w 25373"/>
                      <a:gd name="connsiteY1" fmla="*/ 0 h 0"/>
                      <a:gd name="connsiteX2" fmla="*/ 22112 w 25373"/>
                      <a:gd name="connsiteY2" fmla="*/ 0 h 0"/>
                      <a:gd name="connsiteX3" fmla="*/ 29166 w 25373"/>
                      <a:gd name="connsiteY3" fmla="*/ 7095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373">
                        <a:moveTo>
                          <a:pt x="0" y="7095"/>
                        </a:moveTo>
                        <a:lnTo>
                          <a:pt x="7193" y="0"/>
                        </a:lnTo>
                        <a:lnTo>
                          <a:pt x="22112" y="0"/>
                        </a:lnTo>
                        <a:lnTo>
                          <a:pt x="29166" y="7095"/>
                        </a:lnTo>
                        <a:close/>
                      </a:path>
                    </a:pathLst>
                  </a:custGeom>
                  <a:solidFill>
                    <a:srgbClr val="9A916C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</p:grpSp>
            <p:grpSp>
              <p:nvGrpSpPr>
                <p:cNvPr id="1455" name="그래픽 629">
                  <a:extLst>
                    <a:ext uri="{FF2B5EF4-FFF2-40B4-BE49-F238E27FC236}">
                      <a16:creationId xmlns:a16="http://schemas.microsoft.com/office/drawing/2014/main" id="{A057F0D5-7676-438C-8587-7F86F4A2B054}"/>
                    </a:ext>
                  </a:extLst>
                </p:cNvPr>
                <p:cNvGrpSpPr/>
                <p:nvPr/>
              </p:nvGrpSpPr>
              <p:grpSpPr>
                <a:xfrm>
                  <a:off x="8587334" y="6678660"/>
                  <a:ext cx="25373" cy="25386"/>
                  <a:chOff x="8587334" y="6678660"/>
                  <a:chExt cx="25373" cy="25386"/>
                </a:xfrm>
                <a:solidFill>
                  <a:schemeClr val="accent1"/>
                </a:solidFill>
              </p:grpSpPr>
              <p:sp>
                <p:nvSpPr>
                  <p:cNvPr id="1456" name="자유형: 도형 1455">
                    <a:extLst>
                      <a:ext uri="{FF2B5EF4-FFF2-40B4-BE49-F238E27FC236}">
                        <a16:creationId xmlns:a16="http://schemas.microsoft.com/office/drawing/2014/main" id="{469B8558-BC49-4423-8D76-741863282018}"/>
                      </a:ext>
                    </a:extLst>
                  </p:cNvPr>
                  <p:cNvSpPr/>
                  <p:nvPr/>
                </p:nvSpPr>
                <p:spPr>
                  <a:xfrm>
                    <a:off x="8587334" y="6678660"/>
                    <a:ext cx="25373" cy="25386"/>
                  </a:xfrm>
                  <a:custGeom>
                    <a:avLst/>
                    <a:gdLst>
                      <a:gd name="connsiteX0" fmla="*/ 0 w 25373"/>
                      <a:gd name="connsiteY0" fmla="*/ 0 h 25385"/>
                      <a:gd name="connsiteX1" fmla="*/ 29166 w 25373"/>
                      <a:gd name="connsiteY1" fmla="*/ 0 h 25385"/>
                      <a:gd name="connsiteX2" fmla="*/ 29166 w 25373"/>
                      <a:gd name="connsiteY2" fmla="*/ 29153 h 25385"/>
                      <a:gd name="connsiteX3" fmla="*/ 0 w 25373"/>
                      <a:gd name="connsiteY3" fmla="*/ 29153 h 253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373" h="25385">
                        <a:moveTo>
                          <a:pt x="0" y="0"/>
                        </a:moveTo>
                        <a:lnTo>
                          <a:pt x="29166" y="0"/>
                        </a:lnTo>
                        <a:lnTo>
                          <a:pt x="29166" y="29153"/>
                        </a:lnTo>
                        <a:lnTo>
                          <a:pt x="0" y="29153"/>
                        </a:lnTo>
                        <a:close/>
                      </a:path>
                    </a:pathLst>
                  </a:custGeom>
                  <a:solidFill>
                    <a:srgbClr val="8D8C8C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57" name="자유형: 도형 1456">
                    <a:extLst>
                      <a:ext uri="{FF2B5EF4-FFF2-40B4-BE49-F238E27FC236}">
                        <a16:creationId xmlns:a16="http://schemas.microsoft.com/office/drawing/2014/main" id="{9A117547-D3F2-4BD9-B9DA-9F2090C4D6E1}"/>
                      </a:ext>
                    </a:extLst>
                  </p:cNvPr>
                  <p:cNvSpPr/>
                  <p:nvPr/>
                </p:nvSpPr>
                <p:spPr>
                  <a:xfrm>
                    <a:off x="8594451" y="6685729"/>
                    <a:ext cx="12687" cy="12693"/>
                  </a:xfrm>
                  <a:custGeom>
                    <a:avLst/>
                    <a:gdLst>
                      <a:gd name="connsiteX0" fmla="*/ 0 w 12686"/>
                      <a:gd name="connsiteY0" fmla="*/ 0 h 12692"/>
                      <a:gd name="connsiteX1" fmla="*/ 15021 w 12686"/>
                      <a:gd name="connsiteY1" fmla="*/ 0 h 12692"/>
                      <a:gd name="connsiteX2" fmla="*/ 15021 w 12686"/>
                      <a:gd name="connsiteY2" fmla="*/ 15002 h 12692"/>
                      <a:gd name="connsiteX3" fmla="*/ 0 w 12686"/>
                      <a:gd name="connsiteY3" fmla="*/ 15002 h 126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86" h="12692">
                        <a:moveTo>
                          <a:pt x="0" y="0"/>
                        </a:moveTo>
                        <a:lnTo>
                          <a:pt x="15021" y="0"/>
                        </a:lnTo>
                        <a:lnTo>
                          <a:pt x="15021" y="15002"/>
                        </a:lnTo>
                        <a:lnTo>
                          <a:pt x="0" y="15002"/>
                        </a:lnTo>
                        <a:close/>
                      </a:path>
                    </a:pathLst>
                  </a:custGeom>
                  <a:solidFill>
                    <a:srgbClr val="8C866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58" name="자유형: 도형 1457">
                    <a:extLst>
                      <a:ext uri="{FF2B5EF4-FFF2-40B4-BE49-F238E27FC236}">
                        <a16:creationId xmlns:a16="http://schemas.microsoft.com/office/drawing/2014/main" id="{E0F656C2-AA39-4F3A-93DC-C778DB84761F}"/>
                      </a:ext>
                    </a:extLst>
                  </p:cNvPr>
                  <p:cNvSpPr/>
                  <p:nvPr/>
                </p:nvSpPr>
                <p:spPr>
                  <a:xfrm>
                    <a:off x="8587334" y="6678660"/>
                    <a:ext cx="12687" cy="25386"/>
                  </a:xfrm>
                  <a:custGeom>
                    <a:avLst/>
                    <a:gdLst>
                      <a:gd name="connsiteX0" fmla="*/ 0 w 0"/>
                      <a:gd name="connsiteY0" fmla="*/ 29153 h 25385"/>
                      <a:gd name="connsiteX1" fmla="*/ 7117 w 0"/>
                      <a:gd name="connsiteY1" fmla="*/ 22058 h 25385"/>
                      <a:gd name="connsiteX2" fmla="*/ 7117 w 0"/>
                      <a:gd name="connsiteY2" fmla="*/ 6371 h 25385"/>
                      <a:gd name="connsiteX3" fmla="*/ 0 w 0"/>
                      <a:gd name="connsiteY3" fmla="*/ 0 h 253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h="25385">
                        <a:moveTo>
                          <a:pt x="0" y="29153"/>
                        </a:moveTo>
                        <a:lnTo>
                          <a:pt x="7117" y="22058"/>
                        </a:lnTo>
                        <a:lnTo>
                          <a:pt x="7117" y="637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B8AF82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59" name="자유형: 도형 1458">
                    <a:extLst>
                      <a:ext uri="{FF2B5EF4-FFF2-40B4-BE49-F238E27FC236}">
                        <a16:creationId xmlns:a16="http://schemas.microsoft.com/office/drawing/2014/main" id="{8E5E6CDF-CA19-4B05-A07B-339F722CC9A1}"/>
                      </a:ext>
                    </a:extLst>
                  </p:cNvPr>
                  <p:cNvSpPr/>
                  <p:nvPr/>
                </p:nvSpPr>
                <p:spPr>
                  <a:xfrm>
                    <a:off x="8587334" y="6678660"/>
                    <a:ext cx="25373" cy="12693"/>
                  </a:xfrm>
                  <a:custGeom>
                    <a:avLst/>
                    <a:gdLst>
                      <a:gd name="connsiteX0" fmla="*/ 22112 w 25373"/>
                      <a:gd name="connsiteY0" fmla="*/ 7095 h 0"/>
                      <a:gd name="connsiteX1" fmla="*/ 7219 w 25373"/>
                      <a:gd name="connsiteY1" fmla="*/ 7095 h 0"/>
                      <a:gd name="connsiteX2" fmla="*/ 0 w 25373"/>
                      <a:gd name="connsiteY2" fmla="*/ 0 h 0"/>
                      <a:gd name="connsiteX3" fmla="*/ 29166 w 25373"/>
                      <a:gd name="connsiteY3" fmla="*/ 0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373">
                        <a:moveTo>
                          <a:pt x="22112" y="7095"/>
                        </a:moveTo>
                        <a:lnTo>
                          <a:pt x="7219" y="7095"/>
                        </a:lnTo>
                        <a:lnTo>
                          <a:pt x="0" y="0"/>
                        </a:lnTo>
                        <a:lnTo>
                          <a:pt x="29166" y="0"/>
                        </a:lnTo>
                        <a:close/>
                      </a:path>
                    </a:pathLst>
                  </a:custGeom>
                  <a:solidFill>
                    <a:srgbClr val="80795B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60" name="자유형: 도형 1459">
                    <a:extLst>
                      <a:ext uri="{FF2B5EF4-FFF2-40B4-BE49-F238E27FC236}">
                        <a16:creationId xmlns:a16="http://schemas.microsoft.com/office/drawing/2014/main" id="{E3EB9320-15E8-4882-AC81-8167263ACB1A}"/>
                      </a:ext>
                    </a:extLst>
                  </p:cNvPr>
                  <p:cNvSpPr/>
                  <p:nvPr/>
                </p:nvSpPr>
                <p:spPr>
                  <a:xfrm>
                    <a:off x="8609447" y="6678660"/>
                    <a:ext cx="12687" cy="25386"/>
                  </a:xfrm>
                  <a:custGeom>
                    <a:avLst/>
                    <a:gdLst>
                      <a:gd name="connsiteX0" fmla="*/ 0 w 0"/>
                      <a:gd name="connsiteY0" fmla="*/ 22058 h 25385"/>
                      <a:gd name="connsiteX1" fmla="*/ 0 w 0"/>
                      <a:gd name="connsiteY1" fmla="*/ 7095 h 25385"/>
                      <a:gd name="connsiteX2" fmla="*/ 7054 w 0"/>
                      <a:gd name="connsiteY2" fmla="*/ 0 h 25385"/>
                      <a:gd name="connsiteX3" fmla="*/ 7054 w 0"/>
                      <a:gd name="connsiteY3" fmla="*/ 29153 h 253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h="25385">
                        <a:moveTo>
                          <a:pt x="0" y="22058"/>
                        </a:moveTo>
                        <a:lnTo>
                          <a:pt x="0" y="7095"/>
                        </a:lnTo>
                        <a:lnTo>
                          <a:pt x="7054" y="0"/>
                        </a:lnTo>
                        <a:lnTo>
                          <a:pt x="7054" y="29153"/>
                        </a:lnTo>
                        <a:close/>
                      </a:path>
                    </a:pathLst>
                  </a:custGeom>
                  <a:solidFill>
                    <a:srgbClr val="5E5B4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61" name="자유형: 도형 1460">
                    <a:extLst>
                      <a:ext uri="{FF2B5EF4-FFF2-40B4-BE49-F238E27FC236}">
                        <a16:creationId xmlns:a16="http://schemas.microsoft.com/office/drawing/2014/main" id="{7E810F51-E6A0-4439-B343-066FA9931915}"/>
                      </a:ext>
                    </a:extLst>
                  </p:cNvPr>
                  <p:cNvSpPr/>
                  <p:nvPr/>
                </p:nvSpPr>
                <p:spPr>
                  <a:xfrm>
                    <a:off x="8587334" y="6700718"/>
                    <a:ext cx="25373" cy="12693"/>
                  </a:xfrm>
                  <a:custGeom>
                    <a:avLst/>
                    <a:gdLst>
                      <a:gd name="connsiteX0" fmla="*/ 0 w 25373"/>
                      <a:gd name="connsiteY0" fmla="*/ 7095 h 0"/>
                      <a:gd name="connsiteX1" fmla="*/ 7193 w 25373"/>
                      <a:gd name="connsiteY1" fmla="*/ 0 h 0"/>
                      <a:gd name="connsiteX2" fmla="*/ 22112 w 25373"/>
                      <a:gd name="connsiteY2" fmla="*/ 0 h 0"/>
                      <a:gd name="connsiteX3" fmla="*/ 29166 w 25373"/>
                      <a:gd name="connsiteY3" fmla="*/ 7095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373">
                        <a:moveTo>
                          <a:pt x="0" y="7095"/>
                        </a:moveTo>
                        <a:lnTo>
                          <a:pt x="7193" y="0"/>
                        </a:lnTo>
                        <a:lnTo>
                          <a:pt x="22112" y="0"/>
                        </a:lnTo>
                        <a:lnTo>
                          <a:pt x="29166" y="7095"/>
                        </a:lnTo>
                        <a:close/>
                      </a:path>
                    </a:pathLst>
                  </a:custGeom>
                  <a:solidFill>
                    <a:srgbClr val="9A916C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</p:grpSp>
            <p:grpSp>
              <p:nvGrpSpPr>
                <p:cNvPr id="1462" name="그래픽 629">
                  <a:extLst>
                    <a:ext uri="{FF2B5EF4-FFF2-40B4-BE49-F238E27FC236}">
                      <a16:creationId xmlns:a16="http://schemas.microsoft.com/office/drawing/2014/main" id="{A057F0D5-7676-438C-8587-7F86F4A2B054}"/>
                    </a:ext>
                  </a:extLst>
                </p:cNvPr>
                <p:cNvGrpSpPr/>
                <p:nvPr/>
              </p:nvGrpSpPr>
              <p:grpSpPr>
                <a:xfrm>
                  <a:off x="8587334" y="6221715"/>
                  <a:ext cx="25373" cy="25386"/>
                  <a:chOff x="8587334" y="6221715"/>
                  <a:chExt cx="25373" cy="25386"/>
                </a:xfrm>
                <a:solidFill>
                  <a:schemeClr val="accent1"/>
                </a:solidFill>
              </p:grpSpPr>
              <p:sp>
                <p:nvSpPr>
                  <p:cNvPr id="1463" name="자유형: 도형 1462">
                    <a:extLst>
                      <a:ext uri="{FF2B5EF4-FFF2-40B4-BE49-F238E27FC236}">
                        <a16:creationId xmlns:a16="http://schemas.microsoft.com/office/drawing/2014/main" id="{A2E3A270-0365-4985-89C1-EFE404DF9A0D}"/>
                      </a:ext>
                    </a:extLst>
                  </p:cNvPr>
                  <p:cNvSpPr/>
                  <p:nvPr/>
                </p:nvSpPr>
                <p:spPr>
                  <a:xfrm>
                    <a:off x="8587334" y="6221715"/>
                    <a:ext cx="25373" cy="25386"/>
                  </a:xfrm>
                  <a:custGeom>
                    <a:avLst/>
                    <a:gdLst>
                      <a:gd name="connsiteX0" fmla="*/ 0 w 25373"/>
                      <a:gd name="connsiteY0" fmla="*/ 0 h 25385"/>
                      <a:gd name="connsiteX1" fmla="*/ 29166 w 25373"/>
                      <a:gd name="connsiteY1" fmla="*/ 0 h 25385"/>
                      <a:gd name="connsiteX2" fmla="*/ 29166 w 25373"/>
                      <a:gd name="connsiteY2" fmla="*/ 29153 h 25385"/>
                      <a:gd name="connsiteX3" fmla="*/ 0 w 25373"/>
                      <a:gd name="connsiteY3" fmla="*/ 29153 h 253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373" h="25385">
                        <a:moveTo>
                          <a:pt x="0" y="0"/>
                        </a:moveTo>
                        <a:lnTo>
                          <a:pt x="29166" y="0"/>
                        </a:lnTo>
                        <a:lnTo>
                          <a:pt x="29166" y="29153"/>
                        </a:lnTo>
                        <a:lnTo>
                          <a:pt x="0" y="29153"/>
                        </a:lnTo>
                        <a:close/>
                      </a:path>
                    </a:pathLst>
                  </a:custGeom>
                  <a:solidFill>
                    <a:srgbClr val="8D8C8C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64" name="자유형: 도형 1463">
                    <a:extLst>
                      <a:ext uri="{FF2B5EF4-FFF2-40B4-BE49-F238E27FC236}">
                        <a16:creationId xmlns:a16="http://schemas.microsoft.com/office/drawing/2014/main" id="{5AA6D8CE-9AD9-4308-8DD4-69DBADF95A2E}"/>
                      </a:ext>
                    </a:extLst>
                  </p:cNvPr>
                  <p:cNvSpPr/>
                  <p:nvPr/>
                </p:nvSpPr>
                <p:spPr>
                  <a:xfrm>
                    <a:off x="8594451" y="6228784"/>
                    <a:ext cx="12687" cy="12693"/>
                  </a:xfrm>
                  <a:custGeom>
                    <a:avLst/>
                    <a:gdLst>
                      <a:gd name="connsiteX0" fmla="*/ 0 w 12686"/>
                      <a:gd name="connsiteY0" fmla="*/ 0 h 12692"/>
                      <a:gd name="connsiteX1" fmla="*/ 15021 w 12686"/>
                      <a:gd name="connsiteY1" fmla="*/ 0 h 12692"/>
                      <a:gd name="connsiteX2" fmla="*/ 15021 w 12686"/>
                      <a:gd name="connsiteY2" fmla="*/ 15002 h 12692"/>
                      <a:gd name="connsiteX3" fmla="*/ 0 w 12686"/>
                      <a:gd name="connsiteY3" fmla="*/ 15002 h 126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86" h="12692">
                        <a:moveTo>
                          <a:pt x="0" y="0"/>
                        </a:moveTo>
                        <a:lnTo>
                          <a:pt x="15021" y="0"/>
                        </a:lnTo>
                        <a:lnTo>
                          <a:pt x="15021" y="15002"/>
                        </a:lnTo>
                        <a:lnTo>
                          <a:pt x="0" y="15002"/>
                        </a:lnTo>
                        <a:close/>
                      </a:path>
                    </a:pathLst>
                  </a:custGeom>
                  <a:solidFill>
                    <a:srgbClr val="8C866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65" name="자유형: 도형 1464">
                    <a:extLst>
                      <a:ext uri="{FF2B5EF4-FFF2-40B4-BE49-F238E27FC236}">
                        <a16:creationId xmlns:a16="http://schemas.microsoft.com/office/drawing/2014/main" id="{9927A2B9-BA68-44EF-8A7F-6861CD334E25}"/>
                      </a:ext>
                    </a:extLst>
                  </p:cNvPr>
                  <p:cNvSpPr/>
                  <p:nvPr/>
                </p:nvSpPr>
                <p:spPr>
                  <a:xfrm>
                    <a:off x="8587334" y="6221715"/>
                    <a:ext cx="12687" cy="25386"/>
                  </a:xfrm>
                  <a:custGeom>
                    <a:avLst/>
                    <a:gdLst>
                      <a:gd name="connsiteX0" fmla="*/ 0 w 0"/>
                      <a:gd name="connsiteY0" fmla="*/ 29153 h 25385"/>
                      <a:gd name="connsiteX1" fmla="*/ 7117 w 0"/>
                      <a:gd name="connsiteY1" fmla="*/ 22058 h 25385"/>
                      <a:gd name="connsiteX2" fmla="*/ 7117 w 0"/>
                      <a:gd name="connsiteY2" fmla="*/ 6371 h 25385"/>
                      <a:gd name="connsiteX3" fmla="*/ 0 w 0"/>
                      <a:gd name="connsiteY3" fmla="*/ 0 h 253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h="25385">
                        <a:moveTo>
                          <a:pt x="0" y="29153"/>
                        </a:moveTo>
                        <a:lnTo>
                          <a:pt x="7117" y="22058"/>
                        </a:lnTo>
                        <a:lnTo>
                          <a:pt x="7117" y="637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B8AF82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66" name="자유형: 도형 1465">
                    <a:extLst>
                      <a:ext uri="{FF2B5EF4-FFF2-40B4-BE49-F238E27FC236}">
                        <a16:creationId xmlns:a16="http://schemas.microsoft.com/office/drawing/2014/main" id="{B36BEE1C-4552-4A8E-9C0D-3F58D9303EC0}"/>
                      </a:ext>
                    </a:extLst>
                  </p:cNvPr>
                  <p:cNvSpPr/>
                  <p:nvPr/>
                </p:nvSpPr>
                <p:spPr>
                  <a:xfrm>
                    <a:off x="8587334" y="6221715"/>
                    <a:ext cx="25373" cy="12693"/>
                  </a:xfrm>
                  <a:custGeom>
                    <a:avLst/>
                    <a:gdLst>
                      <a:gd name="connsiteX0" fmla="*/ 22112 w 25373"/>
                      <a:gd name="connsiteY0" fmla="*/ 7095 h 0"/>
                      <a:gd name="connsiteX1" fmla="*/ 7219 w 25373"/>
                      <a:gd name="connsiteY1" fmla="*/ 7095 h 0"/>
                      <a:gd name="connsiteX2" fmla="*/ 0 w 25373"/>
                      <a:gd name="connsiteY2" fmla="*/ 0 h 0"/>
                      <a:gd name="connsiteX3" fmla="*/ 29166 w 25373"/>
                      <a:gd name="connsiteY3" fmla="*/ 0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373">
                        <a:moveTo>
                          <a:pt x="22112" y="7095"/>
                        </a:moveTo>
                        <a:lnTo>
                          <a:pt x="7219" y="7095"/>
                        </a:lnTo>
                        <a:lnTo>
                          <a:pt x="0" y="0"/>
                        </a:lnTo>
                        <a:lnTo>
                          <a:pt x="29166" y="0"/>
                        </a:lnTo>
                        <a:close/>
                      </a:path>
                    </a:pathLst>
                  </a:custGeom>
                  <a:solidFill>
                    <a:srgbClr val="80795B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67" name="자유형: 도형 1466">
                    <a:extLst>
                      <a:ext uri="{FF2B5EF4-FFF2-40B4-BE49-F238E27FC236}">
                        <a16:creationId xmlns:a16="http://schemas.microsoft.com/office/drawing/2014/main" id="{F919DAAC-BF58-4B29-B92F-F37DFE5CAE40}"/>
                      </a:ext>
                    </a:extLst>
                  </p:cNvPr>
                  <p:cNvSpPr/>
                  <p:nvPr/>
                </p:nvSpPr>
                <p:spPr>
                  <a:xfrm>
                    <a:off x="8609447" y="6221715"/>
                    <a:ext cx="12687" cy="25386"/>
                  </a:xfrm>
                  <a:custGeom>
                    <a:avLst/>
                    <a:gdLst>
                      <a:gd name="connsiteX0" fmla="*/ 0 w 0"/>
                      <a:gd name="connsiteY0" fmla="*/ 22058 h 25385"/>
                      <a:gd name="connsiteX1" fmla="*/ 0 w 0"/>
                      <a:gd name="connsiteY1" fmla="*/ 7095 h 25385"/>
                      <a:gd name="connsiteX2" fmla="*/ 7054 w 0"/>
                      <a:gd name="connsiteY2" fmla="*/ 0 h 25385"/>
                      <a:gd name="connsiteX3" fmla="*/ 7054 w 0"/>
                      <a:gd name="connsiteY3" fmla="*/ 29153 h 253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h="25385">
                        <a:moveTo>
                          <a:pt x="0" y="22058"/>
                        </a:moveTo>
                        <a:lnTo>
                          <a:pt x="0" y="7095"/>
                        </a:lnTo>
                        <a:lnTo>
                          <a:pt x="7054" y="0"/>
                        </a:lnTo>
                        <a:lnTo>
                          <a:pt x="7054" y="29153"/>
                        </a:lnTo>
                        <a:close/>
                      </a:path>
                    </a:pathLst>
                  </a:custGeom>
                  <a:solidFill>
                    <a:srgbClr val="5E5B4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68" name="자유형: 도형 1467">
                    <a:extLst>
                      <a:ext uri="{FF2B5EF4-FFF2-40B4-BE49-F238E27FC236}">
                        <a16:creationId xmlns:a16="http://schemas.microsoft.com/office/drawing/2014/main" id="{D63C298C-05B9-4FA5-8967-A1B6859E69D4}"/>
                      </a:ext>
                    </a:extLst>
                  </p:cNvPr>
                  <p:cNvSpPr/>
                  <p:nvPr/>
                </p:nvSpPr>
                <p:spPr>
                  <a:xfrm>
                    <a:off x="8587334" y="6243773"/>
                    <a:ext cx="25373" cy="12693"/>
                  </a:xfrm>
                  <a:custGeom>
                    <a:avLst/>
                    <a:gdLst>
                      <a:gd name="connsiteX0" fmla="*/ 0 w 25373"/>
                      <a:gd name="connsiteY0" fmla="*/ 7095 h 0"/>
                      <a:gd name="connsiteX1" fmla="*/ 7193 w 25373"/>
                      <a:gd name="connsiteY1" fmla="*/ 0 h 0"/>
                      <a:gd name="connsiteX2" fmla="*/ 22112 w 25373"/>
                      <a:gd name="connsiteY2" fmla="*/ 0 h 0"/>
                      <a:gd name="connsiteX3" fmla="*/ 29166 w 25373"/>
                      <a:gd name="connsiteY3" fmla="*/ 7095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373">
                        <a:moveTo>
                          <a:pt x="0" y="7095"/>
                        </a:moveTo>
                        <a:lnTo>
                          <a:pt x="7193" y="0"/>
                        </a:lnTo>
                        <a:lnTo>
                          <a:pt x="22112" y="0"/>
                        </a:lnTo>
                        <a:lnTo>
                          <a:pt x="29166" y="7095"/>
                        </a:lnTo>
                        <a:close/>
                      </a:path>
                    </a:pathLst>
                  </a:custGeom>
                  <a:solidFill>
                    <a:srgbClr val="9A916C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</p:grpSp>
            <p:grpSp>
              <p:nvGrpSpPr>
                <p:cNvPr id="1469" name="그래픽 629">
                  <a:extLst>
                    <a:ext uri="{FF2B5EF4-FFF2-40B4-BE49-F238E27FC236}">
                      <a16:creationId xmlns:a16="http://schemas.microsoft.com/office/drawing/2014/main" id="{A057F0D5-7676-438C-8587-7F86F4A2B054}"/>
                    </a:ext>
                  </a:extLst>
                </p:cNvPr>
                <p:cNvGrpSpPr/>
                <p:nvPr/>
              </p:nvGrpSpPr>
              <p:grpSpPr>
                <a:xfrm>
                  <a:off x="8678678" y="6678660"/>
                  <a:ext cx="25373" cy="25386"/>
                  <a:chOff x="8678678" y="6678660"/>
                  <a:chExt cx="25373" cy="25386"/>
                </a:xfrm>
                <a:solidFill>
                  <a:schemeClr val="accent1"/>
                </a:solidFill>
              </p:grpSpPr>
              <p:sp>
                <p:nvSpPr>
                  <p:cNvPr id="1470" name="자유형: 도형 1469">
                    <a:extLst>
                      <a:ext uri="{FF2B5EF4-FFF2-40B4-BE49-F238E27FC236}">
                        <a16:creationId xmlns:a16="http://schemas.microsoft.com/office/drawing/2014/main" id="{1695DC63-8946-46C1-A8AD-9733686DBD26}"/>
                      </a:ext>
                    </a:extLst>
                  </p:cNvPr>
                  <p:cNvSpPr/>
                  <p:nvPr/>
                </p:nvSpPr>
                <p:spPr>
                  <a:xfrm>
                    <a:off x="8678678" y="6678660"/>
                    <a:ext cx="25373" cy="25386"/>
                  </a:xfrm>
                  <a:custGeom>
                    <a:avLst/>
                    <a:gdLst>
                      <a:gd name="connsiteX0" fmla="*/ 0 w 25373"/>
                      <a:gd name="connsiteY0" fmla="*/ 0 h 25385"/>
                      <a:gd name="connsiteX1" fmla="*/ 29166 w 25373"/>
                      <a:gd name="connsiteY1" fmla="*/ 0 h 25385"/>
                      <a:gd name="connsiteX2" fmla="*/ 29166 w 25373"/>
                      <a:gd name="connsiteY2" fmla="*/ 29153 h 25385"/>
                      <a:gd name="connsiteX3" fmla="*/ 0 w 25373"/>
                      <a:gd name="connsiteY3" fmla="*/ 29153 h 253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373" h="25385">
                        <a:moveTo>
                          <a:pt x="0" y="0"/>
                        </a:moveTo>
                        <a:lnTo>
                          <a:pt x="29166" y="0"/>
                        </a:lnTo>
                        <a:lnTo>
                          <a:pt x="29166" y="29153"/>
                        </a:lnTo>
                        <a:lnTo>
                          <a:pt x="0" y="29153"/>
                        </a:lnTo>
                        <a:close/>
                      </a:path>
                    </a:pathLst>
                  </a:custGeom>
                  <a:solidFill>
                    <a:srgbClr val="8D8C8C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71" name="자유형: 도형 1470">
                    <a:extLst>
                      <a:ext uri="{FF2B5EF4-FFF2-40B4-BE49-F238E27FC236}">
                        <a16:creationId xmlns:a16="http://schemas.microsoft.com/office/drawing/2014/main" id="{4104A913-BC5C-4ABB-8627-24FA3AE66D75}"/>
                      </a:ext>
                    </a:extLst>
                  </p:cNvPr>
                  <p:cNvSpPr/>
                  <p:nvPr/>
                </p:nvSpPr>
                <p:spPr>
                  <a:xfrm>
                    <a:off x="8685795" y="6685729"/>
                    <a:ext cx="12687" cy="12693"/>
                  </a:xfrm>
                  <a:custGeom>
                    <a:avLst/>
                    <a:gdLst>
                      <a:gd name="connsiteX0" fmla="*/ 0 w 12686"/>
                      <a:gd name="connsiteY0" fmla="*/ 0 h 12692"/>
                      <a:gd name="connsiteX1" fmla="*/ 15021 w 12686"/>
                      <a:gd name="connsiteY1" fmla="*/ 0 h 12692"/>
                      <a:gd name="connsiteX2" fmla="*/ 15021 w 12686"/>
                      <a:gd name="connsiteY2" fmla="*/ 15002 h 12692"/>
                      <a:gd name="connsiteX3" fmla="*/ 0 w 12686"/>
                      <a:gd name="connsiteY3" fmla="*/ 15002 h 126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86" h="12692">
                        <a:moveTo>
                          <a:pt x="0" y="0"/>
                        </a:moveTo>
                        <a:lnTo>
                          <a:pt x="15021" y="0"/>
                        </a:lnTo>
                        <a:lnTo>
                          <a:pt x="15021" y="15002"/>
                        </a:lnTo>
                        <a:lnTo>
                          <a:pt x="0" y="15002"/>
                        </a:lnTo>
                        <a:close/>
                      </a:path>
                    </a:pathLst>
                  </a:custGeom>
                  <a:solidFill>
                    <a:srgbClr val="8C866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72" name="자유형: 도형 1471">
                    <a:extLst>
                      <a:ext uri="{FF2B5EF4-FFF2-40B4-BE49-F238E27FC236}">
                        <a16:creationId xmlns:a16="http://schemas.microsoft.com/office/drawing/2014/main" id="{D087B381-EA4B-448E-8430-8C64E08D4013}"/>
                      </a:ext>
                    </a:extLst>
                  </p:cNvPr>
                  <p:cNvSpPr/>
                  <p:nvPr/>
                </p:nvSpPr>
                <p:spPr>
                  <a:xfrm>
                    <a:off x="8678678" y="6678660"/>
                    <a:ext cx="12687" cy="25386"/>
                  </a:xfrm>
                  <a:custGeom>
                    <a:avLst/>
                    <a:gdLst>
                      <a:gd name="connsiteX0" fmla="*/ 0 w 0"/>
                      <a:gd name="connsiteY0" fmla="*/ 29153 h 25385"/>
                      <a:gd name="connsiteX1" fmla="*/ 7117 w 0"/>
                      <a:gd name="connsiteY1" fmla="*/ 22058 h 25385"/>
                      <a:gd name="connsiteX2" fmla="*/ 7117 w 0"/>
                      <a:gd name="connsiteY2" fmla="*/ 6371 h 25385"/>
                      <a:gd name="connsiteX3" fmla="*/ 0 w 0"/>
                      <a:gd name="connsiteY3" fmla="*/ 0 h 253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h="25385">
                        <a:moveTo>
                          <a:pt x="0" y="29153"/>
                        </a:moveTo>
                        <a:lnTo>
                          <a:pt x="7117" y="22058"/>
                        </a:lnTo>
                        <a:lnTo>
                          <a:pt x="7117" y="637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B8AF82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73" name="자유형: 도형 1472">
                    <a:extLst>
                      <a:ext uri="{FF2B5EF4-FFF2-40B4-BE49-F238E27FC236}">
                        <a16:creationId xmlns:a16="http://schemas.microsoft.com/office/drawing/2014/main" id="{F828D6FA-6DDD-486B-9C62-8D0AC66E3B03}"/>
                      </a:ext>
                    </a:extLst>
                  </p:cNvPr>
                  <p:cNvSpPr/>
                  <p:nvPr/>
                </p:nvSpPr>
                <p:spPr>
                  <a:xfrm>
                    <a:off x="8678678" y="6678660"/>
                    <a:ext cx="25373" cy="12693"/>
                  </a:xfrm>
                  <a:custGeom>
                    <a:avLst/>
                    <a:gdLst>
                      <a:gd name="connsiteX0" fmla="*/ 22112 w 25373"/>
                      <a:gd name="connsiteY0" fmla="*/ 7095 h 0"/>
                      <a:gd name="connsiteX1" fmla="*/ 7219 w 25373"/>
                      <a:gd name="connsiteY1" fmla="*/ 7095 h 0"/>
                      <a:gd name="connsiteX2" fmla="*/ 0 w 25373"/>
                      <a:gd name="connsiteY2" fmla="*/ 0 h 0"/>
                      <a:gd name="connsiteX3" fmla="*/ 29166 w 25373"/>
                      <a:gd name="connsiteY3" fmla="*/ 0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373">
                        <a:moveTo>
                          <a:pt x="22112" y="7095"/>
                        </a:moveTo>
                        <a:lnTo>
                          <a:pt x="7219" y="7095"/>
                        </a:lnTo>
                        <a:lnTo>
                          <a:pt x="0" y="0"/>
                        </a:lnTo>
                        <a:lnTo>
                          <a:pt x="29166" y="0"/>
                        </a:lnTo>
                        <a:close/>
                      </a:path>
                    </a:pathLst>
                  </a:custGeom>
                  <a:solidFill>
                    <a:srgbClr val="80795B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74" name="자유형: 도형 1473">
                    <a:extLst>
                      <a:ext uri="{FF2B5EF4-FFF2-40B4-BE49-F238E27FC236}">
                        <a16:creationId xmlns:a16="http://schemas.microsoft.com/office/drawing/2014/main" id="{40BDB604-3C3E-4568-895C-9D7F98470BFF}"/>
                      </a:ext>
                    </a:extLst>
                  </p:cNvPr>
                  <p:cNvSpPr/>
                  <p:nvPr/>
                </p:nvSpPr>
                <p:spPr>
                  <a:xfrm>
                    <a:off x="8700790" y="6678660"/>
                    <a:ext cx="12687" cy="25386"/>
                  </a:xfrm>
                  <a:custGeom>
                    <a:avLst/>
                    <a:gdLst>
                      <a:gd name="connsiteX0" fmla="*/ 0 w 0"/>
                      <a:gd name="connsiteY0" fmla="*/ 22058 h 25385"/>
                      <a:gd name="connsiteX1" fmla="*/ 0 w 0"/>
                      <a:gd name="connsiteY1" fmla="*/ 7095 h 25385"/>
                      <a:gd name="connsiteX2" fmla="*/ 7054 w 0"/>
                      <a:gd name="connsiteY2" fmla="*/ 0 h 25385"/>
                      <a:gd name="connsiteX3" fmla="*/ 7054 w 0"/>
                      <a:gd name="connsiteY3" fmla="*/ 29153 h 253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h="25385">
                        <a:moveTo>
                          <a:pt x="0" y="22058"/>
                        </a:moveTo>
                        <a:lnTo>
                          <a:pt x="0" y="7095"/>
                        </a:lnTo>
                        <a:lnTo>
                          <a:pt x="7054" y="0"/>
                        </a:lnTo>
                        <a:lnTo>
                          <a:pt x="7054" y="29153"/>
                        </a:lnTo>
                        <a:close/>
                      </a:path>
                    </a:pathLst>
                  </a:custGeom>
                  <a:solidFill>
                    <a:srgbClr val="5E5B4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75" name="자유형: 도형 1474">
                    <a:extLst>
                      <a:ext uri="{FF2B5EF4-FFF2-40B4-BE49-F238E27FC236}">
                        <a16:creationId xmlns:a16="http://schemas.microsoft.com/office/drawing/2014/main" id="{611D4A83-A61F-47EB-A573-27F3A69C2F07}"/>
                      </a:ext>
                    </a:extLst>
                  </p:cNvPr>
                  <p:cNvSpPr/>
                  <p:nvPr/>
                </p:nvSpPr>
                <p:spPr>
                  <a:xfrm>
                    <a:off x="8678678" y="6700718"/>
                    <a:ext cx="25373" cy="12693"/>
                  </a:xfrm>
                  <a:custGeom>
                    <a:avLst/>
                    <a:gdLst>
                      <a:gd name="connsiteX0" fmla="*/ 0 w 25373"/>
                      <a:gd name="connsiteY0" fmla="*/ 7095 h 0"/>
                      <a:gd name="connsiteX1" fmla="*/ 7193 w 25373"/>
                      <a:gd name="connsiteY1" fmla="*/ 0 h 0"/>
                      <a:gd name="connsiteX2" fmla="*/ 22112 w 25373"/>
                      <a:gd name="connsiteY2" fmla="*/ 0 h 0"/>
                      <a:gd name="connsiteX3" fmla="*/ 29166 w 25373"/>
                      <a:gd name="connsiteY3" fmla="*/ 7095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373">
                        <a:moveTo>
                          <a:pt x="0" y="7095"/>
                        </a:moveTo>
                        <a:lnTo>
                          <a:pt x="7193" y="0"/>
                        </a:lnTo>
                        <a:lnTo>
                          <a:pt x="22112" y="0"/>
                        </a:lnTo>
                        <a:lnTo>
                          <a:pt x="29166" y="7095"/>
                        </a:lnTo>
                        <a:close/>
                      </a:path>
                    </a:pathLst>
                  </a:custGeom>
                  <a:solidFill>
                    <a:srgbClr val="9A916C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</p:grpSp>
            <p:grpSp>
              <p:nvGrpSpPr>
                <p:cNvPr id="1476" name="그래픽 629">
                  <a:extLst>
                    <a:ext uri="{FF2B5EF4-FFF2-40B4-BE49-F238E27FC236}">
                      <a16:creationId xmlns:a16="http://schemas.microsoft.com/office/drawing/2014/main" id="{A057F0D5-7676-438C-8587-7F86F4A2B054}"/>
                    </a:ext>
                  </a:extLst>
                </p:cNvPr>
                <p:cNvGrpSpPr/>
                <p:nvPr/>
              </p:nvGrpSpPr>
              <p:grpSpPr>
                <a:xfrm>
                  <a:off x="8678678" y="6221715"/>
                  <a:ext cx="25373" cy="25386"/>
                  <a:chOff x="8678678" y="6221715"/>
                  <a:chExt cx="25373" cy="25386"/>
                </a:xfrm>
                <a:solidFill>
                  <a:schemeClr val="accent1"/>
                </a:solidFill>
              </p:grpSpPr>
              <p:sp>
                <p:nvSpPr>
                  <p:cNvPr id="1477" name="자유형: 도형 1476">
                    <a:extLst>
                      <a:ext uri="{FF2B5EF4-FFF2-40B4-BE49-F238E27FC236}">
                        <a16:creationId xmlns:a16="http://schemas.microsoft.com/office/drawing/2014/main" id="{386EBF87-4C16-40AC-9D62-9D35DEBC8063}"/>
                      </a:ext>
                    </a:extLst>
                  </p:cNvPr>
                  <p:cNvSpPr/>
                  <p:nvPr/>
                </p:nvSpPr>
                <p:spPr>
                  <a:xfrm>
                    <a:off x="8678678" y="6221715"/>
                    <a:ext cx="25373" cy="25386"/>
                  </a:xfrm>
                  <a:custGeom>
                    <a:avLst/>
                    <a:gdLst>
                      <a:gd name="connsiteX0" fmla="*/ 0 w 25373"/>
                      <a:gd name="connsiteY0" fmla="*/ 0 h 25385"/>
                      <a:gd name="connsiteX1" fmla="*/ 29166 w 25373"/>
                      <a:gd name="connsiteY1" fmla="*/ 0 h 25385"/>
                      <a:gd name="connsiteX2" fmla="*/ 29166 w 25373"/>
                      <a:gd name="connsiteY2" fmla="*/ 29153 h 25385"/>
                      <a:gd name="connsiteX3" fmla="*/ 0 w 25373"/>
                      <a:gd name="connsiteY3" fmla="*/ 29153 h 253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373" h="25385">
                        <a:moveTo>
                          <a:pt x="0" y="0"/>
                        </a:moveTo>
                        <a:lnTo>
                          <a:pt x="29166" y="0"/>
                        </a:lnTo>
                        <a:lnTo>
                          <a:pt x="29166" y="29153"/>
                        </a:lnTo>
                        <a:lnTo>
                          <a:pt x="0" y="29153"/>
                        </a:lnTo>
                        <a:close/>
                      </a:path>
                    </a:pathLst>
                  </a:custGeom>
                  <a:solidFill>
                    <a:srgbClr val="8D8C8C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78" name="자유형: 도형 1477">
                    <a:extLst>
                      <a:ext uri="{FF2B5EF4-FFF2-40B4-BE49-F238E27FC236}">
                        <a16:creationId xmlns:a16="http://schemas.microsoft.com/office/drawing/2014/main" id="{D0D4753F-53FE-4AFC-92B5-CBB8F2900504}"/>
                      </a:ext>
                    </a:extLst>
                  </p:cNvPr>
                  <p:cNvSpPr/>
                  <p:nvPr/>
                </p:nvSpPr>
                <p:spPr>
                  <a:xfrm>
                    <a:off x="8685795" y="6228784"/>
                    <a:ext cx="12687" cy="12693"/>
                  </a:xfrm>
                  <a:custGeom>
                    <a:avLst/>
                    <a:gdLst>
                      <a:gd name="connsiteX0" fmla="*/ 0 w 12686"/>
                      <a:gd name="connsiteY0" fmla="*/ 0 h 12692"/>
                      <a:gd name="connsiteX1" fmla="*/ 15021 w 12686"/>
                      <a:gd name="connsiteY1" fmla="*/ 0 h 12692"/>
                      <a:gd name="connsiteX2" fmla="*/ 15021 w 12686"/>
                      <a:gd name="connsiteY2" fmla="*/ 15002 h 12692"/>
                      <a:gd name="connsiteX3" fmla="*/ 0 w 12686"/>
                      <a:gd name="connsiteY3" fmla="*/ 15002 h 126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86" h="12692">
                        <a:moveTo>
                          <a:pt x="0" y="0"/>
                        </a:moveTo>
                        <a:lnTo>
                          <a:pt x="15021" y="0"/>
                        </a:lnTo>
                        <a:lnTo>
                          <a:pt x="15021" y="15002"/>
                        </a:lnTo>
                        <a:lnTo>
                          <a:pt x="0" y="15002"/>
                        </a:lnTo>
                        <a:close/>
                      </a:path>
                    </a:pathLst>
                  </a:custGeom>
                  <a:solidFill>
                    <a:srgbClr val="8C866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79" name="자유형: 도형 1478">
                    <a:extLst>
                      <a:ext uri="{FF2B5EF4-FFF2-40B4-BE49-F238E27FC236}">
                        <a16:creationId xmlns:a16="http://schemas.microsoft.com/office/drawing/2014/main" id="{F7DFD5A9-A42C-4E79-AAAA-97CB4E422BFD}"/>
                      </a:ext>
                    </a:extLst>
                  </p:cNvPr>
                  <p:cNvSpPr/>
                  <p:nvPr/>
                </p:nvSpPr>
                <p:spPr>
                  <a:xfrm>
                    <a:off x="8678678" y="6221715"/>
                    <a:ext cx="12687" cy="25386"/>
                  </a:xfrm>
                  <a:custGeom>
                    <a:avLst/>
                    <a:gdLst>
                      <a:gd name="connsiteX0" fmla="*/ 0 w 0"/>
                      <a:gd name="connsiteY0" fmla="*/ 29153 h 25385"/>
                      <a:gd name="connsiteX1" fmla="*/ 7117 w 0"/>
                      <a:gd name="connsiteY1" fmla="*/ 22058 h 25385"/>
                      <a:gd name="connsiteX2" fmla="*/ 7117 w 0"/>
                      <a:gd name="connsiteY2" fmla="*/ 6371 h 25385"/>
                      <a:gd name="connsiteX3" fmla="*/ 0 w 0"/>
                      <a:gd name="connsiteY3" fmla="*/ 0 h 253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h="25385">
                        <a:moveTo>
                          <a:pt x="0" y="29153"/>
                        </a:moveTo>
                        <a:lnTo>
                          <a:pt x="7117" y="22058"/>
                        </a:lnTo>
                        <a:lnTo>
                          <a:pt x="7117" y="637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B8AF82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80" name="자유형: 도형 1479">
                    <a:extLst>
                      <a:ext uri="{FF2B5EF4-FFF2-40B4-BE49-F238E27FC236}">
                        <a16:creationId xmlns:a16="http://schemas.microsoft.com/office/drawing/2014/main" id="{446765D6-31F7-41E4-BE34-F0B8645F6DCD}"/>
                      </a:ext>
                    </a:extLst>
                  </p:cNvPr>
                  <p:cNvSpPr/>
                  <p:nvPr/>
                </p:nvSpPr>
                <p:spPr>
                  <a:xfrm>
                    <a:off x="8678678" y="6221715"/>
                    <a:ext cx="25373" cy="12693"/>
                  </a:xfrm>
                  <a:custGeom>
                    <a:avLst/>
                    <a:gdLst>
                      <a:gd name="connsiteX0" fmla="*/ 22112 w 25373"/>
                      <a:gd name="connsiteY0" fmla="*/ 7095 h 0"/>
                      <a:gd name="connsiteX1" fmla="*/ 7219 w 25373"/>
                      <a:gd name="connsiteY1" fmla="*/ 7095 h 0"/>
                      <a:gd name="connsiteX2" fmla="*/ 0 w 25373"/>
                      <a:gd name="connsiteY2" fmla="*/ 0 h 0"/>
                      <a:gd name="connsiteX3" fmla="*/ 29166 w 25373"/>
                      <a:gd name="connsiteY3" fmla="*/ 0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373">
                        <a:moveTo>
                          <a:pt x="22112" y="7095"/>
                        </a:moveTo>
                        <a:lnTo>
                          <a:pt x="7219" y="7095"/>
                        </a:lnTo>
                        <a:lnTo>
                          <a:pt x="0" y="0"/>
                        </a:lnTo>
                        <a:lnTo>
                          <a:pt x="29166" y="0"/>
                        </a:lnTo>
                        <a:close/>
                      </a:path>
                    </a:pathLst>
                  </a:custGeom>
                  <a:solidFill>
                    <a:srgbClr val="80795B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81" name="자유형: 도형 1480">
                    <a:extLst>
                      <a:ext uri="{FF2B5EF4-FFF2-40B4-BE49-F238E27FC236}">
                        <a16:creationId xmlns:a16="http://schemas.microsoft.com/office/drawing/2014/main" id="{12EA26AD-FB60-450D-994C-81935E3EC31E}"/>
                      </a:ext>
                    </a:extLst>
                  </p:cNvPr>
                  <p:cNvSpPr/>
                  <p:nvPr/>
                </p:nvSpPr>
                <p:spPr>
                  <a:xfrm>
                    <a:off x="8700790" y="6221715"/>
                    <a:ext cx="12687" cy="25386"/>
                  </a:xfrm>
                  <a:custGeom>
                    <a:avLst/>
                    <a:gdLst>
                      <a:gd name="connsiteX0" fmla="*/ 0 w 0"/>
                      <a:gd name="connsiteY0" fmla="*/ 22058 h 25385"/>
                      <a:gd name="connsiteX1" fmla="*/ 0 w 0"/>
                      <a:gd name="connsiteY1" fmla="*/ 7095 h 25385"/>
                      <a:gd name="connsiteX2" fmla="*/ 7054 w 0"/>
                      <a:gd name="connsiteY2" fmla="*/ 0 h 25385"/>
                      <a:gd name="connsiteX3" fmla="*/ 7054 w 0"/>
                      <a:gd name="connsiteY3" fmla="*/ 29153 h 253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h="25385">
                        <a:moveTo>
                          <a:pt x="0" y="22058"/>
                        </a:moveTo>
                        <a:lnTo>
                          <a:pt x="0" y="7095"/>
                        </a:lnTo>
                        <a:lnTo>
                          <a:pt x="7054" y="0"/>
                        </a:lnTo>
                        <a:lnTo>
                          <a:pt x="7054" y="29153"/>
                        </a:lnTo>
                        <a:close/>
                      </a:path>
                    </a:pathLst>
                  </a:custGeom>
                  <a:solidFill>
                    <a:srgbClr val="5E5B4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82" name="자유형: 도형 1481">
                    <a:extLst>
                      <a:ext uri="{FF2B5EF4-FFF2-40B4-BE49-F238E27FC236}">
                        <a16:creationId xmlns:a16="http://schemas.microsoft.com/office/drawing/2014/main" id="{BD813FFA-13C9-4313-9198-61361548EDBF}"/>
                      </a:ext>
                    </a:extLst>
                  </p:cNvPr>
                  <p:cNvSpPr/>
                  <p:nvPr/>
                </p:nvSpPr>
                <p:spPr>
                  <a:xfrm>
                    <a:off x="8678678" y="6243773"/>
                    <a:ext cx="25373" cy="12693"/>
                  </a:xfrm>
                  <a:custGeom>
                    <a:avLst/>
                    <a:gdLst>
                      <a:gd name="connsiteX0" fmla="*/ 0 w 25373"/>
                      <a:gd name="connsiteY0" fmla="*/ 7095 h 0"/>
                      <a:gd name="connsiteX1" fmla="*/ 7193 w 25373"/>
                      <a:gd name="connsiteY1" fmla="*/ 0 h 0"/>
                      <a:gd name="connsiteX2" fmla="*/ 22112 w 25373"/>
                      <a:gd name="connsiteY2" fmla="*/ 0 h 0"/>
                      <a:gd name="connsiteX3" fmla="*/ 29166 w 25373"/>
                      <a:gd name="connsiteY3" fmla="*/ 7095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373">
                        <a:moveTo>
                          <a:pt x="0" y="7095"/>
                        </a:moveTo>
                        <a:lnTo>
                          <a:pt x="7193" y="0"/>
                        </a:lnTo>
                        <a:lnTo>
                          <a:pt x="22112" y="0"/>
                        </a:lnTo>
                        <a:lnTo>
                          <a:pt x="29166" y="7095"/>
                        </a:lnTo>
                        <a:close/>
                      </a:path>
                    </a:pathLst>
                  </a:custGeom>
                  <a:solidFill>
                    <a:srgbClr val="9A916C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</p:grpSp>
            <p:grpSp>
              <p:nvGrpSpPr>
                <p:cNvPr id="1483" name="그래픽 629">
                  <a:extLst>
                    <a:ext uri="{FF2B5EF4-FFF2-40B4-BE49-F238E27FC236}">
                      <a16:creationId xmlns:a16="http://schemas.microsoft.com/office/drawing/2014/main" id="{A057F0D5-7676-438C-8587-7F86F4A2B054}"/>
                    </a:ext>
                  </a:extLst>
                </p:cNvPr>
                <p:cNvGrpSpPr/>
                <p:nvPr/>
              </p:nvGrpSpPr>
              <p:grpSpPr>
                <a:xfrm>
                  <a:off x="8770021" y="6678660"/>
                  <a:ext cx="25373" cy="25386"/>
                  <a:chOff x="8770021" y="6678660"/>
                  <a:chExt cx="25373" cy="25386"/>
                </a:xfrm>
                <a:solidFill>
                  <a:schemeClr val="accent1"/>
                </a:solidFill>
              </p:grpSpPr>
              <p:sp>
                <p:nvSpPr>
                  <p:cNvPr id="1484" name="자유형: 도형 1483">
                    <a:extLst>
                      <a:ext uri="{FF2B5EF4-FFF2-40B4-BE49-F238E27FC236}">
                        <a16:creationId xmlns:a16="http://schemas.microsoft.com/office/drawing/2014/main" id="{92291E17-8B1D-4AE4-9C25-173088243C4E}"/>
                      </a:ext>
                    </a:extLst>
                  </p:cNvPr>
                  <p:cNvSpPr/>
                  <p:nvPr/>
                </p:nvSpPr>
                <p:spPr>
                  <a:xfrm>
                    <a:off x="8770021" y="6678660"/>
                    <a:ext cx="25373" cy="25386"/>
                  </a:xfrm>
                  <a:custGeom>
                    <a:avLst/>
                    <a:gdLst>
                      <a:gd name="connsiteX0" fmla="*/ 0 w 25373"/>
                      <a:gd name="connsiteY0" fmla="*/ 0 h 25385"/>
                      <a:gd name="connsiteX1" fmla="*/ 29166 w 25373"/>
                      <a:gd name="connsiteY1" fmla="*/ 0 h 25385"/>
                      <a:gd name="connsiteX2" fmla="*/ 29166 w 25373"/>
                      <a:gd name="connsiteY2" fmla="*/ 29153 h 25385"/>
                      <a:gd name="connsiteX3" fmla="*/ 0 w 25373"/>
                      <a:gd name="connsiteY3" fmla="*/ 29153 h 253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373" h="25385">
                        <a:moveTo>
                          <a:pt x="0" y="0"/>
                        </a:moveTo>
                        <a:lnTo>
                          <a:pt x="29166" y="0"/>
                        </a:lnTo>
                        <a:lnTo>
                          <a:pt x="29166" y="29153"/>
                        </a:lnTo>
                        <a:lnTo>
                          <a:pt x="0" y="29153"/>
                        </a:lnTo>
                        <a:close/>
                      </a:path>
                    </a:pathLst>
                  </a:custGeom>
                  <a:solidFill>
                    <a:srgbClr val="8D8C8C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85" name="자유형: 도형 1484">
                    <a:extLst>
                      <a:ext uri="{FF2B5EF4-FFF2-40B4-BE49-F238E27FC236}">
                        <a16:creationId xmlns:a16="http://schemas.microsoft.com/office/drawing/2014/main" id="{CA12D412-A435-4CD9-9F41-1E37199055D7}"/>
                      </a:ext>
                    </a:extLst>
                  </p:cNvPr>
                  <p:cNvSpPr/>
                  <p:nvPr/>
                </p:nvSpPr>
                <p:spPr>
                  <a:xfrm>
                    <a:off x="8777138" y="6685729"/>
                    <a:ext cx="12687" cy="12693"/>
                  </a:xfrm>
                  <a:custGeom>
                    <a:avLst/>
                    <a:gdLst>
                      <a:gd name="connsiteX0" fmla="*/ 0 w 12686"/>
                      <a:gd name="connsiteY0" fmla="*/ 0 h 12692"/>
                      <a:gd name="connsiteX1" fmla="*/ 15021 w 12686"/>
                      <a:gd name="connsiteY1" fmla="*/ 0 h 12692"/>
                      <a:gd name="connsiteX2" fmla="*/ 15021 w 12686"/>
                      <a:gd name="connsiteY2" fmla="*/ 15002 h 12692"/>
                      <a:gd name="connsiteX3" fmla="*/ 0 w 12686"/>
                      <a:gd name="connsiteY3" fmla="*/ 15002 h 126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86" h="12692">
                        <a:moveTo>
                          <a:pt x="0" y="0"/>
                        </a:moveTo>
                        <a:lnTo>
                          <a:pt x="15021" y="0"/>
                        </a:lnTo>
                        <a:lnTo>
                          <a:pt x="15021" y="15002"/>
                        </a:lnTo>
                        <a:lnTo>
                          <a:pt x="0" y="15002"/>
                        </a:lnTo>
                        <a:close/>
                      </a:path>
                    </a:pathLst>
                  </a:custGeom>
                  <a:solidFill>
                    <a:srgbClr val="8C866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86" name="자유형: 도형 1485">
                    <a:extLst>
                      <a:ext uri="{FF2B5EF4-FFF2-40B4-BE49-F238E27FC236}">
                        <a16:creationId xmlns:a16="http://schemas.microsoft.com/office/drawing/2014/main" id="{B2B12063-7F3C-4A10-B341-FE91F708E1F4}"/>
                      </a:ext>
                    </a:extLst>
                  </p:cNvPr>
                  <p:cNvSpPr/>
                  <p:nvPr/>
                </p:nvSpPr>
                <p:spPr>
                  <a:xfrm>
                    <a:off x="8770021" y="6678660"/>
                    <a:ext cx="12687" cy="25386"/>
                  </a:xfrm>
                  <a:custGeom>
                    <a:avLst/>
                    <a:gdLst>
                      <a:gd name="connsiteX0" fmla="*/ 0 w 0"/>
                      <a:gd name="connsiteY0" fmla="*/ 29153 h 25385"/>
                      <a:gd name="connsiteX1" fmla="*/ 7117 w 0"/>
                      <a:gd name="connsiteY1" fmla="*/ 22058 h 25385"/>
                      <a:gd name="connsiteX2" fmla="*/ 7117 w 0"/>
                      <a:gd name="connsiteY2" fmla="*/ 6371 h 25385"/>
                      <a:gd name="connsiteX3" fmla="*/ 0 w 0"/>
                      <a:gd name="connsiteY3" fmla="*/ 0 h 253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h="25385">
                        <a:moveTo>
                          <a:pt x="0" y="29153"/>
                        </a:moveTo>
                        <a:lnTo>
                          <a:pt x="7117" y="22058"/>
                        </a:lnTo>
                        <a:lnTo>
                          <a:pt x="7117" y="637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B8AF82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87" name="자유형: 도형 1486">
                    <a:extLst>
                      <a:ext uri="{FF2B5EF4-FFF2-40B4-BE49-F238E27FC236}">
                        <a16:creationId xmlns:a16="http://schemas.microsoft.com/office/drawing/2014/main" id="{CFD8DFA6-3506-4087-9B19-0309E9E58823}"/>
                      </a:ext>
                    </a:extLst>
                  </p:cNvPr>
                  <p:cNvSpPr/>
                  <p:nvPr/>
                </p:nvSpPr>
                <p:spPr>
                  <a:xfrm>
                    <a:off x="8770021" y="6678660"/>
                    <a:ext cx="25373" cy="12693"/>
                  </a:xfrm>
                  <a:custGeom>
                    <a:avLst/>
                    <a:gdLst>
                      <a:gd name="connsiteX0" fmla="*/ 22112 w 25373"/>
                      <a:gd name="connsiteY0" fmla="*/ 7095 h 0"/>
                      <a:gd name="connsiteX1" fmla="*/ 7219 w 25373"/>
                      <a:gd name="connsiteY1" fmla="*/ 7095 h 0"/>
                      <a:gd name="connsiteX2" fmla="*/ 0 w 25373"/>
                      <a:gd name="connsiteY2" fmla="*/ 0 h 0"/>
                      <a:gd name="connsiteX3" fmla="*/ 29166 w 25373"/>
                      <a:gd name="connsiteY3" fmla="*/ 0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373">
                        <a:moveTo>
                          <a:pt x="22112" y="7095"/>
                        </a:moveTo>
                        <a:lnTo>
                          <a:pt x="7219" y="7095"/>
                        </a:lnTo>
                        <a:lnTo>
                          <a:pt x="0" y="0"/>
                        </a:lnTo>
                        <a:lnTo>
                          <a:pt x="29166" y="0"/>
                        </a:lnTo>
                        <a:close/>
                      </a:path>
                    </a:pathLst>
                  </a:custGeom>
                  <a:solidFill>
                    <a:srgbClr val="80795B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88" name="자유형: 도형 1487">
                    <a:extLst>
                      <a:ext uri="{FF2B5EF4-FFF2-40B4-BE49-F238E27FC236}">
                        <a16:creationId xmlns:a16="http://schemas.microsoft.com/office/drawing/2014/main" id="{4D508F09-C7D7-4604-AC7C-B2EA322DF032}"/>
                      </a:ext>
                    </a:extLst>
                  </p:cNvPr>
                  <p:cNvSpPr/>
                  <p:nvPr/>
                </p:nvSpPr>
                <p:spPr>
                  <a:xfrm>
                    <a:off x="8792133" y="6678660"/>
                    <a:ext cx="12687" cy="25386"/>
                  </a:xfrm>
                  <a:custGeom>
                    <a:avLst/>
                    <a:gdLst>
                      <a:gd name="connsiteX0" fmla="*/ 0 w 0"/>
                      <a:gd name="connsiteY0" fmla="*/ 22058 h 25385"/>
                      <a:gd name="connsiteX1" fmla="*/ 0 w 0"/>
                      <a:gd name="connsiteY1" fmla="*/ 7095 h 25385"/>
                      <a:gd name="connsiteX2" fmla="*/ 7054 w 0"/>
                      <a:gd name="connsiteY2" fmla="*/ 0 h 25385"/>
                      <a:gd name="connsiteX3" fmla="*/ 7054 w 0"/>
                      <a:gd name="connsiteY3" fmla="*/ 29153 h 253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h="25385">
                        <a:moveTo>
                          <a:pt x="0" y="22058"/>
                        </a:moveTo>
                        <a:lnTo>
                          <a:pt x="0" y="7095"/>
                        </a:lnTo>
                        <a:lnTo>
                          <a:pt x="7054" y="0"/>
                        </a:lnTo>
                        <a:lnTo>
                          <a:pt x="7054" y="29153"/>
                        </a:lnTo>
                        <a:close/>
                      </a:path>
                    </a:pathLst>
                  </a:custGeom>
                  <a:solidFill>
                    <a:srgbClr val="5E5B4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89" name="자유형: 도형 1488">
                    <a:extLst>
                      <a:ext uri="{FF2B5EF4-FFF2-40B4-BE49-F238E27FC236}">
                        <a16:creationId xmlns:a16="http://schemas.microsoft.com/office/drawing/2014/main" id="{719C6EF2-8F47-4925-8F8A-EAB15E6A8B80}"/>
                      </a:ext>
                    </a:extLst>
                  </p:cNvPr>
                  <p:cNvSpPr/>
                  <p:nvPr/>
                </p:nvSpPr>
                <p:spPr>
                  <a:xfrm>
                    <a:off x="8770021" y="6700718"/>
                    <a:ext cx="25373" cy="12693"/>
                  </a:xfrm>
                  <a:custGeom>
                    <a:avLst/>
                    <a:gdLst>
                      <a:gd name="connsiteX0" fmla="*/ 0 w 25373"/>
                      <a:gd name="connsiteY0" fmla="*/ 7095 h 0"/>
                      <a:gd name="connsiteX1" fmla="*/ 7193 w 25373"/>
                      <a:gd name="connsiteY1" fmla="*/ 0 h 0"/>
                      <a:gd name="connsiteX2" fmla="*/ 22112 w 25373"/>
                      <a:gd name="connsiteY2" fmla="*/ 0 h 0"/>
                      <a:gd name="connsiteX3" fmla="*/ 29166 w 25373"/>
                      <a:gd name="connsiteY3" fmla="*/ 7095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373">
                        <a:moveTo>
                          <a:pt x="0" y="7095"/>
                        </a:moveTo>
                        <a:lnTo>
                          <a:pt x="7193" y="0"/>
                        </a:lnTo>
                        <a:lnTo>
                          <a:pt x="22112" y="0"/>
                        </a:lnTo>
                        <a:lnTo>
                          <a:pt x="29166" y="7095"/>
                        </a:lnTo>
                        <a:close/>
                      </a:path>
                    </a:pathLst>
                  </a:custGeom>
                  <a:solidFill>
                    <a:srgbClr val="9A916C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</p:grpSp>
            <p:grpSp>
              <p:nvGrpSpPr>
                <p:cNvPr id="1490" name="그래픽 629">
                  <a:extLst>
                    <a:ext uri="{FF2B5EF4-FFF2-40B4-BE49-F238E27FC236}">
                      <a16:creationId xmlns:a16="http://schemas.microsoft.com/office/drawing/2014/main" id="{A057F0D5-7676-438C-8587-7F86F4A2B054}"/>
                    </a:ext>
                  </a:extLst>
                </p:cNvPr>
                <p:cNvGrpSpPr/>
                <p:nvPr/>
              </p:nvGrpSpPr>
              <p:grpSpPr>
                <a:xfrm>
                  <a:off x="8770021" y="6221715"/>
                  <a:ext cx="25373" cy="25386"/>
                  <a:chOff x="8770021" y="6221715"/>
                  <a:chExt cx="25373" cy="25386"/>
                </a:xfrm>
                <a:solidFill>
                  <a:schemeClr val="accent1"/>
                </a:solidFill>
              </p:grpSpPr>
              <p:sp>
                <p:nvSpPr>
                  <p:cNvPr id="1491" name="자유형: 도형 1490">
                    <a:extLst>
                      <a:ext uri="{FF2B5EF4-FFF2-40B4-BE49-F238E27FC236}">
                        <a16:creationId xmlns:a16="http://schemas.microsoft.com/office/drawing/2014/main" id="{23D5846A-ED0A-48B1-9D1A-5F8B9830170A}"/>
                      </a:ext>
                    </a:extLst>
                  </p:cNvPr>
                  <p:cNvSpPr/>
                  <p:nvPr/>
                </p:nvSpPr>
                <p:spPr>
                  <a:xfrm>
                    <a:off x="8770021" y="6221715"/>
                    <a:ext cx="25373" cy="25386"/>
                  </a:xfrm>
                  <a:custGeom>
                    <a:avLst/>
                    <a:gdLst>
                      <a:gd name="connsiteX0" fmla="*/ 0 w 25373"/>
                      <a:gd name="connsiteY0" fmla="*/ 0 h 25385"/>
                      <a:gd name="connsiteX1" fmla="*/ 29166 w 25373"/>
                      <a:gd name="connsiteY1" fmla="*/ 0 h 25385"/>
                      <a:gd name="connsiteX2" fmla="*/ 29166 w 25373"/>
                      <a:gd name="connsiteY2" fmla="*/ 29153 h 25385"/>
                      <a:gd name="connsiteX3" fmla="*/ 0 w 25373"/>
                      <a:gd name="connsiteY3" fmla="*/ 29153 h 253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373" h="25385">
                        <a:moveTo>
                          <a:pt x="0" y="0"/>
                        </a:moveTo>
                        <a:lnTo>
                          <a:pt x="29166" y="0"/>
                        </a:lnTo>
                        <a:lnTo>
                          <a:pt x="29166" y="29153"/>
                        </a:lnTo>
                        <a:lnTo>
                          <a:pt x="0" y="29153"/>
                        </a:lnTo>
                        <a:close/>
                      </a:path>
                    </a:pathLst>
                  </a:custGeom>
                  <a:solidFill>
                    <a:srgbClr val="8D8C8C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92" name="자유형: 도형 1491">
                    <a:extLst>
                      <a:ext uri="{FF2B5EF4-FFF2-40B4-BE49-F238E27FC236}">
                        <a16:creationId xmlns:a16="http://schemas.microsoft.com/office/drawing/2014/main" id="{FEF4EE1A-A16E-4B71-8008-3758C972EFCA}"/>
                      </a:ext>
                    </a:extLst>
                  </p:cNvPr>
                  <p:cNvSpPr/>
                  <p:nvPr/>
                </p:nvSpPr>
                <p:spPr>
                  <a:xfrm>
                    <a:off x="8777138" y="6228784"/>
                    <a:ext cx="12687" cy="12693"/>
                  </a:xfrm>
                  <a:custGeom>
                    <a:avLst/>
                    <a:gdLst>
                      <a:gd name="connsiteX0" fmla="*/ 0 w 12686"/>
                      <a:gd name="connsiteY0" fmla="*/ 0 h 12692"/>
                      <a:gd name="connsiteX1" fmla="*/ 15021 w 12686"/>
                      <a:gd name="connsiteY1" fmla="*/ 0 h 12692"/>
                      <a:gd name="connsiteX2" fmla="*/ 15021 w 12686"/>
                      <a:gd name="connsiteY2" fmla="*/ 15002 h 12692"/>
                      <a:gd name="connsiteX3" fmla="*/ 0 w 12686"/>
                      <a:gd name="connsiteY3" fmla="*/ 15002 h 126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86" h="12692">
                        <a:moveTo>
                          <a:pt x="0" y="0"/>
                        </a:moveTo>
                        <a:lnTo>
                          <a:pt x="15021" y="0"/>
                        </a:lnTo>
                        <a:lnTo>
                          <a:pt x="15021" y="15002"/>
                        </a:lnTo>
                        <a:lnTo>
                          <a:pt x="0" y="15002"/>
                        </a:lnTo>
                        <a:close/>
                      </a:path>
                    </a:pathLst>
                  </a:custGeom>
                  <a:solidFill>
                    <a:srgbClr val="8C866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93" name="자유형: 도형 1492">
                    <a:extLst>
                      <a:ext uri="{FF2B5EF4-FFF2-40B4-BE49-F238E27FC236}">
                        <a16:creationId xmlns:a16="http://schemas.microsoft.com/office/drawing/2014/main" id="{BB640C9A-507D-4FA4-A597-DDC979629B15}"/>
                      </a:ext>
                    </a:extLst>
                  </p:cNvPr>
                  <p:cNvSpPr/>
                  <p:nvPr/>
                </p:nvSpPr>
                <p:spPr>
                  <a:xfrm>
                    <a:off x="8770021" y="6221715"/>
                    <a:ext cx="12687" cy="25386"/>
                  </a:xfrm>
                  <a:custGeom>
                    <a:avLst/>
                    <a:gdLst>
                      <a:gd name="connsiteX0" fmla="*/ 0 w 0"/>
                      <a:gd name="connsiteY0" fmla="*/ 29153 h 25385"/>
                      <a:gd name="connsiteX1" fmla="*/ 7117 w 0"/>
                      <a:gd name="connsiteY1" fmla="*/ 22058 h 25385"/>
                      <a:gd name="connsiteX2" fmla="*/ 7117 w 0"/>
                      <a:gd name="connsiteY2" fmla="*/ 6371 h 25385"/>
                      <a:gd name="connsiteX3" fmla="*/ 0 w 0"/>
                      <a:gd name="connsiteY3" fmla="*/ 0 h 253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h="25385">
                        <a:moveTo>
                          <a:pt x="0" y="29153"/>
                        </a:moveTo>
                        <a:lnTo>
                          <a:pt x="7117" y="22058"/>
                        </a:lnTo>
                        <a:lnTo>
                          <a:pt x="7117" y="637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B8AF82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94" name="자유형: 도형 1493">
                    <a:extLst>
                      <a:ext uri="{FF2B5EF4-FFF2-40B4-BE49-F238E27FC236}">
                        <a16:creationId xmlns:a16="http://schemas.microsoft.com/office/drawing/2014/main" id="{B715B28C-97C0-4EC4-8DF1-FB29C96AF4BB}"/>
                      </a:ext>
                    </a:extLst>
                  </p:cNvPr>
                  <p:cNvSpPr/>
                  <p:nvPr/>
                </p:nvSpPr>
                <p:spPr>
                  <a:xfrm>
                    <a:off x="8770021" y="6221715"/>
                    <a:ext cx="25373" cy="12693"/>
                  </a:xfrm>
                  <a:custGeom>
                    <a:avLst/>
                    <a:gdLst>
                      <a:gd name="connsiteX0" fmla="*/ 22112 w 25373"/>
                      <a:gd name="connsiteY0" fmla="*/ 7095 h 0"/>
                      <a:gd name="connsiteX1" fmla="*/ 7219 w 25373"/>
                      <a:gd name="connsiteY1" fmla="*/ 7095 h 0"/>
                      <a:gd name="connsiteX2" fmla="*/ 0 w 25373"/>
                      <a:gd name="connsiteY2" fmla="*/ 0 h 0"/>
                      <a:gd name="connsiteX3" fmla="*/ 29166 w 25373"/>
                      <a:gd name="connsiteY3" fmla="*/ 0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373">
                        <a:moveTo>
                          <a:pt x="22112" y="7095"/>
                        </a:moveTo>
                        <a:lnTo>
                          <a:pt x="7219" y="7095"/>
                        </a:lnTo>
                        <a:lnTo>
                          <a:pt x="0" y="0"/>
                        </a:lnTo>
                        <a:lnTo>
                          <a:pt x="29166" y="0"/>
                        </a:lnTo>
                        <a:close/>
                      </a:path>
                    </a:pathLst>
                  </a:custGeom>
                  <a:solidFill>
                    <a:srgbClr val="80795B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95" name="자유형: 도형 1494">
                    <a:extLst>
                      <a:ext uri="{FF2B5EF4-FFF2-40B4-BE49-F238E27FC236}">
                        <a16:creationId xmlns:a16="http://schemas.microsoft.com/office/drawing/2014/main" id="{D46369EF-3A1F-47A6-9403-AF7B0BDB51DD}"/>
                      </a:ext>
                    </a:extLst>
                  </p:cNvPr>
                  <p:cNvSpPr/>
                  <p:nvPr/>
                </p:nvSpPr>
                <p:spPr>
                  <a:xfrm>
                    <a:off x="8792133" y="6221715"/>
                    <a:ext cx="12687" cy="25386"/>
                  </a:xfrm>
                  <a:custGeom>
                    <a:avLst/>
                    <a:gdLst>
                      <a:gd name="connsiteX0" fmla="*/ 0 w 0"/>
                      <a:gd name="connsiteY0" fmla="*/ 22058 h 25385"/>
                      <a:gd name="connsiteX1" fmla="*/ 0 w 0"/>
                      <a:gd name="connsiteY1" fmla="*/ 7095 h 25385"/>
                      <a:gd name="connsiteX2" fmla="*/ 7054 w 0"/>
                      <a:gd name="connsiteY2" fmla="*/ 0 h 25385"/>
                      <a:gd name="connsiteX3" fmla="*/ 7054 w 0"/>
                      <a:gd name="connsiteY3" fmla="*/ 29153 h 253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h="25385">
                        <a:moveTo>
                          <a:pt x="0" y="22058"/>
                        </a:moveTo>
                        <a:lnTo>
                          <a:pt x="0" y="7095"/>
                        </a:lnTo>
                        <a:lnTo>
                          <a:pt x="7054" y="0"/>
                        </a:lnTo>
                        <a:lnTo>
                          <a:pt x="7054" y="29153"/>
                        </a:lnTo>
                        <a:close/>
                      </a:path>
                    </a:pathLst>
                  </a:custGeom>
                  <a:solidFill>
                    <a:srgbClr val="5E5B4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96" name="자유형: 도형 1495">
                    <a:extLst>
                      <a:ext uri="{FF2B5EF4-FFF2-40B4-BE49-F238E27FC236}">
                        <a16:creationId xmlns:a16="http://schemas.microsoft.com/office/drawing/2014/main" id="{7CAA10AD-8874-41B2-AD37-9C9FA22A611F}"/>
                      </a:ext>
                    </a:extLst>
                  </p:cNvPr>
                  <p:cNvSpPr/>
                  <p:nvPr/>
                </p:nvSpPr>
                <p:spPr>
                  <a:xfrm>
                    <a:off x="8770021" y="6243773"/>
                    <a:ext cx="25373" cy="12693"/>
                  </a:xfrm>
                  <a:custGeom>
                    <a:avLst/>
                    <a:gdLst>
                      <a:gd name="connsiteX0" fmla="*/ 0 w 25373"/>
                      <a:gd name="connsiteY0" fmla="*/ 7095 h 0"/>
                      <a:gd name="connsiteX1" fmla="*/ 7193 w 25373"/>
                      <a:gd name="connsiteY1" fmla="*/ 0 h 0"/>
                      <a:gd name="connsiteX2" fmla="*/ 22112 w 25373"/>
                      <a:gd name="connsiteY2" fmla="*/ 0 h 0"/>
                      <a:gd name="connsiteX3" fmla="*/ 29166 w 25373"/>
                      <a:gd name="connsiteY3" fmla="*/ 7095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373">
                        <a:moveTo>
                          <a:pt x="0" y="7095"/>
                        </a:moveTo>
                        <a:lnTo>
                          <a:pt x="7193" y="0"/>
                        </a:lnTo>
                        <a:lnTo>
                          <a:pt x="22112" y="0"/>
                        </a:lnTo>
                        <a:lnTo>
                          <a:pt x="29166" y="7095"/>
                        </a:lnTo>
                        <a:close/>
                      </a:path>
                    </a:pathLst>
                  </a:custGeom>
                  <a:solidFill>
                    <a:srgbClr val="9A916C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</p:grpSp>
            <p:grpSp>
              <p:nvGrpSpPr>
                <p:cNvPr id="1497" name="그래픽 629">
                  <a:extLst>
                    <a:ext uri="{FF2B5EF4-FFF2-40B4-BE49-F238E27FC236}">
                      <a16:creationId xmlns:a16="http://schemas.microsoft.com/office/drawing/2014/main" id="{A057F0D5-7676-438C-8587-7F86F4A2B054}"/>
                    </a:ext>
                  </a:extLst>
                </p:cNvPr>
                <p:cNvGrpSpPr/>
                <p:nvPr/>
              </p:nvGrpSpPr>
              <p:grpSpPr>
                <a:xfrm>
                  <a:off x="8861364" y="6678660"/>
                  <a:ext cx="25373" cy="25386"/>
                  <a:chOff x="8861364" y="6678660"/>
                  <a:chExt cx="25373" cy="25386"/>
                </a:xfrm>
                <a:solidFill>
                  <a:schemeClr val="accent1"/>
                </a:solidFill>
              </p:grpSpPr>
              <p:sp>
                <p:nvSpPr>
                  <p:cNvPr id="1498" name="자유형: 도형 1497">
                    <a:extLst>
                      <a:ext uri="{FF2B5EF4-FFF2-40B4-BE49-F238E27FC236}">
                        <a16:creationId xmlns:a16="http://schemas.microsoft.com/office/drawing/2014/main" id="{F56E3A45-DF89-4C1B-AF3C-7F11D5AE6713}"/>
                      </a:ext>
                    </a:extLst>
                  </p:cNvPr>
                  <p:cNvSpPr/>
                  <p:nvPr/>
                </p:nvSpPr>
                <p:spPr>
                  <a:xfrm>
                    <a:off x="8861364" y="6678660"/>
                    <a:ext cx="25373" cy="25386"/>
                  </a:xfrm>
                  <a:custGeom>
                    <a:avLst/>
                    <a:gdLst>
                      <a:gd name="connsiteX0" fmla="*/ 0 w 25373"/>
                      <a:gd name="connsiteY0" fmla="*/ 0 h 25385"/>
                      <a:gd name="connsiteX1" fmla="*/ 29166 w 25373"/>
                      <a:gd name="connsiteY1" fmla="*/ 0 h 25385"/>
                      <a:gd name="connsiteX2" fmla="*/ 29166 w 25373"/>
                      <a:gd name="connsiteY2" fmla="*/ 29153 h 25385"/>
                      <a:gd name="connsiteX3" fmla="*/ 0 w 25373"/>
                      <a:gd name="connsiteY3" fmla="*/ 29153 h 253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373" h="25385">
                        <a:moveTo>
                          <a:pt x="0" y="0"/>
                        </a:moveTo>
                        <a:lnTo>
                          <a:pt x="29166" y="0"/>
                        </a:lnTo>
                        <a:lnTo>
                          <a:pt x="29166" y="29153"/>
                        </a:lnTo>
                        <a:lnTo>
                          <a:pt x="0" y="29153"/>
                        </a:lnTo>
                        <a:close/>
                      </a:path>
                    </a:pathLst>
                  </a:custGeom>
                  <a:solidFill>
                    <a:srgbClr val="8D8C8C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499" name="자유형: 도형 1498">
                    <a:extLst>
                      <a:ext uri="{FF2B5EF4-FFF2-40B4-BE49-F238E27FC236}">
                        <a16:creationId xmlns:a16="http://schemas.microsoft.com/office/drawing/2014/main" id="{6F766156-858C-478B-930C-C474D8A507C8}"/>
                      </a:ext>
                    </a:extLst>
                  </p:cNvPr>
                  <p:cNvSpPr/>
                  <p:nvPr/>
                </p:nvSpPr>
                <p:spPr>
                  <a:xfrm>
                    <a:off x="8868481" y="6685729"/>
                    <a:ext cx="12687" cy="12693"/>
                  </a:xfrm>
                  <a:custGeom>
                    <a:avLst/>
                    <a:gdLst>
                      <a:gd name="connsiteX0" fmla="*/ 0 w 12686"/>
                      <a:gd name="connsiteY0" fmla="*/ 0 h 12692"/>
                      <a:gd name="connsiteX1" fmla="*/ 15021 w 12686"/>
                      <a:gd name="connsiteY1" fmla="*/ 0 h 12692"/>
                      <a:gd name="connsiteX2" fmla="*/ 15021 w 12686"/>
                      <a:gd name="connsiteY2" fmla="*/ 15002 h 12692"/>
                      <a:gd name="connsiteX3" fmla="*/ 0 w 12686"/>
                      <a:gd name="connsiteY3" fmla="*/ 15002 h 126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86" h="12692">
                        <a:moveTo>
                          <a:pt x="0" y="0"/>
                        </a:moveTo>
                        <a:lnTo>
                          <a:pt x="15021" y="0"/>
                        </a:lnTo>
                        <a:lnTo>
                          <a:pt x="15021" y="15002"/>
                        </a:lnTo>
                        <a:lnTo>
                          <a:pt x="0" y="15002"/>
                        </a:lnTo>
                        <a:close/>
                      </a:path>
                    </a:pathLst>
                  </a:custGeom>
                  <a:solidFill>
                    <a:srgbClr val="8C866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500" name="자유형: 도형 1499">
                    <a:extLst>
                      <a:ext uri="{FF2B5EF4-FFF2-40B4-BE49-F238E27FC236}">
                        <a16:creationId xmlns:a16="http://schemas.microsoft.com/office/drawing/2014/main" id="{980D870B-F80A-4146-A8F0-483BE1D42B32}"/>
                      </a:ext>
                    </a:extLst>
                  </p:cNvPr>
                  <p:cNvSpPr/>
                  <p:nvPr/>
                </p:nvSpPr>
                <p:spPr>
                  <a:xfrm>
                    <a:off x="8861364" y="6678660"/>
                    <a:ext cx="12687" cy="25386"/>
                  </a:xfrm>
                  <a:custGeom>
                    <a:avLst/>
                    <a:gdLst>
                      <a:gd name="connsiteX0" fmla="*/ 0 w 0"/>
                      <a:gd name="connsiteY0" fmla="*/ 29153 h 25385"/>
                      <a:gd name="connsiteX1" fmla="*/ 7117 w 0"/>
                      <a:gd name="connsiteY1" fmla="*/ 22058 h 25385"/>
                      <a:gd name="connsiteX2" fmla="*/ 7117 w 0"/>
                      <a:gd name="connsiteY2" fmla="*/ 6371 h 25385"/>
                      <a:gd name="connsiteX3" fmla="*/ 0 w 0"/>
                      <a:gd name="connsiteY3" fmla="*/ 0 h 253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h="25385">
                        <a:moveTo>
                          <a:pt x="0" y="29153"/>
                        </a:moveTo>
                        <a:lnTo>
                          <a:pt x="7117" y="22058"/>
                        </a:lnTo>
                        <a:lnTo>
                          <a:pt x="7117" y="637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B8AF82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501" name="자유형: 도형 1500">
                    <a:extLst>
                      <a:ext uri="{FF2B5EF4-FFF2-40B4-BE49-F238E27FC236}">
                        <a16:creationId xmlns:a16="http://schemas.microsoft.com/office/drawing/2014/main" id="{28226391-CB94-4727-9571-6F99C72FCD5E}"/>
                      </a:ext>
                    </a:extLst>
                  </p:cNvPr>
                  <p:cNvSpPr/>
                  <p:nvPr/>
                </p:nvSpPr>
                <p:spPr>
                  <a:xfrm>
                    <a:off x="8861364" y="6678660"/>
                    <a:ext cx="25373" cy="12693"/>
                  </a:xfrm>
                  <a:custGeom>
                    <a:avLst/>
                    <a:gdLst>
                      <a:gd name="connsiteX0" fmla="*/ 22112 w 25373"/>
                      <a:gd name="connsiteY0" fmla="*/ 7095 h 0"/>
                      <a:gd name="connsiteX1" fmla="*/ 7219 w 25373"/>
                      <a:gd name="connsiteY1" fmla="*/ 7095 h 0"/>
                      <a:gd name="connsiteX2" fmla="*/ 0 w 25373"/>
                      <a:gd name="connsiteY2" fmla="*/ 0 h 0"/>
                      <a:gd name="connsiteX3" fmla="*/ 29166 w 25373"/>
                      <a:gd name="connsiteY3" fmla="*/ 0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373">
                        <a:moveTo>
                          <a:pt x="22112" y="7095"/>
                        </a:moveTo>
                        <a:lnTo>
                          <a:pt x="7219" y="7095"/>
                        </a:lnTo>
                        <a:lnTo>
                          <a:pt x="0" y="0"/>
                        </a:lnTo>
                        <a:lnTo>
                          <a:pt x="29166" y="0"/>
                        </a:lnTo>
                        <a:close/>
                      </a:path>
                    </a:pathLst>
                  </a:custGeom>
                  <a:solidFill>
                    <a:srgbClr val="80795B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502" name="자유형: 도형 1501">
                    <a:extLst>
                      <a:ext uri="{FF2B5EF4-FFF2-40B4-BE49-F238E27FC236}">
                        <a16:creationId xmlns:a16="http://schemas.microsoft.com/office/drawing/2014/main" id="{9C19097F-8A7D-4FBB-9EAE-727AFACF26F0}"/>
                      </a:ext>
                    </a:extLst>
                  </p:cNvPr>
                  <p:cNvSpPr/>
                  <p:nvPr/>
                </p:nvSpPr>
                <p:spPr>
                  <a:xfrm>
                    <a:off x="8883477" y="6678660"/>
                    <a:ext cx="12687" cy="25386"/>
                  </a:xfrm>
                  <a:custGeom>
                    <a:avLst/>
                    <a:gdLst>
                      <a:gd name="connsiteX0" fmla="*/ 0 w 0"/>
                      <a:gd name="connsiteY0" fmla="*/ 22058 h 25385"/>
                      <a:gd name="connsiteX1" fmla="*/ 0 w 0"/>
                      <a:gd name="connsiteY1" fmla="*/ 7095 h 25385"/>
                      <a:gd name="connsiteX2" fmla="*/ 7054 w 0"/>
                      <a:gd name="connsiteY2" fmla="*/ 0 h 25385"/>
                      <a:gd name="connsiteX3" fmla="*/ 7054 w 0"/>
                      <a:gd name="connsiteY3" fmla="*/ 29153 h 253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h="25385">
                        <a:moveTo>
                          <a:pt x="0" y="22058"/>
                        </a:moveTo>
                        <a:lnTo>
                          <a:pt x="0" y="7095"/>
                        </a:lnTo>
                        <a:lnTo>
                          <a:pt x="7054" y="0"/>
                        </a:lnTo>
                        <a:lnTo>
                          <a:pt x="7054" y="29153"/>
                        </a:lnTo>
                        <a:close/>
                      </a:path>
                    </a:pathLst>
                  </a:custGeom>
                  <a:solidFill>
                    <a:srgbClr val="5E5B4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503" name="자유형: 도형 1502">
                    <a:extLst>
                      <a:ext uri="{FF2B5EF4-FFF2-40B4-BE49-F238E27FC236}">
                        <a16:creationId xmlns:a16="http://schemas.microsoft.com/office/drawing/2014/main" id="{13EC9661-A32A-46F8-B70C-31288CA8FBD8}"/>
                      </a:ext>
                    </a:extLst>
                  </p:cNvPr>
                  <p:cNvSpPr/>
                  <p:nvPr/>
                </p:nvSpPr>
                <p:spPr>
                  <a:xfrm>
                    <a:off x="8861364" y="6700718"/>
                    <a:ext cx="25373" cy="12693"/>
                  </a:xfrm>
                  <a:custGeom>
                    <a:avLst/>
                    <a:gdLst>
                      <a:gd name="connsiteX0" fmla="*/ 0 w 25373"/>
                      <a:gd name="connsiteY0" fmla="*/ 7095 h 0"/>
                      <a:gd name="connsiteX1" fmla="*/ 7193 w 25373"/>
                      <a:gd name="connsiteY1" fmla="*/ 0 h 0"/>
                      <a:gd name="connsiteX2" fmla="*/ 22112 w 25373"/>
                      <a:gd name="connsiteY2" fmla="*/ 0 h 0"/>
                      <a:gd name="connsiteX3" fmla="*/ 29166 w 25373"/>
                      <a:gd name="connsiteY3" fmla="*/ 7095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373">
                        <a:moveTo>
                          <a:pt x="0" y="7095"/>
                        </a:moveTo>
                        <a:lnTo>
                          <a:pt x="7193" y="0"/>
                        </a:lnTo>
                        <a:lnTo>
                          <a:pt x="22112" y="0"/>
                        </a:lnTo>
                        <a:lnTo>
                          <a:pt x="29166" y="7095"/>
                        </a:lnTo>
                        <a:close/>
                      </a:path>
                    </a:pathLst>
                  </a:custGeom>
                  <a:solidFill>
                    <a:srgbClr val="9A916C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</p:grpSp>
            <p:grpSp>
              <p:nvGrpSpPr>
                <p:cNvPr id="1504" name="그래픽 629">
                  <a:extLst>
                    <a:ext uri="{FF2B5EF4-FFF2-40B4-BE49-F238E27FC236}">
                      <a16:creationId xmlns:a16="http://schemas.microsoft.com/office/drawing/2014/main" id="{A057F0D5-7676-438C-8587-7F86F4A2B054}"/>
                    </a:ext>
                  </a:extLst>
                </p:cNvPr>
                <p:cNvGrpSpPr/>
                <p:nvPr/>
              </p:nvGrpSpPr>
              <p:grpSpPr>
                <a:xfrm>
                  <a:off x="8861364" y="6221715"/>
                  <a:ext cx="25373" cy="25386"/>
                  <a:chOff x="8861364" y="6221715"/>
                  <a:chExt cx="25373" cy="25386"/>
                </a:xfrm>
                <a:solidFill>
                  <a:schemeClr val="accent1"/>
                </a:solidFill>
              </p:grpSpPr>
              <p:sp>
                <p:nvSpPr>
                  <p:cNvPr id="1505" name="자유형: 도형 1504">
                    <a:extLst>
                      <a:ext uri="{FF2B5EF4-FFF2-40B4-BE49-F238E27FC236}">
                        <a16:creationId xmlns:a16="http://schemas.microsoft.com/office/drawing/2014/main" id="{CDACE70B-30E0-4CA0-98BE-EBBB17DCFD73}"/>
                      </a:ext>
                    </a:extLst>
                  </p:cNvPr>
                  <p:cNvSpPr/>
                  <p:nvPr/>
                </p:nvSpPr>
                <p:spPr>
                  <a:xfrm>
                    <a:off x="8861364" y="6221715"/>
                    <a:ext cx="25373" cy="25386"/>
                  </a:xfrm>
                  <a:custGeom>
                    <a:avLst/>
                    <a:gdLst>
                      <a:gd name="connsiteX0" fmla="*/ 0 w 25373"/>
                      <a:gd name="connsiteY0" fmla="*/ 0 h 25385"/>
                      <a:gd name="connsiteX1" fmla="*/ 29166 w 25373"/>
                      <a:gd name="connsiteY1" fmla="*/ 0 h 25385"/>
                      <a:gd name="connsiteX2" fmla="*/ 29166 w 25373"/>
                      <a:gd name="connsiteY2" fmla="*/ 29153 h 25385"/>
                      <a:gd name="connsiteX3" fmla="*/ 0 w 25373"/>
                      <a:gd name="connsiteY3" fmla="*/ 29153 h 253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373" h="25385">
                        <a:moveTo>
                          <a:pt x="0" y="0"/>
                        </a:moveTo>
                        <a:lnTo>
                          <a:pt x="29166" y="0"/>
                        </a:lnTo>
                        <a:lnTo>
                          <a:pt x="29166" y="29153"/>
                        </a:lnTo>
                        <a:lnTo>
                          <a:pt x="0" y="29153"/>
                        </a:lnTo>
                        <a:close/>
                      </a:path>
                    </a:pathLst>
                  </a:custGeom>
                  <a:solidFill>
                    <a:srgbClr val="8D8C8C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506" name="자유형: 도형 1505">
                    <a:extLst>
                      <a:ext uri="{FF2B5EF4-FFF2-40B4-BE49-F238E27FC236}">
                        <a16:creationId xmlns:a16="http://schemas.microsoft.com/office/drawing/2014/main" id="{B3888AC0-62E4-42D8-90FB-3C4C48EB4052}"/>
                      </a:ext>
                    </a:extLst>
                  </p:cNvPr>
                  <p:cNvSpPr/>
                  <p:nvPr/>
                </p:nvSpPr>
                <p:spPr>
                  <a:xfrm>
                    <a:off x="8868481" y="6228784"/>
                    <a:ext cx="12687" cy="12693"/>
                  </a:xfrm>
                  <a:custGeom>
                    <a:avLst/>
                    <a:gdLst>
                      <a:gd name="connsiteX0" fmla="*/ 0 w 12686"/>
                      <a:gd name="connsiteY0" fmla="*/ 0 h 12692"/>
                      <a:gd name="connsiteX1" fmla="*/ 15021 w 12686"/>
                      <a:gd name="connsiteY1" fmla="*/ 0 h 12692"/>
                      <a:gd name="connsiteX2" fmla="*/ 15021 w 12686"/>
                      <a:gd name="connsiteY2" fmla="*/ 15002 h 12692"/>
                      <a:gd name="connsiteX3" fmla="*/ 0 w 12686"/>
                      <a:gd name="connsiteY3" fmla="*/ 15002 h 126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86" h="12692">
                        <a:moveTo>
                          <a:pt x="0" y="0"/>
                        </a:moveTo>
                        <a:lnTo>
                          <a:pt x="15021" y="0"/>
                        </a:lnTo>
                        <a:lnTo>
                          <a:pt x="15021" y="15002"/>
                        </a:lnTo>
                        <a:lnTo>
                          <a:pt x="0" y="15002"/>
                        </a:lnTo>
                        <a:close/>
                      </a:path>
                    </a:pathLst>
                  </a:custGeom>
                  <a:solidFill>
                    <a:srgbClr val="8C866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507" name="자유형: 도형 1506">
                    <a:extLst>
                      <a:ext uri="{FF2B5EF4-FFF2-40B4-BE49-F238E27FC236}">
                        <a16:creationId xmlns:a16="http://schemas.microsoft.com/office/drawing/2014/main" id="{3EC23140-06A3-4E78-B074-4DA2F77CA634}"/>
                      </a:ext>
                    </a:extLst>
                  </p:cNvPr>
                  <p:cNvSpPr/>
                  <p:nvPr/>
                </p:nvSpPr>
                <p:spPr>
                  <a:xfrm>
                    <a:off x="8861364" y="6221715"/>
                    <a:ext cx="12687" cy="25386"/>
                  </a:xfrm>
                  <a:custGeom>
                    <a:avLst/>
                    <a:gdLst>
                      <a:gd name="connsiteX0" fmla="*/ 0 w 0"/>
                      <a:gd name="connsiteY0" fmla="*/ 29153 h 25385"/>
                      <a:gd name="connsiteX1" fmla="*/ 7117 w 0"/>
                      <a:gd name="connsiteY1" fmla="*/ 22058 h 25385"/>
                      <a:gd name="connsiteX2" fmla="*/ 7117 w 0"/>
                      <a:gd name="connsiteY2" fmla="*/ 6371 h 25385"/>
                      <a:gd name="connsiteX3" fmla="*/ 0 w 0"/>
                      <a:gd name="connsiteY3" fmla="*/ 0 h 253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h="25385">
                        <a:moveTo>
                          <a:pt x="0" y="29153"/>
                        </a:moveTo>
                        <a:lnTo>
                          <a:pt x="7117" y="22058"/>
                        </a:lnTo>
                        <a:lnTo>
                          <a:pt x="7117" y="637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B8AF82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508" name="자유형: 도형 1507">
                    <a:extLst>
                      <a:ext uri="{FF2B5EF4-FFF2-40B4-BE49-F238E27FC236}">
                        <a16:creationId xmlns:a16="http://schemas.microsoft.com/office/drawing/2014/main" id="{8256509A-D94B-4177-B499-89FB89821BE3}"/>
                      </a:ext>
                    </a:extLst>
                  </p:cNvPr>
                  <p:cNvSpPr/>
                  <p:nvPr/>
                </p:nvSpPr>
                <p:spPr>
                  <a:xfrm>
                    <a:off x="8861364" y="6221715"/>
                    <a:ext cx="25373" cy="12693"/>
                  </a:xfrm>
                  <a:custGeom>
                    <a:avLst/>
                    <a:gdLst>
                      <a:gd name="connsiteX0" fmla="*/ 22112 w 25373"/>
                      <a:gd name="connsiteY0" fmla="*/ 7095 h 0"/>
                      <a:gd name="connsiteX1" fmla="*/ 7219 w 25373"/>
                      <a:gd name="connsiteY1" fmla="*/ 7095 h 0"/>
                      <a:gd name="connsiteX2" fmla="*/ 0 w 25373"/>
                      <a:gd name="connsiteY2" fmla="*/ 0 h 0"/>
                      <a:gd name="connsiteX3" fmla="*/ 29166 w 25373"/>
                      <a:gd name="connsiteY3" fmla="*/ 0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373">
                        <a:moveTo>
                          <a:pt x="22112" y="7095"/>
                        </a:moveTo>
                        <a:lnTo>
                          <a:pt x="7219" y="7095"/>
                        </a:lnTo>
                        <a:lnTo>
                          <a:pt x="0" y="0"/>
                        </a:lnTo>
                        <a:lnTo>
                          <a:pt x="29166" y="0"/>
                        </a:lnTo>
                        <a:close/>
                      </a:path>
                    </a:pathLst>
                  </a:custGeom>
                  <a:solidFill>
                    <a:srgbClr val="80795B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509" name="자유형: 도형 1508">
                    <a:extLst>
                      <a:ext uri="{FF2B5EF4-FFF2-40B4-BE49-F238E27FC236}">
                        <a16:creationId xmlns:a16="http://schemas.microsoft.com/office/drawing/2014/main" id="{BAF73A93-2F5F-4174-B029-66A1BBE64011}"/>
                      </a:ext>
                    </a:extLst>
                  </p:cNvPr>
                  <p:cNvSpPr/>
                  <p:nvPr/>
                </p:nvSpPr>
                <p:spPr>
                  <a:xfrm>
                    <a:off x="8883477" y="6221715"/>
                    <a:ext cx="12687" cy="25386"/>
                  </a:xfrm>
                  <a:custGeom>
                    <a:avLst/>
                    <a:gdLst>
                      <a:gd name="connsiteX0" fmla="*/ 0 w 0"/>
                      <a:gd name="connsiteY0" fmla="*/ 22058 h 25385"/>
                      <a:gd name="connsiteX1" fmla="*/ 0 w 0"/>
                      <a:gd name="connsiteY1" fmla="*/ 7095 h 25385"/>
                      <a:gd name="connsiteX2" fmla="*/ 7054 w 0"/>
                      <a:gd name="connsiteY2" fmla="*/ 0 h 25385"/>
                      <a:gd name="connsiteX3" fmla="*/ 7054 w 0"/>
                      <a:gd name="connsiteY3" fmla="*/ 29153 h 253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h="25385">
                        <a:moveTo>
                          <a:pt x="0" y="22058"/>
                        </a:moveTo>
                        <a:lnTo>
                          <a:pt x="0" y="7095"/>
                        </a:lnTo>
                        <a:lnTo>
                          <a:pt x="7054" y="0"/>
                        </a:lnTo>
                        <a:lnTo>
                          <a:pt x="7054" y="29153"/>
                        </a:lnTo>
                        <a:close/>
                      </a:path>
                    </a:pathLst>
                  </a:custGeom>
                  <a:solidFill>
                    <a:srgbClr val="5E5B43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510" name="자유형: 도형 1509">
                    <a:extLst>
                      <a:ext uri="{FF2B5EF4-FFF2-40B4-BE49-F238E27FC236}">
                        <a16:creationId xmlns:a16="http://schemas.microsoft.com/office/drawing/2014/main" id="{030EAA28-F021-4B27-B87B-5BB9BE6CE04C}"/>
                      </a:ext>
                    </a:extLst>
                  </p:cNvPr>
                  <p:cNvSpPr/>
                  <p:nvPr/>
                </p:nvSpPr>
                <p:spPr>
                  <a:xfrm>
                    <a:off x="8861364" y="6243773"/>
                    <a:ext cx="25373" cy="12693"/>
                  </a:xfrm>
                  <a:custGeom>
                    <a:avLst/>
                    <a:gdLst>
                      <a:gd name="connsiteX0" fmla="*/ 0 w 25373"/>
                      <a:gd name="connsiteY0" fmla="*/ 7095 h 0"/>
                      <a:gd name="connsiteX1" fmla="*/ 7193 w 25373"/>
                      <a:gd name="connsiteY1" fmla="*/ 0 h 0"/>
                      <a:gd name="connsiteX2" fmla="*/ 22112 w 25373"/>
                      <a:gd name="connsiteY2" fmla="*/ 0 h 0"/>
                      <a:gd name="connsiteX3" fmla="*/ 29166 w 25373"/>
                      <a:gd name="connsiteY3" fmla="*/ 7095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373">
                        <a:moveTo>
                          <a:pt x="0" y="7095"/>
                        </a:moveTo>
                        <a:lnTo>
                          <a:pt x="7193" y="0"/>
                        </a:lnTo>
                        <a:lnTo>
                          <a:pt x="22112" y="0"/>
                        </a:lnTo>
                        <a:lnTo>
                          <a:pt x="29166" y="7095"/>
                        </a:lnTo>
                        <a:close/>
                      </a:path>
                    </a:pathLst>
                  </a:custGeom>
                  <a:solidFill>
                    <a:srgbClr val="9A916C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</p:grpSp>
          </p:grpSp>
          <p:grpSp>
            <p:nvGrpSpPr>
              <p:cNvPr id="2026" name="그룹 2025">
                <a:extLst>
                  <a:ext uri="{FF2B5EF4-FFF2-40B4-BE49-F238E27FC236}">
                    <a16:creationId xmlns:a16="http://schemas.microsoft.com/office/drawing/2014/main" id="{990249E0-BA47-4393-B1B1-D1DDF726325B}"/>
                  </a:ext>
                </a:extLst>
              </p:cNvPr>
              <p:cNvGrpSpPr/>
              <p:nvPr/>
            </p:nvGrpSpPr>
            <p:grpSpPr>
              <a:xfrm>
                <a:off x="9745271" y="5651749"/>
                <a:ext cx="432000" cy="432000"/>
                <a:chOff x="5992809" y="3708905"/>
                <a:chExt cx="1445812" cy="1084102"/>
              </a:xfrm>
            </p:grpSpPr>
            <p:grpSp>
              <p:nvGrpSpPr>
                <p:cNvPr id="2020" name="그룹 2019">
                  <a:extLst>
                    <a:ext uri="{FF2B5EF4-FFF2-40B4-BE49-F238E27FC236}">
                      <a16:creationId xmlns:a16="http://schemas.microsoft.com/office/drawing/2014/main" id="{678CCA7C-539B-4255-8939-CCE85EE8031F}"/>
                    </a:ext>
                  </a:extLst>
                </p:cNvPr>
                <p:cNvGrpSpPr/>
                <p:nvPr/>
              </p:nvGrpSpPr>
              <p:grpSpPr>
                <a:xfrm rot="16200000">
                  <a:off x="5668809" y="4037007"/>
                  <a:ext cx="1080000" cy="432000"/>
                  <a:chOff x="8125238" y="3723095"/>
                  <a:chExt cx="1408210" cy="545795"/>
                </a:xfrm>
              </p:grpSpPr>
              <p:grpSp>
                <p:nvGrpSpPr>
                  <p:cNvPr id="1029" name="그래픽 629">
                    <a:extLst>
                      <a:ext uri="{FF2B5EF4-FFF2-40B4-BE49-F238E27FC236}">
                        <a16:creationId xmlns:a16="http://schemas.microsoft.com/office/drawing/2014/main" id="{A057F0D5-7676-438C-8587-7F86F4A2B054}"/>
                      </a:ext>
                    </a:extLst>
                  </p:cNvPr>
                  <p:cNvGrpSpPr/>
                  <p:nvPr/>
                </p:nvGrpSpPr>
                <p:grpSpPr>
                  <a:xfrm>
                    <a:off x="8125238" y="3723095"/>
                    <a:ext cx="1408210" cy="545795"/>
                    <a:chOff x="8125238" y="3723095"/>
                    <a:chExt cx="1408210" cy="545795"/>
                  </a:xfrm>
                  <a:solidFill>
                    <a:schemeClr val="accent1"/>
                  </a:solidFill>
                </p:grpSpPr>
                <p:sp>
                  <p:nvSpPr>
                    <p:cNvPr id="1030" name="자유형: 도형 1029">
                      <a:extLst>
                        <a:ext uri="{FF2B5EF4-FFF2-40B4-BE49-F238E27FC236}">
                          <a16:creationId xmlns:a16="http://schemas.microsoft.com/office/drawing/2014/main" id="{777C2ABA-4E3B-4DF5-A260-118554EC727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25238" y="3723095"/>
                      <a:ext cx="1408210" cy="545795"/>
                    </a:xfrm>
                    <a:custGeom>
                      <a:avLst/>
                      <a:gdLst>
                        <a:gd name="connsiteX0" fmla="*/ 0 w 1408209"/>
                        <a:gd name="connsiteY0" fmla="*/ 0 h 545795"/>
                        <a:gd name="connsiteX1" fmla="*/ 0 w 1408209"/>
                        <a:gd name="connsiteY1" fmla="*/ 246750 h 545795"/>
                        <a:gd name="connsiteX2" fmla="*/ 27403 w 1408209"/>
                        <a:gd name="connsiteY2" fmla="*/ 274167 h 545795"/>
                        <a:gd name="connsiteX3" fmla="*/ 0 w 1408209"/>
                        <a:gd name="connsiteY3" fmla="*/ 301584 h 545795"/>
                        <a:gd name="connsiteX4" fmla="*/ 0 w 1408209"/>
                        <a:gd name="connsiteY4" fmla="*/ 548334 h 545795"/>
                        <a:gd name="connsiteX5" fmla="*/ 1410088 w 1408209"/>
                        <a:gd name="connsiteY5" fmla="*/ 548334 h 545795"/>
                        <a:gd name="connsiteX6" fmla="*/ 1410088 w 1408209"/>
                        <a:gd name="connsiteY6" fmla="*/ 0 h 545795"/>
                        <a:gd name="connsiteX7" fmla="*/ 0 w 1408209"/>
                        <a:gd name="connsiteY7" fmla="*/ 0 h 5457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408209" h="545795">
                          <a:moveTo>
                            <a:pt x="0" y="0"/>
                          </a:moveTo>
                          <a:lnTo>
                            <a:pt x="0" y="246750"/>
                          </a:lnTo>
                          <a:cubicBezTo>
                            <a:pt x="15134" y="246750"/>
                            <a:pt x="27403" y="259025"/>
                            <a:pt x="27403" y="274167"/>
                          </a:cubicBezTo>
                          <a:cubicBezTo>
                            <a:pt x="27403" y="289309"/>
                            <a:pt x="15134" y="301584"/>
                            <a:pt x="0" y="301584"/>
                          </a:cubicBezTo>
                          <a:lnTo>
                            <a:pt x="0" y="548334"/>
                          </a:lnTo>
                          <a:lnTo>
                            <a:pt x="1410088" y="548334"/>
                          </a:lnTo>
                          <a:lnTo>
                            <a:pt x="1410088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1F7A34"/>
                    </a:solidFill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grpSp>
                  <p:nvGrpSpPr>
                    <p:cNvPr id="1031" name="그래픽 629">
                      <a:extLst>
                        <a:ext uri="{FF2B5EF4-FFF2-40B4-BE49-F238E27FC236}">
                          <a16:creationId xmlns:a16="http://schemas.microsoft.com/office/drawing/2014/main" id="{A057F0D5-7676-438C-8587-7F86F4A2B05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216582" y="3849757"/>
                      <a:ext cx="1220816" cy="302565"/>
                      <a:chOff x="8216582" y="3849757"/>
                      <a:chExt cx="1220816" cy="302565"/>
                    </a:xfrm>
                    <a:solidFill>
                      <a:schemeClr val="accent1"/>
                    </a:solidFill>
                  </p:grpSpPr>
                  <p:grpSp>
                    <p:nvGrpSpPr>
                      <p:cNvPr id="1032" name="그래픽 629">
                        <a:extLst>
                          <a:ext uri="{FF2B5EF4-FFF2-40B4-BE49-F238E27FC236}">
                            <a16:creationId xmlns:a16="http://schemas.microsoft.com/office/drawing/2014/main" id="{A057F0D5-7676-438C-8587-7F86F4A2B05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216582" y="3849757"/>
                        <a:ext cx="1220816" cy="302565"/>
                        <a:chOff x="8216582" y="3849757"/>
                        <a:chExt cx="1220816" cy="302565"/>
                      </a:xfrm>
                      <a:solidFill>
                        <a:schemeClr val="accent1"/>
                      </a:solidFill>
                    </p:grpSpPr>
                    <p:sp>
                      <p:nvSpPr>
                        <p:cNvPr id="1033" name="자유형: 도형 1032">
                          <a:extLst>
                            <a:ext uri="{FF2B5EF4-FFF2-40B4-BE49-F238E27FC236}">
                              <a16:creationId xmlns:a16="http://schemas.microsoft.com/office/drawing/2014/main" id="{7EC978F4-5A69-4F86-B3B1-4278451732A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361279" y="4017037"/>
                          <a:ext cx="76119" cy="12693"/>
                        </a:xfrm>
                        <a:custGeom>
                          <a:avLst/>
                          <a:gdLst>
                            <a:gd name="connsiteX0" fmla="*/ 0 w 76119"/>
                            <a:gd name="connsiteY0" fmla="*/ 0 h 0"/>
                            <a:gd name="connsiteX1" fmla="*/ 82716 w 76119"/>
                            <a:gd name="connsiteY1" fmla="*/ 0 h 0"/>
                            <a:gd name="connsiteX2" fmla="*/ 82716 w 76119"/>
                            <a:gd name="connsiteY2" fmla="*/ 4239 h 0"/>
                            <a:gd name="connsiteX3" fmla="*/ 0 w 76119"/>
                            <a:gd name="connsiteY3" fmla="*/ 4239 h 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76119">
                              <a:moveTo>
                                <a:pt x="0" y="0"/>
                              </a:moveTo>
                              <a:lnTo>
                                <a:pt x="82716" y="0"/>
                              </a:lnTo>
                              <a:lnTo>
                                <a:pt x="82716" y="4239"/>
                              </a:lnTo>
                              <a:lnTo>
                                <a:pt x="0" y="4239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B3B3B3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034" name="자유형: 도형 1033">
                          <a:extLst>
                            <a:ext uri="{FF2B5EF4-FFF2-40B4-BE49-F238E27FC236}">
                              <a16:creationId xmlns:a16="http://schemas.microsoft.com/office/drawing/2014/main" id="{5D813DE4-38D3-41B1-AE1E-16C9195DF01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216582" y="4017291"/>
                          <a:ext cx="76119" cy="12693"/>
                        </a:xfrm>
                        <a:custGeom>
                          <a:avLst/>
                          <a:gdLst>
                            <a:gd name="connsiteX0" fmla="*/ 0 w 76119"/>
                            <a:gd name="connsiteY0" fmla="*/ 0 h 0"/>
                            <a:gd name="connsiteX1" fmla="*/ 82716 w 76119"/>
                            <a:gd name="connsiteY1" fmla="*/ 0 h 0"/>
                            <a:gd name="connsiteX2" fmla="*/ 82716 w 76119"/>
                            <a:gd name="connsiteY2" fmla="*/ 4239 h 0"/>
                            <a:gd name="connsiteX3" fmla="*/ 0 w 76119"/>
                            <a:gd name="connsiteY3" fmla="*/ 4239 h 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76119">
                              <a:moveTo>
                                <a:pt x="0" y="0"/>
                              </a:moveTo>
                              <a:lnTo>
                                <a:pt x="82716" y="0"/>
                              </a:lnTo>
                              <a:lnTo>
                                <a:pt x="82716" y="4239"/>
                              </a:lnTo>
                              <a:lnTo>
                                <a:pt x="0" y="4239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B3B3B3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grpSp>
                      <p:nvGrpSpPr>
                        <p:cNvPr id="1035" name="그래픽 629">
                          <a:extLst>
                            <a:ext uri="{FF2B5EF4-FFF2-40B4-BE49-F238E27FC236}">
                              <a16:creationId xmlns:a16="http://schemas.microsoft.com/office/drawing/2014/main" id="{A057F0D5-7676-438C-8587-7F86F4A2B05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8909738" y="3849757"/>
                          <a:ext cx="367911" cy="76157"/>
                          <a:chOff x="8909738" y="3849757"/>
                          <a:chExt cx="367911" cy="76157"/>
                        </a:xfrm>
                        <a:solidFill>
                          <a:schemeClr val="accent1"/>
                        </a:solidFill>
                      </p:grpSpPr>
                      <p:grpSp>
                        <p:nvGrpSpPr>
                          <p:cNvPr id="1036" name="그래픽 629">
                            <a:extLst>
                              <a:ext uri="{FF2B5EF4-FFF2-40B4-BE49-F238E27FC236}">
                                <a16:creationId xmlns:a16="http://schemas.microsoft.com/office/drawing/2014/main" id="{A057F0D5-7676-438C-8587-7F86F4A2B05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8909738" y="3849757"/>
                            <a:ext cx="367911" cy="76157"/>
                            <a:chOff x="8909738" y="3849757"/>
                            <a:chExt cx="367911" cy="76157"/>
                          </a:xfrm>
                          <a:solidFill>
                            <a:srgbClr val="E6E6E6"/>
                          </a:solidFill>
                        </p:grpSpPr>
                        <p:sp>
                          <p:nvSpPr>
                            <p:cNvPr id="1037" name="자유형: 도형 1036">
                              <a:extLst>
                                <a:ext uri="{FF2B5EF4-FFF2-40B4-BE49-F238E27FC236}">
                                  <a16:creationId xmlns:a16="http://schemas.microsoft.com/office/drawing/2014/main" id="{E4BD0A9C-5187-4FA6-99E3-65B7C6BAEAD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268757" y="3849757"/>
                              <a:ext cx="12687" cy="76157"/>
                            </a:xfrm>
                            <a:custGeom>
                              <a:avLst/>
                              <a:gdLst>
                                <a:gd name="connsiteX0" fmla="*/ 0 w 12686"/>
                                <a:gd name="connsiteY0" fmla="*/ 0 h 76157"/>
                                <a:gd name="connsiteX1" fmla="*/ 21529 w 12686"/>
                                <a:gd name="connsiteY1" fmla="*/ 0 h 76157"/>
                                <a:gd name="connsiteX2" fmla="*/ 21529 w 12686"/>
                                <a:gd name="connsiteY2" fmla="*/ 80803 h 76157"/>
                                <a:gd name="connsiteX3" fmla="*/ 0 w 12686"/>
                                <a:gd name="connsiteY3" fmla="*/ 80803 h 76157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</a:cxnLst>
                              <a:rect l="l" t="t" r="r" b="b"/>
                              <a:pathLst>
                                <a:path w="12686" h="76157">
                                  <a:moveTo>
                                    <a:pt x="0" y="0"/>
                                  </a:moveTo>
                                  <a:lnTo>
                                    <a:pt x="21529" y="0"/>
                                  </a:lnTo>
                                  <a:lnTo>
                                    <a:pt x="21529" y="80803"/>
                                  </a:lnTo>
                                  <a:lnTo>
                                    <a:pt x="0" y="80803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E6E6E6"/>
                            </a:solidFill>
                            <a:ln w="12687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ko-KR" altLang="en-US"/>
                            </a:p>
                          </p:txBody>
                        </p:sp>
                        <p:sp>
                          <p:nvSpPr>
                            <p:cNvPr id="1038" name="자유형: 도형 1037">
                              <a:extLst>
                                <a:ext uri="{FF2B5EF4-FFF2-40B4-BE49-F238E27FC236}">
                                  <a16:creationId xmlns:a16="http://schemas.microsoft.com/office/drawing/2014/main" id="{0AF218FB-F57F-4B3D-9C8D-225836287C7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232850" y="3849757"/>
                              <a:ext cx="12687" cy="76157"/>
                            </a:xfrm>
                            <a:custGeom>
                              <a:avLst/>
                              <a:gdLst>
                                <a:gd name="connsiteX0" fmla="*/ 0 w 12686"/>
                                <a:gd name="connsiteY0" fmla="*/ 0 h 76157"/>
                                <a:gd name="connsiteX1" fmla="*/ 21529 w 12686"/>
                                <a:gd name="connsiteY1" fmla="*/ 0 h 76157"/>
                                <a:gd name="connsiteX2" fmla="*/ 21529 w 12686"/>
                                <a:gd name="connsiteY2" fmla="*/ 80803 h 76157"/>
                                <a:gd name="connsiteX3" fmla="*/ 0 w 12686"/>
                                <a:gd name="connsiteY3" fmla="*/ 80803 h 76157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</a:cxnLst>
                              <a:rect l="l" t="t" r="r" b="b"/>
                              <a:pathLst>
                                <a:path w="12686" h="76157">
                                  <a:moveTo>
                                    <a:pt x="0" y="0"/>
                                  </a:moveTo>
                                  <a:lnTo>
                                    <a:pt x="21529" y="0"/>
                                  </a:lnTo>
                                  <a:lnTo>
                                    <a:pt x="21529" y="80803"/>
                                  </a:lnTo>
                                  <a:lnTo>
                                    <a:pt x="0" y="80803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E6E6E6"/>
                            </a:solidFill>
                            <a:ln w="12687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ko-KR" altLang="en-US"/>
                            </a:p>
                          </p:txBody>
                        </p:sp>
                        <p:sp>
                          <p:nvSpPr>
                            <p:cNvPr id="1039" name="자유형: 도형 1038">
                              <a:extLst>
                                <a:ext uri="{FF2B5EF4-FFF2-40B4-BE49-F238E27FC236}">
                                  <a16:creationId xmlns:a16="http://schemas.microsoft.com/office/drawing/2014/main" id="{EE30A62F-5C42-4F96-9EC1-AD85C610EAE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196952" y="3849757"/>
                              <a:ext cx="12687" cy="76157"/>
                            </a:xfrm>
                            <a:custGeom>
                              <a:avLst/>
                              <a:gdLst>
                                <a:gd name="connsiteX0" fmla="*/ 0 w 12686"/>
                                <a:gd name="connsiteY0" fmla="*/ 0 h 76157"/>
                                <a:gd name="connsiteX1" fmla="*/ 21529 w 12686"/>
                                <a:gd name="connsiteY1" fmla="*/ 0 h 76157"/>
                                <a:gd name="connsiteX2" fmla="*/ 21529 w 12686"/>
                                <a:gd name="connsiteY2" fmla="*/ 80803 h 76157"/>
                                <a:gd name="connsiteX3" fmla="*/ 0 w 12686"/>
                                <a:gd name="connsiteY3" fmla="*/ 80803 h 76157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</a:cxnLst>
                              <a:rect l="l" t="t" r="r" b="b"/>
                              <a:pathLst>
                                <a:path w="12686" h="76157">
                                  <a:moveTo>
                                    <a:pt x="0" y="0"/>
                                  </a:moveTo>
                                  <a:lnTo>
                                    <a:pt x="21529" y="0"/>
                                  </a:lnTo>
                                  <a:lnTo>
                                    <a:pt x="21529" y="80803"/>
                                  </a:lnTo>
                                  <a:lnTo>
                                    <a:pt x="0" y="80803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E6E6E6"/>
                            </a:solidFill>
                            <a:ln w="12687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ko-KR" altLang="en-US"/>
                            </a:p>
                          </p:txBody>
                        </p:sp>
                        <p:sp>
                          <p:nvSpPr>
                            <p:cNvPr id="1040" name="자유형: 도형 1039">
                              <a:extLst>
                                <a:ext uri="{FF2B5EF4-FFF2-40B4-BE49-F238E27FC236}">
                                  <a16:creationId xmlns:a16="http://schemas.microsoft.com/office/drawing/2014/main" id="{18BC389E-2E5F-4B63-BA85-0779839F82D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161044" y="3849757"/>
                              <a:ext cx="12687" cy="76157"/>
                            </a:xfrm>
                            <a:custGeom>
                              <a:avLst/>
                              <a:gdLst>
                                <a:gd name="connsiteX0" fmla="*/ 0 w 12686"/>
                                <a:gd name="connsiteY0" fmla="*/ 0 h 76157"/>
                                <a:gd name="connsiteX1" fmla="*/ 21529 w 12686"/>
                                <a:gd name="connsiteY1" fmla="*/ 0 h 76157"/>
                                <a:gd name="connsiteX2" fmla="*/ 21529 w 12686"/>
                                <a:gd name="connsiteY2" fmla="*/ 80803 h 76157"/>
                                <a:gd name="connsiteX3" fmla="*/ 0 w 12686"/>
                                <a:gd name="connsiteY3" fmla="*/ 80803 h 76157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</a:cxnLst>
                              <a:rect l="l" t="t" r="r" b="b"/>
                              <a:pathLst>
                                <a:path w="12686" h="76157">
                                  <a:moveTo>
                                    <a:pt x="0" y="0"/>
                                  </a:moveTo>
                                  <a:lnTo>
                                    <a:pt x="21529" y="0"/>
                                  </a:lnTo>
                                  <a:lnTo>
                                    <a:pt x="21529" y="80803"/>
                                  </a:lnTo>
                                  <a:lnTo>
                                    <a:pt x="0" y="80803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E6E6E6"/>
                            </a:solidFill>
                            <a:ln w="12687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ko-KR" altLang="en-US"/>
                            </a:p>
                          </p:txBody>
                        </p:sp>
                        <p:sp>
                          <p:nvSpPr>
                            <p:cNvPr id="1041" name="자유형: 도형 1040">
                              <a:extLst>
                                <a:ext uri="{FF2B5EF4-FFF2-40B4-BE49-F238E27FC236}">
                                  <a16:creationId xmlns:a16="http://schemas.microsoft.com/office/drawing/2014/main" id="{623C5630-7580-4E21-BF25-79C80E68566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125131" y="3849757"/>
                              <a:ext cx="12687" cy="76157"/>
                            </a:xfrm>
                            <a:custGeom>
                              <a:avLst/>
                              <a:gdLst>
                                <a:gd name="connsiteX0" fmla="*/ 0 w 12686"/>
                                <a:gd name="connsiteY0" fmla="*/ 0 h 76157"/>
                                <a:gd name="connsiteX1" fmla="*/ 21529 w 12686"/>
                                <a:gd name="connsiteY1" fmla="*/ 0 h 76157"/>
                                <a:gd name="connsiteX2" fmla="*/ 21529 w 12686"/>
                                <a:gd name="connsiteY2" fmla="*/ 80803 h 76157"/>
                                <a:gd name="connsiteX3" fmla="*/ 0 w 12686"/>
                                <a:gd name="connsiteY3" fmla="*/ 80803 h 76157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</a:cxnLst>
                              <a:rect l="l" t="t" r="r" b="b"/>
                              <a:pathLst>
                                <a:path w="12686" h="76157">
                                  <a:moveTo>
                                    <a:pt x="0" y="0"/>
                                  </a:moveTo>
                                  <a:lnTo>
                                    <a:pt x="21529" y="0"/>
                                  </a:lnTo>
                                  <a:lnTo>
                                    <a:pt x="21529" y="80803"/>
                                  </a:lnTo>
                                  <a:lnTo>
                                    <a:pt x="0" y="80803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E6E6E6"/>
                            </a:solidFill>
                            <a:ln w="12687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ko-KR" altLang="en-US"/>
                            </a:p>
                          </p:txBody>
                        </p:sp>
                        <p:sp>
                          <p:nvSpPr>
                            <p:cNvPr id="1042" name="자유형: 도형 1041">
                              <a:extLst>
                                <a:ext uri="{FF2B5EF4-FFF2-40B4-BE49-F238E27FC236}">
                                  <a16:creationId xmlns:a16="http://schemas.microsoft.com/office/drawing/2014/main" id="{FA2013BB-42B5-4A86-9DA0-82AB78663D7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089228" y="3849757"/>
                              <a:ext cx="12687" cy="76157"/>
                            </a:xfrm>
                            <a:custGeom>
                              <a:avLst/>
                              <a:gdLst>
                                <a:gd name="connsiteX0" fmla="*/ 0 w 12686"/>
                                <a:gd name="connsiteY0" fmla="*/ 0 h 76157"/>
                                <a:gd name="connsiteX1" fmla="*/ 21529 w 12686"/>
                                <a:gd name="connsiteY1" fmla="*/ 0 h 76157"/>
                                <a:gd name="connsiteX2" fmla="*/ 21529 w 12686"/>
                                <a:gd name="connsiteY2" fmla="*/ 80803 h 76157"/>
                                <a:gd name="connsiteX3" fmla="*/ 0 w 12686"/>
                                <a:gd name="connsiteY3" fmla="*/ 80803 h 76157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</a:cxnLst>
                              <a:rect l="l" t="t" r="r" b="b"/>
                              <a:pathLst>
                                <a:path w="12686" h="76157">
                                  <a:moveTo>
                                    <a:pt x="0" y="0"/>
                                  </a:moveTo>
                                  <a:lnTo>
                                    <a:pt x="21529" y="0"/>
                                  </a:lnTo>
                                  <a:lnTo>
                                    <a:pt x="21529" y="80803"/>
                                  </a:lnTo>
                                  <a:lnTo>
                                    <a:pt x="0" y="80803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E6E6E6"/>
                            </a:solidFill>
                            <a:ln w="12687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ko-KR" altLang="en-US"/>
                            </a:p>
                          </p:txBody>
                        </p:sp>
                        <p:sp>
                          <p:nvSpPr>
                            <p:cNvPr id="1043" name="자유형: 도형 1042">
                              <a:extLst>
                                <a:ext uri="{FF2B5EF4-FFF2-40B4-BE49-F238E27FC236}">
                                  <a16:creationId xmlns:a16="http://schemas.microsoft.com/office/drawing/2014/main" id="{D9DD4BEC-166A-4D60-885C-C785D4355C4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053325" y="3849757"/>
                              <a:ext cx="12687" cy="76157"/>
                            </a:xfrm>
                            <a:custGeom>
                              <a:avLst/>
                              <a:gdLst>
                                <a:gd name="connsiteX0" fmla="*/ 0 w 12686"/>
                                <a:gd name="connsiteY0" fmla="*/ 0 h 76157"/>
                                <a:gd name="connsiteX1" fmla="*/ 21529 w 12686"/>
                                <a:gd name="connsiteY1" fmla="*/ 0 h 76157"/>
                                <a:gd name="connsiteX2" fmla="*/ 21529 w 12686"/>
                                <a:gd name="connsiteY2" fmla="*/ 80803 h 76157"/>
                                <a:gd name="connsiteX3" fmla="*/ 0 w 12686"/>
                                <a:gd name="connsiteY3" fmla="*/ 80803 h 76157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</a:cxnLst>
                              <a:rect l="l" t="t" r="r" b="b"/>
                              <a:pathLst>
                                <a:path w="12686" h="76157">
                                  <a:moveTo>
                                    <a:pt x="0" y="0"/>
                                  </a:moveTo>
                                  <a:lnTo>
                                    <a:pt x="21529" y="0"/>
                                  </a:lnTo>
                                  <a:lnTo>
                                    <a:pt x="21529" y="80803"/>
                                  </a:lnTo>
                                  <a:lnTo>
                                    <a:pt x="0" y="80803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E6E6E6"/>
                            </a:solidFill>
                            <a:ln w="12687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ko-KR" altLang="en-US"/>
                            </a:p>
                          </p:txBody>
                        </p:sp>
                        <p:sp>
                          <p:nvSpPr>
                            <p:cNvPr id="1044" name="자유형: 도형 1043">
                              <a:extLst>
                                <a:ext uri="{FF2B5EF4-FFF2-40B4-BE49-F238E27FC236}">
                                  <a16:creationId xmlns:a16="http://schemas.microsoft.com/office/drawing/2014/main" id="{B22F7B4C-900E-4CB2-BDAA-7E956779916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017422" y="3849757"/>
                              <a:ext cx="12687" cy="76157"/>
                            </a:xfrm>
                            <a:custGeom>
                              <a:avLst/>
                              <a:gdLst>
                                <a:gd name="connsiteX0" fmla="*/ 0 w 12686"/>
                                <a:gd name="connsiteY0" fmla="*/ 0 h 76157"/>
                                <a:gd name="connsiteX1" fmla="*/ 21529 w 12686"/>
                                <a:gd name="connsiteY1" fmla="*/ 0 h 76157"/>
                                <a:gd name="connsiteX2" fmla="*/ 21529 w 12686"/>
                                <a:gd name="connsiteY2" fmla="*/ 80803 h 76157"/>
                                <a:gd name="connsiteX3" fmla="*/ 0 w 12686"/>
                                <a:gd name="connsiteY3" fmla="*/ 80803 h 76157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</a:cxnLst>
                              <a:rect l="l" t="t" r="r" b="b"/>
                              <a:pathLst>
                                <a:path w="12686" h="76157">
                                  <a:moveTo>
                                    <a:pt x="0" y="0"/>
                                  </a:moveTo>
                                  <a:lnTo>
                                    <a:pt x="21529" y="0"/>
                                  </a:lnTo>
                                  <a:lnTo>
                                    <a:pt x="21529" y="80803"/>
                                  </a:lnTo>
                                  <a:lnTo>
                                    <a:pt x="0" y="80803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E6E6E6"/>
                            </a:solidFill>
                            <a:ln w="12687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ko-KR" altLang="en-US"/>
                            </a:p>
                          </p:txBody>
                        </p:sp>
                        <p:sp>
                          <p:nvSpPr>
                            <p:cNvPr id="1045" name="자유형: 도형 1044">
                              <a:extLst>
                                <a:ext uri="{FF2B5EF4-FFF2-40B4-BE49-F238E27FC236}">
                                  <a16:creationId xmlns:a16="http://schemas.microsoft.com/office/drawing/2014/main" id="{A5215B9B-0206-4733-B061-D46D463F8C5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1519" y="3849757"/>
                              <a:ext cx="12687" cy="76157"/>
                            </a:xfrm>
                            <a:custGeom>
                              <a:avLst/>
                              <a:gdLst>
                                <a:gd name="connsiteX0" fmla="*/ 0 w 12686"/>
                                <a:gd name="connsiteY0" fmla="*/ 0 h 76157"/>
                                <a:gd name="connsiteX1" fmla="*/ 21529 w 12686"/>
                                <a:gd name="connsiteY1" fmla="*/ 0 h 76157"/>
                                <a:gd name="connsiteX2" fmla="*/ 21529 w 12686"/>
                                <a:gd name="connsiteY2" fmla="*/ 80803 h 76157"/>
                                <a:gd name="connsiteX3" fmla="*/ 0 w 12686"/>
                                <a:gd name="connsiteY3" fmla="*/ 80803 h 76157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</a:cxnLst>
                              <a:rect l="l" t="t" r="r" b="b"/>
                              <a:pathLst>
                                <a:path w="12686" h="76157">
                                  <a:moveTo>
                                    <a:pt x="0" y="0"/>
                                  </a:moveTo>
                                  <a:lnTo>
                                    <a:pt x="21529" y="0"/>
                                  </a:lnTo>
                                  <a:lnTo>
                                    <a:pt x="21529" y="80803"/>
                                  </a:lnTo>
                                  <a:lnTo>
                                    <a:pt x="0" y="80803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E6E6E6"/>
                            </a:solidFill>
                            <a:ln w="12687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ko-KR" altLang="en-US"/>
                            </a:p>
                          </p:txBody>
                        </p:sp>
                        <p:sp>
                          <p:nvSpPr>
                            <p:cNvPr id="1046" name="자유형: 도형 1045">
                              <a:extLst>
                                <a:ext uri="{FF2B5EF4-FFF2-40B4-BE49-F238E27FC236}">
                                  <a16:creationId xmlns:a16="http://schemas.microsoft.com/office/drawing/2014/main" id="{8FCA49C9-5B5C-4F26-BC50-D289391E3E2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45616" y="3849757"/>
                              <a:ext cx="12687" cy="76157"/>
                            </a:xfrm>
                            <a:custGeom>
                              <a:avLst/>
                              <a:gdLst>
                                <a:gd name="connsiteX0" fmla="*/ 0 w 12686"/>
                                <a:gd name="connsiteY0" fmla="*/ 0 h 76157"/>
                                <a:gd name="connsiteX1" fmla="*/ 21529 w 12686"/>
                                <a:gd name="connsiteY1" fmla="*/ 0 h 76157"/>
                                <a:gd name="connsiteX2" fmla="*/ 21529 w 12686"/>
                                <a:gd name="connsiteY2" fmla="*/ 80803 h 76157"/>
                                <a:gd name="connsiteX3" fmla="*/ 0 w 12686"/>
                                <a:gd name="connsiteY3" fmla="*/ 80803 h 76157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</a:cxnLst>
                              <a:rect l="l" t="t" r="r" b="b"/>
                              <a:pathLst>
                                <a:path w="12686" h="76157">
                                  <a:moveTo>
                                    <a:pt x="0" y="0"/>
                                  </a:moveTo>
                                  <a:lnTo>
                                    <a:pt x="21529" y="0"/>
                                  </a:lnTo>
                                  <a:lnTo>
                                    <a:pt x="21529" y="80803"/>
                                  </a:lnTo>
                                  <a:lnTo>
                                    <a:pt x="0" y="80803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E6E6E6"/>
                            </a:solidFill>
                            <a:ln w="12687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ko-KR" altLang="en-US"/>
                            </a:p>
                          </p:txBody>
                        </p:sp>
                        <p:sp>
                          <p:nvSpPr>
                            <p:cNvPr id="1047" name="자유형: 도형 1046">
                              <a:extLst>
                                <a:ext uri="{FF2B5EF4-FFF2-40B4-BE49-F238E27FC236}">
                                  <a16:creationId xmlns:a16="http://schemas.microsoft.com/office/drawing/2014/main" id="{C66B9CE6-444A-420D-ACEB-72FCCC7CE21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09738" y="3849757"/>
                              <a:ext cx="12687" cy="76157"/>
                            </a:xfrm>
                            <a:custGeom>
                              <a:avLst/>
                              <a:gdLst>
                                <a:gd name="connsiteX0" fmla="*/ 0 w 12686"/>
                                <a:gd name="connsiteY0" fmla="*/ 0 h 76157"/>
                                <a:gd name="connsiteX1" fmla="*/ 21529 w 12686"/>
                                <a:gd name="connsiteY1" fmla="*/ 0 h 76157"/>
                                <a:gd name="connsiteX2" fmla="*/ 21529 w 12686"/>
                                <a:gd name="connsiteY2" fmla="*/ 80803 h 76157"/>
                                <a:gd name="connsiteX3" fmla="*/ 0 w 12686"/>
                                <a:gd name="connsiteY3" fmla="*/ 80803 h 76157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</a:cxnLst>
                              <a:rect l="l" t="t" r="r" b="b"/>
                              <a:pathLst>
                                <a:path w="12686" h="76157">
                                  <a:moveTo>
                                    <a:pt x="0" y="0"/>
                                  </a:moveTo>
                                  <a:lnTo>
                                    <a:pt x="21529" y="0"/>
                                  </a:lnTo>
                                  <a:lnTo>
                                    <a:pt x="21529" y="80803"/>
                                  </a:lnTo>
                                  <a:lnTo>
                                    <a:pt x="0" y="80803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E6E6E6"/>
                            </a:solidFill>
                            <a:ln w="12687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ko-KR" altLang="en-US"/>
                            </a:p>
                          </p:txBody>
                        </p:sp>
                      </p:grpSp>
                      <p:sp>
                        <p:nvSpPr>
                          <p:cNvPr id="1048" name="자유형: 도형 1047">
                            <a:extLst>
                              <a:ext uri="{FF2B5EF4-FFF2-40B4-BE49-F238E27FC236}">
                                <a16:creationId xmlns:a16="http://schemas.microsoft.com/office/drawing/2014/main" id="{2E932F0B-E06B-492B-9243-2A8007AC945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873734" y="3849757"/>
                            <a:ext cx="12687" cy="76157"/>
                          </a:xfrm>
                          <a:custGeom>
                            <a:avLst/>
                            <a:gdLst>
                              <a:gd name="connsiteX0" fmla="*/ 0 w 12686"/>
                              <a:gd name="connsiteY0" fmla="*/ 0 h 76157"/>
                              <a:gd name="connsiteX1" fmla="*/ 21580 w 12686"/>
                              <a:gd name="connsiteY1" fmla="*/ 0 h 76157"/>
                              <a:gd name="connsiteX2" fmla="*/ 21580 w 12686"/>
                              <a:gd name="connsiteY2" fmla="*/ 80803 h 76157"/>
                              <a:gd name="connsiteX3" fmla="*/ 0 w 12686"/>
                              <a:gd name="connsiteY3" fmla="*/ 80803 h 76157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</a:cxnLst>
                            <a:rect l="l" t="t" r="r" b="b"/>
                            <a:pathLst>
                              <a:path w="12686" h="76157">
                                <a:moveTo>
                                  <a:pt x="0" y="0"/>
                                </a:moveTo>
                                <a:lnTo>
                                  <a:pt x="21580" y="0"/>
                                </a:lnTo>
                                <a:lnTo>
                                  <a:pt x="21580" y="80803"/>
                                </a:lnTo>
                                <a:lnTo>
                                  <a:pt x="0" y="8080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E6E6E6"/>
                          </a:solidFill>
                          <a:ln w="12687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ko-KR" altLang="en-US"/>
                          </a:p>
                        </p:txBody>
                      </p:sp>
                      <p:sp>
                        <p:nvSpPr>
                          <p:cNvPr id="1049" name="자유형: 도형 1048">
                            <a:extLst>
                              <a:ext uri="{FF2B5EF4-FFF2-40B4-BE49-F238E27FC236}">
                                <a16:creationId xmlns:a16="http://schemas.microsoft.com/office/drawing/2014/main" id="{88AD18C0-9408-4D4A-B6AE-6952D7408A5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837780" y="3849757"/>
                            <a:ext cx="12687" cy="76157"/>
                          </a:xfrm>
                          <a:custGeom>
                            <a:avLst/>
                            <a:gdLst>
                              <a:gd name="connsiteX0" fmla="*/ 0 w 12686"/>
                              <a:gd name="connsiteY0" fmla="*/ 0 h 76157"/>
                              <a:gd name="connsiteX1" fmla="*/ 21580 w 12686"/>
                              <a:gd name="connsiteY1" fmla="*/ 0 h 76157"/>
                              <a:gd name="connsiteX2" fmla="*/ 21580 w 12686"/>
                              <a:gd name="connsiteY2" fmla="*/ 80803 h 76157"/>
                              <a:gd name="connsiteX3" fmla="*/ 0 w 12686"/>
                              <a:gd name="connsiteY3" fmla="*/ 80803 h 76157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</a:cxnLst>
                            <a:rect l="l" t="t" r="r" b="b"/>
                            <a:pathLst>
                              <a:path w="12686" h="76157">
                                <a:moveTo>
                                  <a:pt x="0" y="0"/>
                                </a:moveTo>
                                <a:lnTo>
                                  <a:pt x="21580" y="0"/>
                                </a:lnTo>
                                <a:lnTo>
                                  <a:pt x="21580" y="80803"/>
                                </a:lnTo>
                                <a:lnTo>
                                  <a:pt x="0" y="8080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E6E6E6"/>
                          </a:solidFill>
                          <a:ln w="12687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ko-KR" altLang="en-US"/>
                          </a:p>
                        </p:txBody>
                      </p:sp>
                      <p:sp>
                        <p:nvSpPr>
                          <p:cNvPr id="1050" name="자유형: 도형 1049">
                            <a:extLst>
                              <a:ext uri="{FF2B5EF4-FFF2-40B4-BE49-F238E27FC236}">
                                <a16:creationId xmlns:a16="http://schemas.microsoft.com/office/drawing/2014/main" id="{9AAEE390-280B-446B-AFB9-F948530B491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801801" y="3849757"/>
                            <a:ext cx="12687" cy="76157"/>
                          </a:xfrm>
                          <a:custGeom>
                            <a:avLst/>
                            <a:gdLst>
                              <a:gd name="connsiteX0" fmla="*/ 0 w 12686"/>
                              <a:gd name="connsiteY0" fmla="*/ 0 h 76157"/>
                              <a:gd name="connsiteX1" fmla="*/ 21580 w 12686"/>
                              <a:gd name="connsiteY1" fmla="*/ 0 h 76157"/>
                              <a:gd name="connsiteX2" fmla="*/ 21580 w 12686"/>
                              <a:gd name="connsiteY2" fmla="*/ 80803 h 76157"/>
                              <a:gd name="connsiteX3" fmla="*/ 0 w 12686"/>
                              <a:gd name="connsiteY3" fmla="*/ 80803 h 76157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</a:cxnLst>
                            <a:rect l="l" t="t" r="r" b="b"/>
                            <a:pathLst>
                              <a:path w="12686" h="76157">
                                <a:moveTo>
                                  <a:pt x="0" y="0"/>
                                </a:moveTo>
                                <a:lnTo>
                                  <a:pt x="21580" y="0"/>
                                </a:lnTo>
                                <a:lnTo>
                                  <a:pt x="21580" y="80803"/>
                                </a:lnTo>
                                <a:lnTo>
                                  <a:pt x="0" y="8080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E6E6E6"/>
                          </a:solidFill>
                          <a:ln w="12687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ko-KR" altLang="en-US"/>
                          </a:p>
                        </p:txBody>
                      </p:sp>
                      <p:sp>
                        <p:nvSpPr>
                          <p:cNvPr id="1051" name="자유형: 도형 1050">
                            <a:extLst>
                              <a:ext uri="{FF2B5EF4-FFF2-40B4-BE49-F238E27FC236}">
                                <a16:creationId xmlns:a16="http://schemas.microsoft.com/office/drawing/2014/main" id="{B37F0803-26EA-490E-A6E5-849C04B6152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765847" y="3849757"/>
                            <a:ext cx="12687" cy="76157"/>
                          </a:xfrm>
                          <a:custGeom>
                            <a:avLst/>
                            <a:gdLst>
                              <a:gd name="connsiteX0" fmla="*/ 0 w 12686"/>
                              <a:gd name="connsiteY0" fmla="*/ 0 h 76157"/>
                              <a:gd name="connsiteX1" fmla="*/ 21580 w 12686"/>
                              <a:gd name="connsiteY1" fmla="*/ 0 h 76157"/>
                              <a:gd name="connsiteX2" fmla="*/ 21580 w 12686"/>
                              <a:gd name="connsiteY2" fmla="*/ 80803 h 76157"/>
                              <a:gd name="connsiteX3" fmla="*/ 0 w 12686"/>
                              <a:gd name="connsiteY3" fmla="*/ 80803 h 76157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</a:cxnLst>
                            <a:rect l="l" t="t" r="r" b="b"/>
                            <a:pathLst>
                              <a:path w="12686" h="76157">
                                <a:moveTo>
                                  <a:pt x="0" y="0"/>
                                </a:moveTo>
                                <a:lnTo>
                                  <a:pt x="21580" y="0"/>
                                </a:lnTo>
                                <a:lnTo>
                                  <a:pt x="21580" y="80803"/>
                                </a:lnTo>
                                <a:lnTo>
                                  <a:pt x="0" y="8080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E6E6E6"/>
                          </a:solidFill>
                          <a:ln w="12687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ko-KR" altLang="en-US"/>
                          </a:p>
                        </p:txBody>
                      </p:sp>
                      <p:sp>
                        <p:nvSpPr>
                          <p:cNvPr id="1052" name="자유형: 도형 1051">
                            <a:extLst>
                              <a:ext uri="{FF2B5EF4-FFF2-40B4-BE49-F238E27FC236}">
                                <a16:creationId xmlns:a16="http://schemas.microsoft.com/office/drawing/2014/main" id="{3ED3B0D2-D30A-4B56-9617-90836B6E39B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729868" y="3849757"/>
                            <a:ext cx="12687" cy="76157"/>
                          </a:xfrm>
                          <a:custGeom>
                            <a:avLst/>
                            <a:gdLst>
                              <a:gd name="connsiteX0" fmla="*/ 0 w 12686"/>
                              <a:gd name="connsiteY0" fmla="*/ 0 h 76157"/>
                              <a:gd name="connsiteX1" fmla="*/ 21580 w 12686"/>
                              <a:gd name="connsiteY1" fmla="*/ 0 h 76157"/>
                              <a:gd name="connsiteX2" fmla="*/ 21580 w 12686"/>
                              <a:gd name="connsiteY2" fmla="*/ 80803 h 76157"/>
                              <a:gd name="connsiteX3" fmla="*/ 0 w 12686"/>
                              <a:gd name="connsiteY3" fmla="*/ 80803 h 76157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</a:cxnLst>
                            <a:rect l="l" t="t" r="r" b="b"/>
                            <a:pathLst>
                              <a:path w="12686" h="76157">
                                <a:moveTo>
                                  <a:pt x="0" y="0"/>
                                </a:moveTo>
                                <a:lnTo>
                                  <a:pt x="21580" y="0"/>
                                </a:lnTo>
                                <a:lnTo>
                                  <a:pt x="21580" y="80803"/>
                                </a:lnTo>
                                <a:lnTo>
                                  <a:pt x="0" y="8080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E6E6E6"/>
                          </a:solidFill>
                          <a:ln w="12687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ko-KR" altLang="en-US"/>
                          </a:p>
                        </p:txBody>
                      </p:sp>
                      <p:sp>
                        <p:nvSpPr>
                          <p:cNvPr id="1053" name="자유형: 도형 1052">
                            <a:extLst>
                              <a:ext uri="{FF2B5EF4-FFF2-40B4-BE49-F238E27FC236}">
                                <a16:creationId xmlns:a16="http://schemas.microsoft.com/office/drawing/2014/main" id="{F3C32DA0-A23A-4828-AFCC-BE29FF42A6A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693914" y="3849757"/>
                            <a:ext cx="12687" cy="76157"/>
                          </a:xfrm>
                          <a:custGeom>
                            <a:avLst/>
                            <a:gdLst>
                              <a:gd name="connsiteX0" fmla="*/ 0 w 12686"/>
                              <a:gd name="connsiteY0" fmla="*/ 0 h 76157"/>
                              <a:gd name="connsiteX1" fmla="*/ 21580 w 12686"/>
                              <a:gd name="connsiteY1" fmla="*/ 0 h 76157"/>
                              <a:gd name="connsiteX2" fmla="*/ 21580 w 12686"/>
                              <a:gd name="connsiteY2" fmla="*/ 80803 h 76157"/>
                              <a:gd name="connsiteX3" fmla="*/ 0 w 12686"/>
                              <a:gd name="connsiteY3" fmla="*/ 80803 h 76157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</a:cxnLst>
                            <a:rect l="l" t="t" r="r" b="b"/>
                            <a:pathLst>
                              <a:path w="12686" h="76157">
                                <a:moveTo>
                                  <a:pt x="0" y="0"/>
                                </a:moveTo>
                                <a:lnTo>
                                  <a:pt x="21580" y="0"/>
                                </a:lnTo>
                                <a:lnTo>
                                  <a:pt x="21580" y="80803"/>
                                </a:lnTo>
                                <a:lnTo>
                                  <a:pt x="0" y="8080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E6E6E6"/>
                          </a:solidFill>
                          <a:ln w="12687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ko-KR" altLang="en-US"/>
                          </a:p>
                        </p:txBody>
                      </p:sp>
                      <p:sp>
                        <p:nvSpPr>
                          <p:cNvPr id="1054" name="자유형: 도형 1053">
                            <a:extLst>
                              <a:ext uri="{FF2B5EF4-FFF2-40B4-BE49-F238E27FC236}">
                                <a16:creationId xmlns:a16="http://schemas.microsoft.com/office/drawing/2014/main" id="{406A7A2E-D864-4CF2-8B18-D00862526C8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657935" y="3849757"/>
                            <a:ext cx="12687" cy="76157"/>
                          </a:xfrm>
                          <a:custGeom>
                            <a:avLst/>
                            <a:gdLst>
                              <a:gd name="connsiteX0" fmla="*/ 0 w 12686"/>
                              <a:gd name="connsiteY0" fmla="*/ 0 h 76157"/>
                              <a:gd name="connsiteX1" fmla="*/ 21580 w 12686"/>
                              <a:gd name="connsiteY1" fmla="*/ 0 h 76157"/>
                              <a:gd name="connsiteX2" fmla="*/ 21580 w 12686"/>
                              <a:gd name="connsiteY2" fmla="*/ 80803 h 76157"/>
                              <a:gd name="connsiteX3" fmla="*/ 0 w 12686"/>
                              <a:gd name="connsiteY3" fmla="*/ 80803 h 76157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</a:cxnLst>
                            <a:rect l="l" t="t" r="r" b="b"/>
                            <a:pathLst>
                              <a:path w="12686" h="76157">
                                <a:moveTo>
                                  <a:pt x="0" y="0"/>
                                </a:moveTo>
                                <a:lnTo>
                                  <a:pt x="21580" y="0"/>
                                </a:lnTo>
                                <a:lnTo>
                                  <a:pt x="21580" y="80803"/>
                                </a:lnTo>
                                <a:lnTo>
                                  <a:pt x="0" y="8080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E6E6E6"/>
                          </a:solidFill>
                          <a:ln w="12687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ko-KR" altLang="en-US"/>
                          </a:p>
                        </p:txBody>
                      </p:sp>
                      <p:sp>
                        <p:nvSpPr>
                          <p:cNvPr id="1055" name="자유형: 도형 1054">
                            <a:extLst>
                              <a:ext uri="{FF2B5EF4-FFF2-40B4-BE49-F238E27FC236}">
                                <a16:creationId xmlns:a16="http://schemas.microsoft.com/office/drawing/2014/main" id="{2160CD9D-A908-499F-8677-A840B9AB3B0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621981" y="3849757"/>
                            <a:ext cx="12687" cy="76157"/>
                          </a:xfrm>
                          <a:custGeom>
                            <a:avLst/>
                            <a:gdLst>
                              <a:gd name="connsiteX0" fmla="*/ 0 w 12686"/>
                              <a:gd name="connsiteY0" fmla="*/ 0 h 76157"/>
                              <a:gd name="connsiteX1" fmla="*/ 21593 w 12686"/>
                              <a:gd name="connsiteY1" fmla="*/ 0 h 76157"/>
                              <a:gd name="connsiteX2" fmla="*/ 21593 w 12686"/>
                              <a:gd name="connsiteY2" fmla="*/ 80803 h 76157"/>
                              <a:gd name="connsiteX3" fmla="*/ 0 w 12686"/>
                              <a:gd name="connsiteY3" fmla="*/ 80803 h 76157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</a:cxnLst>
                            <a:rect l="l" t="t" r="r" b="b"/>
                            <a:pathLst>
                              <a:path w="12686" h="76157">
                                <a:moveTo>
                                  <a:pt x="0" y="0"/>
                                </a:moveTo>
                                <a:lnTo>
                                  <a:pt x="21593" y="0"/>
                                </a:lnTo>
                                <a:lnTo>
                                  <a:pt x="21593" y="80803"/>
                                </a:lnTo>
                                <a:lnTo>
                                  <a:pt x="0" y="8080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E6E6E6"/>
                          </a:solidFill>
                          <a:ln w="12687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ko-KR" altLang="en-US"/>
                          </a:p>
                        </p:txBody>
                      </p:sp>
                      <p:sp>
                        <p:nvSpPr>
                          <p:cNvPr id="1056" name="자유형: 도형 1055">
                            <a:extLst>
                              <a:ext uri="{FF2B5EF4-FFF2-40B4-BE49-F238E27FC236}">
                                <a16:creationId xmlns:a16="http://schemas.microsoft.com/office/drawing/2014/main" id="{34ADFA7C-8404-47A8-ACDD-EA47012D0DA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86015" y="3849757"/>
                            <a:ext cx="12687" cy="76157"/>
                          </a:xfrm>
                          <a:custGeom>
                            <a:avLst/>
                            <a:gdLst>
                              <a:gd name="connsiteX0" fmla="*/ 0 w 12686"/>
                              <a:gd name="connsiteY0" fmla="*/ 0 h 76157"/>
                              <a:gd name="connsiteX1" fmla="*/ 21580 w 12686"/>
                              <a:gd name="connsiteY1" fmla="*/ 0 h 76157"/>
                              <a:gd name="connsiteX2" fmla="*/ 21580 w 12686"/>
                              <a:gd name="connsiteY2" fmla="*/ 80803 h 76157"/>
                              <a:gd name="connsiteX3" fmla="*/ 0 w 12686"/>
                              <a:gd name="connsiteY3" fmla="*/ 80803 h 76157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</a:cxnLst>
                            <a:rect l="l" t="t" r="r" b="b"/>
                            <a:pathLst>
                              <a:path w="12686" h="76157">
                                <a:moveTo>
                                  <a:pt x="0" y="0"/>
                                </a:moveTo>
                                <a:lnTo>
                                  <a:pt x="21580" y="0"/>
                                </a:lnTo>
                                <a:lnTo>
                                  <a:pt x="21580" y="80803"/>
                                </a:lnTo>
                                <a:lnTo>
                                  <a:pt x="0" y="8080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E6E6E6"/>
                          </a:solidFill>
                          <a:ln w="12687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ko-KR" altLang="en-US"/>
                          </a:p>
                        </p:txBody>
                      </p:sp>
                      <p:sp>
                        <p:nvSpPr>
                          <p:cNvPr id="1057" name="자유형: 도형 1056">
                            <a:extLst>
                              <a:ext uri="{FF2B5EF4-FFF2-40B4-BE49-F238E27FC236}">
                                <a16:creationId xmlns:a16="http://schemas.microsoft.com/office/drawing/2014/main" id="{E39144CB-C937-4EB4-B9DE-4AFF6F81C32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50048" y="3849757"/>
                            <a:ext cx="12687" cy="76157"/>
                          </a:xfrm>
                          <a:custGeom>
                            <a:avLst/>
                            <a:gdLst>
                              <a:gd name="connsiteX0" fmla="*/ 0 w 12686"/>
                              <a:gd name="connsiteY0" fmla="*/ 0 h 76157"/>
                              <a:gd name="connsiteX1" fmla="*/ 21580 w 12686"/>
                              <a:gd name="connsiteY1" fmla="*/ 0 h 76157"/>
                              <a:gd name="connsiteX2" fmla="*/ 21580 w 12686"/>
                              <a:gd name="connsiteY2" fmla="*/ 80803 h 76157"/>
                              <a:gd name="connsiteX3" fmla="*/ 0 w 12686"/>
                              <a:gd name="connsiteY3" fmla="*/ 80803 h 76157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</a:cxnLst>
                            <a:rect l="l" t="t" r="r" b="b"/>
                            <a:pathLst>
                              <a:path w="12686" h="76157">
                                <a:moveTo>
                                  <a:pt x="0" y="0"/>
                                </a:moveTo>
                                <a:lnTo>
                                  <a:pt x="21580" y="0"/>
                                </a:lnTo>
                                <a:lnTo>
                                  <a:pt x="21580" y="80803"/>
                                </a:lnTo>
                                <a:lnTo>
                                  <a:pt x="0" y="8080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E6E6E6"/>
                          </a:solidFill>
                          <a:ln w="12687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ko-KR" altLang="en-US"/>
                          </a:p>
                        </p:txBody>
                      </p:sp>
                      <p:sp>
                        <p:nvSpPr>
                          <p:cNvPr id="1058" name="자유형: 도형 1057">
                            <a:extLst>
                              <a:ext uri="{FF2B5EF4-FFF2-40B4-BE49-F238E27FC236}">
                                <a16:creationId xmlns:a16="http://schemas.microsoft.com/office/drawing/2014/main" id="{0558ED35-0093-489E-9AC4-9B45EBD3A40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14082" y="3849757"/>
                            <a:ext cx="12687" cy="76157"/>
                          </a:xfrm>
                          <a:custGeom>
                            <a:avLst/>
                            <a:gdLst>
                              <a:gd name="connsiteX0" fmla="*/ 0 w 12686"/>
                              <a:gd name="connsiteY0" fmla="*/ 0 h 76157"/>
                              <a:gd name="connsiteX1" fmla="*/ 21580 w 12686"/>
                              <a:gd name="connsiteY1" fmla="*/ 0 h 76157"/>
                              <a:gd name="connsiteX2" fmla="*/ 21580 w 12686"/>
                              <a:gd name="connsiteY2" fmla="*/ 80803 h 76157"/>
                              <a:gd name="connsiteX3" fmla="*/ 0 w 12686"/>
                              <a:gd name="connsiteY3" fmla="*/ 80803 h 76157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</a:cxnLst>
                            <a:rect l="l" t="t" r="r" b="b"/>
                            <a:pathLst>
                              <a:path w="12686" h="76157">
                                <a:moveTo>
                                  <a:pt x="0" y="0"/>
                                </a:moveTo>
                                <a:lnTo>
                                  <a:pt x="21580" y="0"/>
                                </a:lnTo>
                                <a:lnTo>
                                  <a:pt x="21580" y="80803"/>
                                </a:lnTo>
                                <a:lnTo>
                                  <a:pt x="0" y="8080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E6E6E6"/>
                          </a:solidFill>
                          <a:ln w="12687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ko-KR" altLang="en-US"/>
                          </a:p>
                        </p:txBody>
                      </p:sp>
                      <p:sp>
                        <p:nvSpPr>
                          <p:cNvPr id="1059" name="자유형: 도형 1058">
                            <a:extLst>
                              <a:ext uri="{FF2B5EF4-FFF2-40B4-BE49-F238E27FC236}">
                                <a16:creationId xmlns:a16="http://schemas.microsoft.com/office/drawing/2014/main" id="{DEB9CA10-B92E-4A04-899F-72C7079E74E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78128" y="3849757"/>
                            <a:ext cx="12687" cy="76157"/>
                          </a:xfrm>
                          <a:custGeom>
                            <a:avLst/>
                            <a:gdLst>
                              <a:gd name="connsiteX0" fmla="*/ 0 w 12686"/>
                              <a:gd name="connsiteY0" fmla="*/ 0 h 76157"/>
                              <a:gd name="connsiteX1" fmla="*/ 21580 w 12686"/>
                              <a:gd name="connsiteY1" fmla="*/ 0 h 76157"/>
                              <a:gd name="connsiteX2" fmla="*/ 21580 w 12686"/>
                              <a:gd name="connsiteY2" fmla="*/ 80803 h 76157"/>
                              <a:gd name="connsiteX3" fmla="*/ 0 w 12686"/>
                              <a:gd name="connsiteY3" fmla="*/ 80803 h 76157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</a:cxnLst>
                            <a:rect l="l" t="t" r="r" b="b"/>
                            <a:pathLst>
                              <a:path w="12686" h="76157">
                                <a:moveTo>
                                  <a:pt x="0" y="0"/>
                                </a:moveTo>
                                <a:lnTo>
                                  <a:pt x="21580" y="0"/>
                                </a:lnTo>
                                <a:lnTo>
                                  <a:pt x="21580" y="80803"/>
                                </a:lnTo>
                                <a:lnTo>
                                  <a:pt x="0" y="8080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E6E6E6"/>
                          </a:solidFill>
                          <a:ln w="12687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ko-KR" altLang="en-US"/>
                          </a:p>
                        </p:txBody>
                      </p:sp>
                      <p:sp>
                        <p:nvSpPr>
                          <p:cNvPr id="1060" name="자유형: 도형 1059">
                            <a:extLst>
                              <a:ext uri="{FF2B5EF4-FFF2-40B4-BE49-F238E27FC236}">
                                <a16:creationId xmlns:a16="http://schemas.microsoft.com/office/drawing/2014/main" id="{03322842-3B50-461A-8D5D-0089EB079D3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42162" y="3849757"/>
                            <a:ext cx="12687" cy="76157"/>
                          </a:xfrm>
                          <a:custGeom>
                            <a:avLst/>
                            <a:gdLst>
                              <a:gd name="connsiteX0" fmla="*/ 0 w 12686"/>
                              <a:gd name="connsiteY0" fmla="*/ 0 h 76157"/>
                              <a:gd name="connsiteX1" fmla="*/ 21580 w 12686"/>
                              <a:gd name="connsiteY1" fmla="*/ 0 h 76157"/>
                              <a:gd name="connsiteX2" fmla="*/ 21580 w 12686"/>
                              <a:gd name="connsiteY2" fmla="*/ 80803 h 76157"/>
                              <a:gd name="connsiteX3" fmla="*/ 0 w 12686"/>
                              <a:gd name="connsiteY3" fmla="*/ 80803 h 76157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</a:cxnLst>
                            <a:rect l="l" t="t" r="r" b="b"/>
                            <a:pathLst>
                              <a:path w="12686" h="76157">
                                <a:moveTo>
                                  <a:pt x="0" y="0"/>
                                </a:moveTo>
                                <a:lnTo>
                                  <a:pt x="21580" y="0"/>
                                </a:lnTo>
                                <a:lnTo>
                                  <a:pt x="21580" y="80803"/>
                                </a:lnTo>
                                <a:lnTo>
                                  <a:pt x="0" y="8080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E6E6E6"/>
                          </a:solidFill>
                          <a:ln w="12687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ko-KR" altLang="en-US"/>
                          </a:p>
                        </p:txBody>
                      </p:sp>
                      <p:sp>
                        <p:nvSpPr>
                          <p:cNvPr id="1061" name="자유형: 도형 1060">
                            <a:extLst>
                              <a:ext uri="{FF2B5EF4-FFF2-40B4-BE49-F238E27FC236}">
                                <a16:creationId xmlns:a16="http://schemas.microsoft.com/office/drawing/2014/main" id="{D76CB382-B9AA-4402-A08E-128B481FBD4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06195" y="3849757"/>
                            <a:ext cx="12687" cy="76157"/>
                          </a:xfrm>
                          <a:custGeom>
                            <a:avLst/>
                            <a:gdLst>
                              <a:gd name="connsiteX0" fmla="*/ 0 w 12686"/>
                              <a:gd name="connsiteY0" fmla="*/ 0 h 76157"/>
                              <a:gd name="connsiteX1" fmla="*/ 21580 w 12686"/>
                              <a:gd name="connsiteY1" fmla="*/ 0 h 76157"/>
                              <a:gd name="connsiteX2" fmla="*/ 21580 w 12686"/>
                              <a:gd name="connsiteY2" fmla="*/ 80803 h 76157"/>
                              <a:gd name="connsiteX3" fmla="*/ 0 w 12686"/>
                              <a:gd name="connsiteY3" fmla="*/ 80803 h 76157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</a:cxnLst>
                            <a:rect l="l" t="t" r="r" b="b"/>
                            <a:pathLst>
                              <a:path w="12686" h="76157">
                                <a:moveTo>
                                  <a:pt x="0" y="0"/>
                                </a:moveTo>
                                <a:lnTo>
                                  <a:pt x="21580" y="0"/>
                                </a:lnTo>
                                <a:lnTo>
                                  <a:pt x="21580" y="80803"/>
                                </a:lnTo>
                                <a:lnTo>
                                  <a:pt x="0" y="8080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E6E6E6"/>
                          </a:solidFill>
                          <a:ln w="12687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ko-KR" altLang="en-US"/>
                          </a:p>
                        </p:txBody>
                      </p:sp>
                      <p:sp>
                        <p:nvSpPr>
                          <p:cNvPr id="1062" name="자유형: 도형 1061">
                            <a:extLst>
                              <a:ext uri="{FF2B5EF4-FFF2-40B4-BE49-F238E27FC236}">
                                <a16:creationId xmlns:a16="http://schemas.microsoft.com/office/drawing/2014/main" id="{F728CFCC-AE4C-4FC0-BE2D-46E62D574DA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370229" y="3849757"/>
                            <a:ext cx="12687" cy="76157"/>
                          </a:xfrm>
                          <a:custGeom>
                            <a:avLst/>
                            <a:gdLst>
                              <a:gd name="connsiteX0" fmla="*/ 0 w 12686"/>
                              <a:gd name="connsiteY0" fmla="*/ 0 h 76157"/>
                              <a:gd name="connsiteX1" fmla="*/ 21580 w 12686"/>
                              <a:gd name="connsiteY1" fmla="*/ 0 h 76157"/>
                              <a:gd name="connsiteX2" fmla="*/ 21580 w 12686"/>
                              <a:gd name="connsiteY2" fmla="*/ 80803 h 76157"/>
                              <a:gd name="connsiteX3" fmla="*/ 0 w 12686"/>
                              <a:gd name="connsiteY3" fmla="*/ 80803 h 76157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</a:cxnLst>
                            <a:rect l="l" t="t" r="r" b="b"/>
                            <a:pathLst>
                              <a:path w="12686" h="76157">
                                <a:moveTo>
                                  <a:pt x="0" y="0"/>
                                </a:moveTo>
                                <a:lnTo>
                                  <a:pt x="21580" y="0"/>
                                </a:lnTo>
                                <a:lnTo>
                                  <a:pt x="21580" y="80803"/>
                                </a:lnTo>
                                <a:lnTo>
                                  <a:pt x="0" y="8080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E6E6E6"/>
                          </a:solidFill>
                          <a:ln w="12687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ko-KR" altLang="en-US"/>
                          </a:p>
                        </p:txBody>
                      </p:sp>
                      <p:sp>
                        <p:nvSpPr>
                          <p:cNvPr id="1063" name="자유형: 도형 1062">
                            <a:extLst>
                              <a:ext uri="{FF2B5EF4-FFF2-40B4-BE49-F238E27FC236}">
                                <a16:creationId xmlns:a16="http://schemas.microsoft.com/office/drawing/2014/main" id="{B91E4D7F-E986-45B2-898B-57E9BDC7950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268757" y="3849757"/>
                            <a:ext cx="12687" cy="12693"/>
                          </a:xfrm>
                          <a:custGeom>
                            <a:avLst/>
                            <a:gdLst>
                              <a:gd name="connsiteX0" fmla="*/ 0 w 12686"/>
                              <a:gd name="connsiteY0" fmla="*/ 0 h 0"/>
                              <a:gd name="connsiteX1" fmla="*/ 21554 w 12686"/>
                              <a:gd name="connsiteY1" fmla="*/ 0 h 0"/>
                              <a:gd name="connsiteX2" fmla="*/ 21554 w 12686"/>
                              <a:gd name="connsiteY2" fmla="*/ 6613 h 0"/>
                              <a:gd name="connsiteX3" fmla="*/ 0 w 12686"/>
                              <a:gd name="connsiteY3" fmla="*/ 6613 h 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</a:cxnLst>
                            <a:rect l="l" t="t" r="r" b="b"/>
                            <a:pathLst>
                              <a:path w="12686">
                                <a:moveTo>
                                  <a:pt x="0" y="0"/>
                                </a:moveTo>
                                <a:lnTo>
                                  <a:pt x="21554" y="0"/>
                                </a:lnTo>
                                <a:lnTo>
                                  <a:pt x="21554" y="6613"/>
                                </a:lnTo>
                                <a:lnTo>
                                  <a:pt x="0" y="661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FFFFFF">
                              <a:alpha val="20000"/>
                            </a:srgbClr>
                          </a:solidFill>
                          <a:ln w="12687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ko-KR" altLang="en-US"/>
                          </a:p>
                        </p:txBody>
                      </p:sp>
                      <p:sp>
                        <p:nvSpPr>
                          <p:cNvPr id="1064" name="자유형: 도형 1063">
                            <a:extLst>
                              <a:ext uri="{FF2B5EF4-FFF2-40B4-BE49-F238E27FC236}">
                                <a16:creationId xmlns:a16="http://schemas.microsoft.com/office/drawing/2014/main" id="{69AB4841-4F72-4FFE-96B1-1E2F67B8C6D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232850" y="3849757"/>
                            <a:ext cx="12687" cy="12693"/>
                          </a:xfrm>
                          <a:custGeom>
                            <a:avLst/>
                            <a:gdLst>
                              <a:gd name="connsiteX0" fmla="*/ 0 w 12686"/>
                              <a:gd name="connsiteY0" fmla="*/ 0 h 0"/>
                              <a:gd name="connsiteX1" fmla="*/ 21554 w 12686"/>
                              <a:gd name="connsiteY1" fmla="*/ 0 h 0"/>
                              <a:gd name="connsiteX2" fmla="*/ 21554 w 12686"/>
                              <a:gd name="connsiteY2" fmla="*/ 6613 h 0"/>
                              <a:gd name="connsiteX3" fmla="*/ 0 w 12686"/>
                              <a:gd name="connsiteY3" fmla="*/ 6613 h 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</a:cxnLst>
                            <a:rect l="l" t="t" r="r" b="b"/>
                            <a:pathLst>
                              <a:path w="12686">
                                <a:moveTo>
                                  <a:pt x="0" y="0"/>
                                </a:moveTo>
                                <a:lnTo>
                                  <a:pt x="21554" y="0"/>
                                </a:lnTo>
                                <a:lnTo>
                                  <a:pt x="21554" y="6613"/>
                                </a:lnTo>
                                <a:lnTo>
                                  <a:pt x="0" y="661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FFFFFF">
                              <a:alpha val="20000"/>
                            </a:srgbClr>
                          </a:solidFill>
                          <a:ln w="12687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ko-KR" altLang="en-US"/>
                          </a:p>
                        </p:txBody>
                      </p:sp>
                      <p:sp>
                        <p:nvSpPr>
                          <p:cNvPr id="1065" name="자유형: 도형 1064">
                            <a:extLst>
                              <a:ext uri="{FF2B5EF4-FFF2-40B4-BE49-F238E27FC236}">
                                <a16:creationId xmlns:a16="http://schemas.microsoft.com/office/drawing/2014/main" id="{B6DC1344-CEE3-472C-9205-E1FCB02B194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196952" y="3849757"/>
                            <a:ext cx="12687" cy="12693"/>
                          </a:xfrm>
                          <a:custGeom>
                            <a:avLst/>
                            <a:gdLst>
                              <a:gd name="connsiteX0" fmla="*/ 0 w 12686"/>
                              <a:gd name="connsiteY0" fmla="*/ 0 h 0"/>
                              <a:gd name="connsiteX1" fmla="*/ 21554 w 12686"/>
                              <a:gd name="connsiteY1" fmla="*/ 0 h 0"/>
                              <a:gd name="connsiteX2" fmla="*/ 21554 w 12686"/>
                              <a:gd name="connsiteY2" fmla="*/ 6613 h 0"/>
                              <a:gd name="connsiteX3" fmla="*/ 0 w 12686"/>
                              <a:gd name="connsiteY3" fmla="*/ 6613 h 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</a:cxnLst>
                            <a:rect l="l" t="t" r="r" b="b"/>
                            <a:pathLst>
                              <a:path w="12686">
                                <a:moveTo>
                                  <a:pt x="0" y="0"/>
                                </a:moveTo>
                                <a:lnTo>
                                  <a:pt x="21554" y="0"/>
                                </a:lnTo>
                                <a:lnTo>
                                  <a:pt x="21554" y="6613"/>
                                </a:lnTo>
                                <a:lnTo>
                                  <a:pt x="0" y="661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FFFFFF">
                              <a:alpha val="20000"/>
                            </a:srgbClr>
                          </a:solidFill>
                          <a:ln w="12687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ko-KR" altLang="en-US"/>
                          </a:p>
                        </p:txBody>
                      </p:sp>
                      <p:sp>
                        <p:nvSpPr>
                          <p:cNvPr id="1066" name="자유형: 도형 1065">
                            <a:extLst>
                              <a:ext uri="{FF2B5EF4-FFF2-40B4-BE49-F238E27FC236}">
                                <a16:creationId xmlns:a16="http://schemas.microsoft.com/office/drawing/2014/main" id="{FB16EBF4-4104-421D-8631-B5FC6081339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161044" y="3849757"/>
                            <a:ext cx="12687" cy="12693"/>
                          </a:xfrm>
                          <a:custGeom>
                            <a:avLst/>
                            <a:gdLst>
                              <a:gd name="connsiteX0" fmla="*/ 0 w 12686"/>
                              <a:gd name="connsiteY0" fmla="*/ 0 h 0"/>
                              <a:gd name="connsiteX1" fmla="*/ 21554 w 12686"/>
                              <a:gd name="connsiteY1" fmla="*/ 0 h 0"/>
                              <a:gd name="connsiteX2" fmla="*/ 21554 w 12686"/>
                              <a:gd name="connsiteY2" fmla="*/ 6613 h 0"/>
                              <a:gd name="connsiteX3" fmla="*/ 0 w 12686"/>
                              <a:gd name="connsiteY3" fmla="*/ 6613 h 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</a:cxnLst>
                            <a:rect l="l" t="t" r="r" b="b"/>
                            <a:pathLst>
                              <a:path w="12686">
                                <a:moveTo>
                                  <a:pt x="0" y="0"/>
                                </a:moveTo>
                                <a:lnTo>
                                  <a:pt x="21554" y="0"/>
                                </a:lnTo>
                                <a:lnTo>
                                  <a:pt x="21554" y="6613"/>
                                </a:lnTo>
                                <a:lnTo>
                                  <a:pt x="0" y="661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FFFFFF">
                              <a:alpha val="20000"/>
                            </a:srgbClr>
                          </a:solidFill>
                          <a:ln w="12687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ko-KR" altLang="en-US"/>
                          </a:p>
                        </p:txBody>
                      </p:sp>
                      <p:sp>
                        <p:nvSpPr>
                          <p:cNvPr id="1067" name="자유형: 도형 1066">
                            <a:extLst>
                              <a:ext uri="{FF2B5EF4-FFF2-40B4-BE49-F238E27FC236}">
                                <a16:creationId xmlns:a16="http://schemas.microsoft.com/office/drawing/2014/main" id="{9D874F18-3E93-436A-8121-97D1B1D66C1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125131" y="3849757"/>
                            <a:ext cx="12687" cy="12693"/>
                          </a:xfrm>
                          <a:custGeom>
                            <a:avLst/>
                            <a:gdLst>
                              <a:gd name="connsiteX0" fmla="*/ 0 w 12686"/>
                              <a:gd name="connsiteY0" fmla="*/ 0 h 0"/>
                              <a:gd name="connsiteX1" fmla="*/ 21554 w 12686"/>
                              <a:gd name="connsiteY1" fmla="*/ 0 h 0"/>
                              <a:gd name="connsiteX2" fmla="*/ 21554 w 12686"/>
                              <a:gd name="connsiteY2" fmla="*/ 6613 h 0"/>
                              <a:gd name="connsiteX3" fmla="*/ 0 w 12686"/>
                              <a:gd name="connsiteY3" fmla="*/ 6613 h 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</a:cxnLst>
                            <a:rect l="l" t="t" r="r" b="b"/>
                            <a:pathLst>
                              <a:path w="12686">
                                <a:moveTo>
                                  <a:pt x="0" y="0"/>
                                </a:moveTo>
                                <a:lnTo>
                                  <a:pt x="21554" y="0"/>
                                </a:lnTo>
                                <a:lnTo>
                                  <a:pt x="21554" y="6613"/>
                                </a:lnTo>
                                <a:lnTo>
                                  <a:pt x="0" y="661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FFFFFF">
                              <a:alpha val="20000"/>
                            </a:srgbClr>
                          </a:solidFill>
                          <a:ln w="12687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ko-KR" altLang="en-US"/>
                          </a:p>
                        </p:txBody>
                      </p:sp>
                      <p:sp>
                        <p:nvSpPr>
                          <p:cNvPr id="1068" name="자유형: 도형 1067">
                            <a:extLst>
                              <a:ext uri="{FF2B5EF4-FFF2-40B4-BE49-F238E27FC236}">
                                <a16:creationId xmlns:a16="http://schemas.microsoft.com/office/drawing/2014/main" id="{699F6E8F-D0B1-4893-9994-B56708AEEFD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089228" y="3849757"/>
                            <a:ext cx="12687" cy="12693"/>
                          </a:xfrm>
                          <a:custGeom>
                            <a:avLst/>
                            <a:gdLst>
                              <a:gd name="connsiteX0" fmla="*/ 0 w 12686"/>
                              <a:gd name="connsiteY0" fmla="*/ 0 h 0"/>
                              <a:gd name="connsiteX1" fmla="*/ 21555 w 12686"/>
                              <a:gd name="connsiteY1" fmla="*/ 0 h 0"/>
                              <a:gd name="connsiteX2" fmla="*/ 21555 w 12686"/>
                              <a:gd name="connsiteY2" fmla="*/ 6613 h 0"/>
                              <a:gd name="connsiteX3" fmla="*/ 0 w 12686"/>
                              <a:gd name="connsiteY3" fmla="*/ 6613 h 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</a:cxnLst>
                            <a:rect l="l" t="t" r="r" b="b"/>
                            <a:pathLst>
                              <a:path w="12686">
                                <a:moveTo>
                                  <a:pt x="0" y="0"/>
                                </a:moveTo>
                                <a:lnTo>
                                  <a:pt x="21555" y="0"/>
                                </a:lnTo>
                                <a:lnTo>
                                  <a:pt x="21555" y="6613"/>
                                </a:lnTo>
                                <a:lnTo>
                                  <a:pt x="0" y="661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FFFFFF">
                              <a:alpha val="20000"/>
                            </a:srgbClr>
                          </a:solidFill>
                          <a:ln w="12687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ko-KR" altLang="en-US"/>
                          </a:p>
                        </p:txBody>
                      </p:sp>
                      <p:sp>
                        <p:nvSpPr>
                          <p:cNvPr id="1069" name="자유형: 도형 1068">
                            <a:extLst>
                              <a:ext uri="{FF2B5EF4-FFF2-40B4-BE49-F238E27FC236}">
                                <a16:creationId xmlns:a16="http://schemas.microsoft.com/office/drawing/2014/main" id="{51ACED28-CB15-4201-96AE-0AFAAB7D214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053325" y="3849757"/>
                            <a:ext cx="12687" cy="12693"/>
                          </a:xfrm>
                          <a:custGeom>
                            <a:avLst/>
                            <a:gdLst>
                              <a:gd name="connsiteX0" fmla="*/ 0 w 12686"/>
                              <a:gd name="connsiteY0" fmla="*/ 0 h 0"/>
                              <a:gd name="connsiteX1" fmla="*/ 21554 w 12686"/>
                              <a:gd name="connsiteY1" fmla="*/ 0 h 0"/>
                              <a:gd name="connsiteX2" fmla="*/ 21554 w 12686"/>
                              <a:gd name="connsiteY2" fmla="*/ 6613 h 0"/>
                              <a:gd name="connsiteX3" fmla="*/ 0 w 12686"/>
                              <a:gd name="connsiteY3" fmla="*/ 6613 h 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</a:cxnLst>
                            <a:rect l="l" t="t" r="r" b="b"/>
                            <a:pathLst>
                              <a:path w="12686">
                                <a:moveTo>
                                  <a:pt x="0" y="0"/>
                                </a:moveTo>
                                <a:lnTo>
                                  <a:pt x="21554" y="0"/>
                                </a:lnTo>
                                <a:lnTo>
                                  <a:pt x="21554" y="6613"/>
                                </a:lnTo>
                                <a:lnTo>
                                  <a:pt x="0" y="661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FFFFFF">
                              <a:alpha val="20000"/>
                            </a:srgbClr>
                          </a:solidFill>
                          <a:ln w="12687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ko-KR" altLang="en-US"/>
                          </a:p>
                        </p:txBody>
                      </p:sp>
                      <p:sp>
                        <p:nvSpPr>
                          <p:cNvPr id="1070" name="자유형: 도형 1069">
                            <a:extLst>
                              <a:ext uri="{FF2B5EF4-FFF2-40B4-BE49-F238E27FC236}">
                                <a16:creationId xmlns:a16="http://schemas.microsoft.com/office/drawing/2014/main" id="{D93C2ECF-EF2D-45D3-B3F0-215099C809D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017422" y="3849757"/>
                            <a:ext cx="12687" cy="12693"/>
                          </a:xfrm>
                          <a:custGeom>
                            <a:avLst/>
                            <a:gdLst>
                              <a:gd name="connsiteX0" fmla="*/ 0 w 12686"/>
                              <a:gd name="connsiteY0" fmla="*/ 0 h 0"/>
                              <a:gd name="connsiteX1" fmla="*/ 21554 w 12686"/>
                              <a:gd name="connsiteY1" fmla="*/ 0 h 0"/>
                              <a:gd name="connsiteX2" fmla="*/ 21554 w 12686"/>
                              <a:gd name="connsiteY2" fmla="*/ 6613 h 0"/>
                              <a:gd name="connsiteX3" fmla="*/ 0 w 12686"/>
                              <a:gd name="connsiteY3" fmla="*/ 6613 h 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</a:cxnLst>
                            <a:rect l="l" t="t" r="r" b="b"/>
                            <a:pathLst>
                              <a:path w="12686">
                                <a:moveTo>
                                  <a:pt x="0" y="0"/>
                                </a:moveTo>
                                <a:lnTo>
                                  <a:pt x="21554" y="0"/>
                                </a:lnTo>
                                <a:lnTo>
                                  <a:pt x="21554" y="6613"/>
                                </a:lnTo>
                                <a:lnTo>
                                  <a:pt x="0" y="661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FFFFFF">
                              <a:alpha val="20000"/>
                            </a:srgbClr>
                          </a:solidFill>
                          <a:ln w="12687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ko-KR" altLang="en-US"/>
                          </a:p>
                        </p:txBody>
                      </p:sp>
                      <p:sp>
                        <p:nvSpPr>
                          <p:cNvPr id="1071" name="자유형: 도형 1070">
                            <a:extLst>
                              <a:ext uri="{FF2B5EF4-FFF2-40B4-BE49-F238E27FC236}">
                                <a16:creationId xmlns:a16="http://schemas.microsoft.com/office/drawing/2014/main" id="{6CA62D78-3CFB-4050-88F2-DA544A2CA48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1519" y="3849757"/>
                            <a:ext cx="12687" cy="12693"/>
                          </a:xfrm>
                          <a:custGeom>
                            <a:avLst/>
                            <a:gdLst>
                              <a:gd name="connsiteX0" fmla="*/ 0 w 12686"/>
                              <a:gd name="connsiteY0" fmla="*/ 0 h 0"/>
                              <a:gd name="connsiteX1" fmla="*/ 21554 w 12686"/>
                              <a:gd name="connsiteY1" fmla="*/ 0 h 0"/>
                              <a:gd name="connsiteX2" fmla="*/ 21554 w 12686"/>
                              <a:gd name="connsiteY2" fmla="*/ 6613 h 0"/>
                              <a:gd name="connsiteX3" fmla="*/ 0 w 12686"/>
                              <a:gd name="connsiteY3" fmla="*/ 6613 h 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</a:cxnLst>
                            <a:rect l="l" t="t" r="r" b="b"/>
                            <a:pathLst>
                              <a:path w="12686">
                                <a:moveTo>
                                  <a:pt x="0" y="0"/>
                                </a:moveTo>
                                <a:lnTo>
                                  <a:pt x="21554" y="0"/>
                                </a:lnTo>
                                <a:lnTo>
                                  <a:pt x="21554" y="6613"/>
                                </a:lnTo>
                                <a:lnTo>
                                  <a:pt x="0" y="661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FFFFFF">
                              <a:alpha val="20000"/>
                            </a:srgbClr>
                          </a:solidFill>
                          <a:ln w="12687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ko-KR" altLang="en-US"/>
                          </a:p>
                        </p:txBody>
                      </p:sp>
                      <p:sp>
                        <p:nvSpPr>
                          <p:cNvPr id="1072" name="자유형: 도형 1071">
                            <a:extLst>
                              <a:ext uri="{FF2B5EF4-FFF2-40B4-BE49-F238E27FC236}">
                                <a16:creationId xmlns:a16="http://schemas.microsoft.com/office/drawing/2014/main" id="{1F559DD0-11EE-4F7E-BFF9-C5953C77F31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45616" y="3849757"/>
                            <a:ext cx="12687" cy="12693"/>
                          </a:xfrm>
                          <a:custGeom>
                            <a:avLst/>
                            <a:gdLst>
                              <a:gd name="connsiteX0" fmla="*/ 0 w 12686"/>
                              <a:gd name="connsiteY0" fmla="*/ 0 h 0"/>
                              <a:gd name="connsiteX1" fmla="*/ 21555 w 12686"/>
                              <a:gd name="connsiteY1" fmla="*/ 0 h 0"/>
                              <a:gd name="connsiteX2" fmla="*/ 21555 w 12686"/>
                              <a:gd name="connsiteY2" fmla="*/ 6613 h 0"/>
                              <a:gd name="connsiteX3" fmla="*/ 0 w 12686"/>
                              <a:gd name="connsiteY3" fmla="*/ 6613 h 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</a:cxnLst>
                            <a:rect l="l" t="t" r="r" b="b"/>
                            <a:pathLst>
                              <a:path w="12686">
                                <a:moveTo>
                                  <a:pt x="0" y="0"/>
                                </a:moveTo>
                                <a:lnTo>
                                  <a:pt x="21555" y="0"/>
                                </a:lnTo>
                                <a:lnTo>
                                  <a:pt x="21555" y="6613"/>
                                </a:lnTo>
                                <a:lnTo>
                                  <a:pt x="0" y="661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FFFFFF">
                              <a:alpha val="20000"/>
                            </a:srgbClr>
                          </a:solidFill>
                          <a:ln w="12687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ko-KR" altLang="en-US"/>
                          </a:p>
                        </p:txBody>
                      </p:sp>
                      <p:sp>
                        <p:nvSpPr>
                          <p:cNvPr id="1073" name="자유형: 도형 1072">
                            <a:extLst>
                              <a:ext uri="{FF2B5EF4-FFF2-40B4-BE49-F238E27FC236}">
                                <a16:creationId xmlns:a16="http://schemas.microsoft.com/office/drawing/2014/main" id="{3BCB916A-4AE3-41BC-A48F-74701CAD749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09713" y="3849757"/>
                            <a:ext cx="12687" cy="12693"/>
                          </a:xfrm>
                          <a:custGeom>
                            <a:avLst/>
                            <a:gdLst>
                              <a:gd name="connsiteX0" fmla="*/ 0 w 12686"/>
                              <a:gd name="connsiteY0" fmla="*/ 0 h 0"/>
                              <a:gd name="connsiteX1" fmla="*/ 21554 w 12686"/>
                              <a:gd name="connsiteY1" fmla="*/ 0 h 0"/>
                              <a:gd name="connsiteX2" fmla="*/ 21554 w 12686"/>
                              <a:gd name="connsiteY2" fmla="*/ 6613 h 0"/>
                              <a:gd name="connsiteX3" fmla="*/ 0 w 12686"/>
                              <a:gd name="connsiteY3" fmla="*/ 6613 h 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</a:cxnLst>
                            <a:rect l="l" t="t" r="r" b="b"/>
                            <a:pathLst>
                              <a:path w="12686">
                                <a:moveTo>
                                  <a:pt x="0" y="0"/>
                                </a:moveTo>
                                <a:lnTo>
                                  <a:pt x="21554" y="0"/>
                                </a:lnTo>
                                <a:lnTo>
                                  <a:pt x="21554" y="6613"/>
                                </a:lnTo>
                                <a:lnTo>
                                  <a:pt x="0" y="661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FFFFFF">
                              <a:alpha val="20000"/>
                            </a:srgbClr>
                          </a:solidFill>
                          <a:ln w="12687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ko-KR" altLang="en-US"/>
                          </a:p>
                        </p:txBody>
                      </p:sp>
                      <p:sp>
                        <p:nvSpPr>
                          <p:cNvPr id="1074" name="자유형: 도형 1073">
                            <a:extLst>
                              <a:ext uri="{FF2B5EF4-FFF2-40B4-BE49-F238E27FC236}">
                                <a16:creationId xmlns:a16="http://schemas.microsoft.com/office/drawing/2014/main" id="{1E94CA07-B6ED-4AFD-838E-24B7B7D82F0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873734" y="3849757"/>
                            <a:ext cx="12687" cy="12693"/>
                          </a:xfrm>
                          <a:custGeom>
                            <a:avLst/>
                            <a:gdLst>
                              <a:gd name="connsiteX0" fmla="*/ 0 w 12686"/>
                              <a:gd name="connsiteY0" fmla="*/ 0 h 0"/>
                              <a:gd name="connsiteX1" fmla="*/ 21580 w 12686"/>
                              <a:gd name="connsiteY1" fmla="*/ 0 h 0"/>
                              <a:gd name="connsiteX2" fmla="*/ 21580 w 12686"/>
                              <a:gd name="connsiteY2" fmla="*/ 6613 h 0"/>
                              <a:gd name="connsiteX3" fmla="*/ 0 w 12686"/>
                              <a:gd name="connsiteY3" fmla="*/ 6613 h 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</a:cxnLst>
                            <a:rect l="l" t="t" r="r" b="b"/>
                            <a:pathLst>
                              <a:path w="12686">
                                <a:moveTo>
                                  <a:pt x="0" y="0"/>
                                </a:moveTo>
                                <a:lnTo>
                                  <a:pt x="21580" y="0"/>
                                </a:lnTo>
                                <a:lnTo>
                                  <a:pt x="21580" y="6613"/>
                                </a:lnTo>
                                <a:lnTo>
                                  <a:pt x="0" y="661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FFFFFF">
                              <a:alpha val="20000"/>
                            </a:srgbClr>
                          </a:solidFill>
                          <a:ln w="12687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ko-KR" altLang="en-US"/>
                          </a:p>
                        </p:txBody>
                      </p:sp>
                      <p:sp>
                        <p:nvSpPr>
                          <p:cNvPr id="1075" name="자유형: 도형 1074">
                            <a:extLst>
                              <a:ext uri="{FF2B5EF4-FFF2-40B4-BE49-F238E27FC236}">
                                <a16:creationId xmlns:a16="http://schemas.microsoft.com/office/drawing/2014/main" id="{A65A2655-A47A-491F-AEBB-D01E909BF7A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837780" y="3849757"/>
                            <a:ext cx="12687" cy="12693"/>
                          </a:xfrm>
                          <a:custGeom>
                            <a:avLst/>
                            <a:gdLst>
                              <a:gd name="connsiteX0" fmla="*/ 0 w 12686"/>
                              <a:gd name="connsiteY0" fmla="*/ 0 h 0"/>
                              <a:gd name="connsiteX1" fmla="*/ 21580 w 12686"/>
                              <a:gd name="connsiteY1" fmla="*/ 0 h 0"/>
                              <a:gd name="connsiteX2" fmla="*/ 21580 w 12686"/>
                              <a:gd name="connsiteY2" fmla="*/ 6613 h 0"/>
                              <a:gd name="connsiteX3" fmla="*/ 0 w 12686"/>
                              <a:gd name="connsiteY3" fmla="*/ 6613 h 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</a:cxnLst>
                            <a:rect l="l" t="t" r="r" b="b"/>
                            <a:pathLst>
                              <a:path w="12686">
                                <a:moveTo>
                                  <a:pt x="0" y="0"/>
                                </a:moveTo>
                                <a:lnTo>
                                  <a:pt x="21580" y="0"/>
                                </a:lnTo>
                                <a:lnTo>
                                  <a:pt x="21580" y="6613"/>
                                </a:lnTo>
                                <a:lnTo>
                                  <a:pt x="0" y="661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FFFFFF">
                              <a:alpha val="20000"/>
                            </a:srgbClr>
                          </a:solidFill>
                          <a:ln w="12687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ko-KR" altLang="en-US"/>
                          </a:p>
                        </p:txBody>
                      </p:sp>
                      <p:sp>
                        <p:nvSpPr>
                          <p:cNvPr id="1076" name="자유형: 도형 1075">
                            <a:extLst>
                              <a:ext uri="{FF2B5EF4-FFF2-40B4-BE49-F238E27FC236}">
                                <a16:creationId xmlns:a16="http://schemas.microsoft.com/office/drawing/2014/main" id="{79BCA982-CA69-4135-99EE-B3194D56411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801801" y="3849757"/>
                            <a:ext cx="12687" cy="12693"/>
                          </a:xfrm>
                          <a:custGeom>
                            <a:avLst/>
                            <a:gdLst>
                              <a:gd name="connsiteX0" fmla="*/ 0 w 12686"/>
                              <a:gd name="connsiteY0" fmla="*/ 0 h 0"/>
                              <a:gd name="connsiteX1" fmla="*/ 21580 w 12686"/>
                              <a:gd name="connsiteY1" fmla="*/ 0 h 0"/>
                              <a:gd name="connsiteX2" fmla="*/ 21580 w 12686"/>
                              <a:gd name="connsiteY2" fmla="*/ 6613 h 0"/>
                              <a:gd name="connsiteX3" fmla="*/ 0 w 12686"/>
                              <a:gd name="connsiteY3" fmla="*/ 6613 h 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</a:cxnLst>
                            <a:rect l="l" t="t" r="r" b="b"/>
                            <a:pathLst>
                              <a:path w="12686">
                                <a:moveTo>
                                  <a:pt x="0" y="0"/>
                                </a:moveTo>
                                <a:lnTo>
                                  <a:pt x="21580" y="0"/>
                                </a:lnTo>
                                <a:lnTo>
                                  <a:pt x="21580" y="6613"/>
                                </a:lnTo>
                                <a:lnTo>
                                  <a:pt x="0" y="661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FFFFFF">
                              <a:alpha val="20000"/>
                            </a:srgbClr>
                          </a:solidFill>
                          <a:ln w="12687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ko-KR" altLang="en-US"/>
                          </a:p>
                        </p:txBody>
                      </p:sp>
                      <p:sp>
                        <p:nvSpPr>
                          <p:cNvPr id="1077" name="자유형: 도형 1076">
                            <a:extLst>
                              <a:ext uri="{FF2B5EF4-FFF2-40B4-BE49-F238E27FC236}">
                                <a16:creationId xmlns:a16="http://schemas.microsoft.com/office/drawing/2014/main" id="{6CEBA6BA-876E-41CF-A444-96466852BA1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765847" y="3849757"/>
                            <a:ext cx="12687" cy="12693"/>
                          </a:xfrm>
                          <a:custGeom>
                            <a:avLst/>
                            <a:gdLst>
                              <a:gd name="connsiteX0" fmla="*/ 0 w 12686"/>
                              <a:gd name="connsiteY0" fmla="*/ 0 h 0"/>
                              <a:gd name="connsiteX1" fmla="*/ 21580 w 12686"/>
                              <a:gd name="connsiteY1" fmla="*/ 0 h 0"/>
                              <a:gd name="connsiteX2" fmla="*/ 21580 w 12686"/>
                              <a:gd name="connsiteY2" fmla="*/ 6613 h 0"/>
                              <a:gd name="connsiteX3" fmla="*/ 0 w 12686"/>
                              <a:gd name="connsiteY3" fmla="*/ 6613 h 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</a:cxnLst>
                            <a:rect l="l" t="t" r="r" b="b"/>
                            <a:pathLst>
                              <a:path w="12686">
                                <a:moveTo>
                                  <a:pt x="0" y="0"/>
                                </a:moveTo>
                                <a:lnTo>
                                  <a:pt x="21580" y="0"/>
                                </a:lnTo>
                                <a:lnTo>
                                  <a:pt x="21580" y="6613"/>
                                </a:lnTo>
                                <a:lnTo>
                                  <a:pt x="0" y="661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FFFFFF">
                              <a:alpha val="20000"/>
                            </a:srgbClr>
                          </a:solidFill>
                          <a:ln w="12687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ko-KR" altLang="en-US"/>
                          </a:p>
                        </p:txBody>
                      </p:sp>
                      <p:sp>
                        <p:nvSpPr>
                          <p:cNvPr id="1078" name="자유형: 도형 1077">
                            <a:extLst>
                              <a:ext uri="{FF2B5EF4-FFF2-40B4-BE49-F238E27FC236}">
                                <a16:creationId xmlns:a16="http://schemas.microsoft.com/office/drawing/2014/main" id="{D2B474A7-1273-44A0-8765-1477A3DC73A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729868" y="3849757"/>
                            <a:ext cx="12687" cy="12693"/>
                          </a:xfrm>
                          <a:custGeom>
                            <a:avLst/>
                            <a:gdLst>
                              <a:gd name="connsiteX0" fmla="*/ 0 w 12686"/>
                              <a:gd name="connsiteY0" fmla="*/ 0 h 0"/>
                              <a:gd name="connsiteX1" fmla="*/ 21580 w 12686"/>
                              <a:gd name="connsiteY1" fmla="*/ 0 h 0"/>
                              <a:gd name="connsiteX2" fmla="*/ 21580 w 12686"/>
                              <a:gd name="connsiteY2" fmla="*/ 6613 h 0"/>
                              <a:gd name="connsiteX3" fmla="*/ 0 w 12686"/>
                              <a:gd name="connsiteY3" fmla="*/ 6613 h 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</a:cxnLst>
                            <a:rect l="l" t="t" r="r" b="b"/>
                            <a:pathLst>
                              <a:path w="12686">
                                <a:moveTo>
                                  <a:pt x="0" y="0"/>
                                </a:moveTo>
                                <a:lnTo>
                                  <a:pt x="21580" y="0"/>
                                </a:lnTo>
                                <a:lnTo>
                                  <a:pt x="21580" y="6613"/>
                                </a:lnTo>
                                <a:lnTo>
                                  <a:pt x="0" y="661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FFFFFF">
                              <a:alpha val="20000"/>
                            </a:srgbClr>
                          </a:solidFill>
                          <a:ln w="12687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ko-KR" altLang="en-US"/>
                          </a:p>
                        </p:txBody>
                      </p:sp>
                      <p:sp>
                        <p:nvSpPr>
                          <p:cNvPr id="1079" name="자유형: 도형 1078">
                            <a:extLst>
                              <a:ext uri="{FF2B5EF4-FFF2-40B4-BE49-F238E27FC236}">
                                <a16:creationId xmlns:a16="http://schemas.microsoft.com/office/drawing/2014/main" id="{CFD4B0CA-7968-4D18-BAE5-393E9506371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693914" y="3849757"/>
                            <a:ext cx="12687" cy="12693"/>
                          </a:xfrm>
                          <a:custGeom>
                            <a:avLst/>
                            <a:gdLst>
                              <a:gd name="connsiteX0" fmla="*/ 0 w 12686"/>
                              <a:gd name="connsiteY0" fmla="*/ 0 h 0"/>
                              <a:gd name="connsiteX1" fmla="*/ 21580 w 12686"/>
                              <a:gd name="connsiteY1" fmla="*/ 0 h 0"/>
                              <a:gd name="connsiteX2" fmla="*/ 21580 w 12686"/>
                              <a:gd name="connsiteY2" fmla="*/ 6613 h 0"/>
                              <a:gd name="connsiteX3" fmla="*/ 0 w 12686"/>
                              <a:gd name="connsiteY3" fmla="*/ 6613 h 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</a:cxnLst>
                            <a:rect l="l" t="t" r="r" b="b"/>
                            <a:pathLst>
                              <a:path w="12686">
                                <a:moveTo>
                                  <a:pt x="0" y="0"/>
                                </a:moveTo>
                                <a:lnTo>
                                  <a:pt x="21580" y="0"/>
                                </a:lnTo>
                                <a:lnTo>
                                  <a:pt x="21580" y="6613"/>
                                </a:lnTo>
                                <a:lnTo>
                                  <a:pt x="0" y="661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FFFFFF">
                              <a:alpha val="20000"/>
                            </a:srgbClr>
                          </a:solidFill>
                          <a:ln w="12687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ko-KR" altLang="en-US"/>
                          </a:p>
                        </p:txBody>
                      </p:sp>
                      <p:sp>
                        <p:nvSpPr>
                          <p:cNvPr id="1080" name="자유형: 도형 1079">
                            <a:extLst>
                              <a:ext uri="{FF2B5EF4-FFF2-40B4-BE49-F238E27FC236}">
                                <a16:creationId xmlns:a16="http://schemas.microsoft.com/office/drawing/2014/main" id="{E4FD10DD-4B99-48C4-BC4F-97C9AF197D2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657935" y="3849757"/>
                            <a:ext cx="12687" cy="12693"/>
                          </a:xfrm>
                          <a:custGeom>
                            <a:avLst/>
                            <a:gdLst>
                              <a:gd name="connsiteX0" fmla="*/ 0 w 12686"/>
                              <a:gd name="connsiteY0" fmla="*/ 0 h 0"/>
                              <a:gd name="connsiteX1" fmla="*/ 21580 w 12686"/>
                              <a:gd name="connsiteY1" fmla="*/ 0 h 0"/>
                              <a:gd name="connsiteX2" fmla="*/ 21580 w 12686"/>
                              <a:gd name="connsiteY2" fmla="*/ 6613 h 0"/>
                              <a:gd name="connsiteX3" fmla="*/ 0 w 12686"/>
                              <a:gd name="connsiteY3" fmla="*/ 6613 h 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</a:cxnLst>
                            <a:rect l="l" t="t" r="r" b="b"/>
                            <a:pathLst>
                              <a:path w="12686">
                                <a:moveTo>
                                  <a:pt x="0" y="0"/>
                                </a:moveTo>
                                <a:lnTo>
                                  <a:pt x="21580" y="0"/>
                                </a:lnTo>
                                <a:lnTo>
                                  <a:pt x="21580" y="6613"/>
                                </a:lnTo>
                                <a:lnTo>
                                  <a:pt x="0" y="661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FFFFFF">
                              <a:alpha val="20000"/>
                            </a:srgbClr>
                          </a:solidFill>
                          <a:ln w="12687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ko-KR" altLang="en-US"/>
                          </a:p>
                        </p:txBody>
                      </p:sp>
                      <p:sp>
                        <p:nvSpPr>
                          <p:cNvPr id="1081" name="자유형: 도형 1080">
                            <a:extLst>
                              <a:ext uri="{FF2B5EF4-FFF2-40B4-BE49-F238E27FC236}">
                                <a16:creationId xmlns:a16="http://schemas.microsoft.com/office/drawing/2014/main" id="{47DCA1ED-50A9-4835-839F-A556614EF9D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621981" y="3849757"/>
                            <a:ext cx="12687" cy="12693"/>
                          </a:xfrm>
                          <a:custGeom>
                            <a:avLst/>
                            <a:gdLst>
                              <a:gd name="connsiteX0" fmla="*/ 0 w 12686"/>
                              <a:gd name="connsiteY0" fmla="*/ 0 h 0"/>
                              <a:gd name="connsiteX1" fmla="*/ 21593 w 12686"/>
                              <a:gd name="connsiteY1" fmla="*/ 0 h 0"/>
                              <a:gd name="connsiteX2" fmla="*/ 21593 w 12686"/>
                              <a:gd name="connsiteY2" fmla="*/ 6613 h 0"/>
                              <a:gd name="connsiteX3" fmla="*/ 0 w 12686"/>
                              <a:gd name="connsiteY3" fmla="*/ 6613 h 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</a:cxnLst>
                            <a:rect l="l" t="t" r="r" b="b"/>
                            <a:pathLst>
                              <a:path w="12686">
                                <a:moveTo>
                                  <a:pt x="0" y="0"/>
                                </a:moveTo>
                                <a:lnTo>
                                  <a:pt x="21593" y="0"/>
                                </a:lnTo>
                                <a:lnTo>
                                  <a:pt x="21593" y="6613"/>
                                </a:lnTo>
                                <a:lnTo>
                                  <a:pt x="0" y="661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FFFFFF">
                              <a:alpha val="20000"/>
                            </a:srgbClr>
                          </a:solidFill>
                          <a:ln w="12687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ko-KR" altLang="en-US"/>
                          </a:p>
                        </p:txBody>
                      </p:sp>
                      <p:sp>
                        <p:nvSpPr>
                          <p:cNvPr id="1082" name="자유형: 도형 1081">
                            <a:extLst>
                              <a:ext uri="{FF2B5EF4-FFF2-40B4-BE49-F238E27FC236}">
                                <a16:creationId xmlns:a16="http://schemas.microsoft.com/office/drawing/2014/main" id="{6719558C-01DD-4CFB-BC4B-72104EF1591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86015" y="3849757"/>
                            <a:ext cx="12687" cy="12693"/>
                          </a:xfrm>
                          <a:custGeom>
                            <a:avLst/>
                            <a:gdLst>
                              <a:gd name="connsiteX0" fmla="*/ 0 w 12686"/>
                              <a:gd name="connsiteY0" fmla="*/ 0 h 0"/>
                              <a:gd name="connsiteX1" fmla="*/ 21580 w 12686"/>
                              <a:gd name="connsiteY1" fmla="*/ 0 h 0"/>
                              <a:gd name="connsiteX2" fmla="*/ 21580 w 12686"/>
                              <a:gd name="connsiteY2" fmla="*/ 6613 h 0"/>
                              <a:gd name="connsiteX3" fmla="*/ 0 w 12686"/>
                              <a:gd name="connsiteY3" fmla="*/ 6613 h 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</a:cxnLst>
                            <a:rect l="l" t="t" r="r" b="b"/>
                            <a:pathLst>
                              <a:path w="12686">
                                <a:moveTo>
                                  <a:pt x="0" y="0"/>
                                </a:moveTo>
                                <a:lnTo>
                                  <a:pt x="21580" y="0"/>
                                </a:lnTo>
                                <a:lnTo>
                                  <a:pt x="21580" y="6613"/>
                                </a:lnTo>
                                <a:lnTo>
                                  <a:pt x="0" y="661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FFFFFF">
                              <a:alpha val="20000"/>
                            </a:srgbClr>
                          </a:solidFill>
                          <a:ln w="12687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ko-KR" altLang="en-US"/>
                          </a:p>
                        </p:txBody>
                      </p:sp>
                      <p:sp>
                        <p:nvSpPr>
                          <p:cNvPr id="1083" name="자유형: 도형 1082">
                            <a:extLst>
                              <a:ext uri="{FF2B5EF4-FFF2-40B4-BE49-F238E27FC236}">
                                <a16:creationId xmlns:a16="http://schemas.microsoft.com/office/drawing/2014/main" id="{374DCC8D-B426-4814-B8FA-8C6D10CB6F5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50048" y="3849757"/>
                            <a:ext cx="12687" cy="12693"/>
                          </a:xfrm>
                          <a:custGeom>
                            <a:avLst/>
                            <a:gdLst>
                              <a:gd name="connsiteX0" fmla="*/ 0 w 12686"/>
                              <a:gd name="connsiteY0" fmla="*/ 0 h 0"/>
                              <a:gd name="connsiteX1" fmla="*/ 21580 w 12686"/>
                              <a:gd name="connsiteY1" fmla="*/ 0 h 0"/>
                              <a:gd name="connsiteX2" fmla="*/ 21580 w 12686"/>
                              <a:gd name="connsiteY2" fmla="*/ 6613 h 0"/>
                              <a:gd name="connsiteX3" fmla="*/ 0 w 12686"/>
                              <a:gd name="connsiteY3" fmla="*/ 6613 h 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</a:cxnLst>
                            <a:rect l="l" t="t" r="r" b="b"/>
                            <a:pathLst>
                              <a:path w="12686">
                                <a:moveTo>
                                  <a:pt x="0" y="0"/>
                                </a:moveTo>
                                <a:lnTo>
                                  <a:pt x="21580" y="0"/>
                                </a:lnTo>
                                <a:lnTo>
                                  <a:pt x="21580" y="6613"/>
                                </a:lnTo>
                                <a:lnTo>
                                  <a:pt x="0" y="661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FFFFFF">
                              <a:alpha val="20000"/>
                            </a:srgbClr>
                          </a:solidFill>
                          <a:ln w="12687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ko-KR" altLang="en-US"/>
                          </a:p>
                        </p:txBody>
                      </p:sp>
                      <p:sp>
                        <p:nvSpPr>
                          <p:cNvPr id="1084" name="자유형: 도형 1083">
                            <a:extLst>
                              <a:ext uri="{FF2B5EF4-FFF2-40B4-BE49-F238E27FC236}">
                                <a16:creationId xmlns:a16="http://schemas.microsoft.com/office/drawing/2014/main" id="{A517CD91-3BF8-4228-A27E-FB460383EA8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14082" y="3849757"/>
                            <a:ext cx="12687" cy="12693"/>
                          </a:xfrm>
                          <a:custGeom>
                            <a:avLst/>
                            <a:gdLst>
                              <a:gd name="connsiteX0" fmla="*/ 0 w 12686"/>
                              <a:gd name="connsiteY0" fmla="*/ 0 h 0"/>
                              <a:gd name="connsiteX1" fmla="*/ 21580 w 12686"/>
                              <a:gd name="connsiteY1" fmla="*/ 0 h 0"/>
                              <a:gd name="connsiteX2" fmla="*/ 21580 w 12686"/>
                              <a:gd name="connsiteY2" fmla="*/ 6613 h 0"/>
                              <a:gd name="connsiteX3" fmla="*/ 0 w 12686"/>
                              <a:gd name="connsiteY3" fmla="*/ 6613 h 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</a:cxnLst>
                            <a:rect l="l" t="t" r="r" b="b"/>
                            <a:pathLst>
                              <a:path w="12686">
                                <a:moveTo>
                                  <a:pt x="0" y="0"/>
                                </a:moveTo>
                                <a:lnTo>
                                  <a:pt x="21580" y="0"/>
                                </a:lnTo>
                                <a:lnTo>
                                  <a:pt x="21580" y="6613"/>
                                </a:lnTo>
                                <a:lnTo>
                                  <a:pt x="0" y="661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FFFFFF">
                              <a:alpha val="20000"/>
                            </a:srgbClr>
                          </a:solidFill>
                          <a:ln w="12687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ko-KR" altLang="en-US"/>
                          </a:p>
                        </p:txBody>
                      </p:sp>
                      <p:sp>
                        <p:nvSpPr>
                          <p:cNvPr id="1085" name="자유형: 도형 1084">
                            <a:extLst>
                              <a:ext uri="{FF2B5EF4-FFF2-40B4-BE49-F238E27FC236}">
                                <a16:creationId xmlns:a16="http://schemas.microsoft.com/office/drawing/2014/main" id="{64177D22-9094-4C01-874A-2BE11DA601A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78128" y="3849757"/>
                            <a:ext cx="12687" cy="12693"/>
                          </a:xfrm>
                          <a:custGeom>
                            <a:avLst/>
                            <a:gdLst>
                              <a:gd name="connsiteX0" fmla="*/ 0 w 12686"/>
                              <a:gd name="connsiteY0" fmla="*/ 0 h 0"/>
                              <a:gd name="connsiteX1" fmla="*/ 21580 w 12686"/>
                              <a:gd name="connsiteY1" fmla="*/ 0 h 0"/>
                              <a:gd name="connsiteX2" fmla="*/ 21580 w 12686"/>
                              <a:gd name="connsiteY2" fmla="*/ 6613 h 0"/>
                              <a:gd name="connsiteX3" fmla="*/ 0 w 12686"/>
                              <a:gd name="connsiteY3" fmla="*/ 6613 h 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</a:cxnLst>
                            <a:rect l="l" t="t" r="r" b="b"/>
                            <a:pathLst>
                              <a:path w="12686">
                                <a:moveTo>
                                  <a:pt x="0" y="0"/>
                                </a:moveTo>
                                <a:lnTo>
                                  <a:pt x="21580" y="0"/>
                                </a:lnTo>
                                <a:lnTo>
                                  <a:pt x="21580" y="6613"/>
                                </a:lnTo>
                                <a:lnTo>
                                  <a:pt x="0" y="661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FFFFFF">
                              <a:alpha val="20000"/>
                            </a:srgbClr>
                          </a:solidFill>
                          <a:ln w="12687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ko-KR" altLang="en-US"/>
                          </a:p>
                        </p:txBody>
                      </p:sp>
                      <p:sp>
                        <p:nvSpPr>
                          <p:cNvPr id="1086" name="자유형: 도형 1085">
                            <a:extLst>
                              <a:ext uri="{FF2B5EF4-FFF2-40B4-BE49-F238E27FC236}">
                                <a16:creationId xmlns:a16="http://schemas.microsoft.com/office/drawing/2014/main" id="{FB6E240A-CBB6-4081-8554-86AE2161CA5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42162" y="3849757"/>
                            <a:ext cx="12687" cy="12693"/>
                          </a:xfrm>
                          <a:custGeom>
                            <a:avLst/>
                            <a:gdLst>
                              <a:gd name="connsiteX0" fmla="*/ 0 w 12686"/>
                              <a:gd name="connsiteY0" fmla="*/ 0 h 0"/>
                              <a:gd name="connsiteX1" fmla="*/ 21580 w 12686"/>
                              <a:gd name="connsiteY1" fmla="*/ 0 h 0"/>
                              <a:gd name="connsiteX2" fmla="*/ 21580 w 12686"/>
                              <a:gd name="connsiteY2" fmla="*/ 6613 h 0"/>
                              <a:gd name="connsiteX3" fmla="*/ 0 w 12686"/>
                              <a:gd name="connsiteY3" fmla="*/ 6613 h 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</a:cxnLst>
                            <a:rect l="l" t="t" r="r" b="b"/>
                            <a:pathLst>
                              <a:path w="12686">
                                <a:moveTo>
                                  <a:pt x="0" y="0"/>
                                </a:moveTo>
                                <a:lnTo>
                                  <a:pt x="21580" y="0"/>
                                </a:lnTo>
                                <a:lnTo>
                                  <a:pt x="21580" y="6613"/>
                                </a:lnTo>
                                <a:lnTo>
                                  <a:pt x="0" y="661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FFFFFF">
                              <a:alpha val="20000"/>
                            </a:srgbClr>
                          </a:solidFill>
                          <a:ln w="12687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ko-KR" altLang="en-US"/>
                          </a:p>
                        </p:txBody>
                      </p:sp>
                      <p:sp>
                        <p:nvSpPr>
                          <p:cNvPr id="1087" name="자유형: 도형 1086">
                            <a:extLst>
                              <a:ext uri="{FF2B5EF4-FFF2-40B4-BE49-F238E27FC236}">
                                <a16:creationId xmlns:a16="http://schemas.microsoft.com/office/drawing/2014/main" id="{069F69FC-6B2D-4EC9-A0C8-AED4220303F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06195" y="3849757"/>
                            <a:ext cx="12687" cy="12693"/>
                          </a:xfrm>
                          <a:custGeom>
                            <a:avLst/>
                            <a:gdLst>
                              <a:gd name="connsiteX0" fmla="*/ 0 w 12686"/>
                              <a:gd name="connsiteY0" fmla="*/ 0 h 0"/>
                              <a:gd name="connsiteX1" fmla="*/ 21580 w 12686"/>
                              <a:gd name="connsiteY1" fmla="*/ 0 h 0"/>
                              <a:gd name="connsiteX2" fmla="*/ 21580 w 12686"/>
                              <a:gd name="connsiteY2" fmla="*/ 6613 h 0"/>
                              <a:gd name="connsiteX3" fmla="*/ 0 w 12686"/>
                              <a:gd name="connsiteY3" fmla="*/ 6613 h 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</a:cxnLst>
                            <a:rect l="l" t="t" r="r" b="b"/>
                            <a:pathLst>
                              <a:path w="12686">
                                <a:moveTo>
                                  <a:pt x="0" y="0"/>
                                </a:moveTo>
                                <a:lnTo>
                                  <a:pt x="21580" y="0"/>
                                </a:lnTo>
                                <a:lnTo>
                                  <a:pt x="21580" y="6613"/>
                                </a:lnTo>
                                <a:lnTo>
                                  <a:pt x="0" y="661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FFFFFF">
                              <a:alpha val="20000"/>
                            </a:srgbClr>
                          </a:solidFill>
                          <a:ln w="12687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ko-KR" altLang="en-US"/>
                          </a:p>
                        </p:txBody>
                      </p:sp>
                      <p:sp>
                        <p:nvSpPr>
                          <p:cNvPr id="1088" name="자유형: 도형 1087">
                            <a:extLst>
                              <a:ext uri="{FF2B5EF4-FFF2-40B4-BE49-F238E27FC236}">
                                <a16:creationId xmlns:a16="http://schemas.microsoft.com/office/drawing/2014/main" id="{C492EFD7-2C98-49FE-8074-6D77F36E6E6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370229" y="3849757"/>
                            <a:ext cx="12687" cy="12693"/>
                          </a:xfrm>
                          <a:custGeom>
                            <a:avLst/>
                            <a:gdLst>
                              <a:gd name="connsiteX0" fmla="*/ 0 w 12686"/>
                              <a:gd name="connsiteY0" fmla="*/ 0 h 0"/>
                              <a:gd name="connsiteX1" fmla="*/ 21580 w 12686"/>
                              <a:gd name="connsiteY1" fmla="*/ 0 h 0"/>
                              <a:gd name="connsiteX2" fmla="*/ 21580 w 12686"/>
                              <a:gd name="connsiteY2" fmla="*/ 6613 h 0"/>
                              <a:gd name="connsiteX3" fmla="*/ 0 w 12686"/>
                              <a:gd name="connsiteY3" fmla="*/ 6613 h 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</a:cxnLst>
                            <a:rect l="l" t="t" r="r" b="b"/>
                            <a:pathLst>
                              <a:path w="12686">
                                <a:moveTo>
                                  <a:pt x="0" y="0"/>
                                </a:moveTo>
                                <a:lnTo>
                                  <a:pt x="21580" y="0"/>
                                </a:lnTo>
                                <a:lnTo>
                                  <a:pt x="21580" y="6613"/>
                                </a:lnTo>
                                <a:lnTo>
                                  <a:pt x="0" y="661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FFFFFF">
                              <a:alpha val="20000"/>
                            </a:srgbClr>
                          </a:solidFill>
                          <a:ln w="12687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ko-KR" altLang="en-US"/>
                          </a:p>
                        </p:txBody>
                      </p:sp>
                    </p:grpSp>
                    <p:sp>
                      <p:nvSpPr>
                        <p:cNvPr id="1089" name="자유형: 도형 1088">
                          <a:extLst>
                            <a:ext uri="{FF2B5EF4-FFF2-40B4-BE49-F238E27FC236}">
                              <a16:creationId xmlns:a16="http://schemas.microsoft.com/office/drawing/2014/main" id="{E6F492AD-89E7-4328-9C56-012157DF3E2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216588" y="4095975"/>
                          <a:ext cx="1217911" cy="38079"/>
                        </a:xfrm>
                        <a:custGeom>
                          <a:avLst/>
                          <a:gdLst>
                            <a:gd name="connsiteX0" fmla="*/ 1227407 w 1217911"/>
                            <a:gd name="connsiteY0" fmla="*/ 43638 h 38078"/>
                            <a:gd name="connsiteX1" fmla="*/ 9 w 1217911"/>
                            <a:gd name="connsiteY1" fmla="*/ 43886 h 38078"/>
                            <a:gd name="connsiteX2" fmla="*/ 0 w 1217911"/>
                            <a:gd name="connsiteY2" fmla="*/ 248 h 38078"/>
                            <a:gd name="connsiteX3" fmla="*/ 1227398 w 1217911"/>
                            <a:gd name="connsiteY3" fmla="*/ 0 h 3807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1217911" h="38078">
                              <a:moveTo>
                                <a:pt x="1227407" y="43638"/>
                              </a:moveTo>
                              <a:lnTo>
                                <a:pt x="9" y="43886"/>
                              </a:lnTo>
                              <a:lnTo>
                                <a:pt x="0" y="248"/>
                              </a:lnTo>
                              <a:lnTo>
                                <a:pt x="1227398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4D4D4D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090" name="자유형: 도형 1089">
                          <a:extLst>
                            <a:ext uri="{FF2B5EF4-FFF2-40B4-BE49-F238E27FC236}">
                              <a16:creationId xmlns:a16="http://schemas.microsoft.com/office/drawing/2014/main" id="{84E4980D-AED3-4D88-9B6A-66F174E28AA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216587" y="4139629"/>
                          <a:ext cx="1217911" cy="12693"/>
                        </a:xfrm>
                        <a:custGeom>
                          <a:avLst/>
                          <a:gdLst>
                            <a:gd name="connsiteX0" fmla="*/ 1227399 w 1217911"/>
                            <a:gd name="connsiteY0" fmla="*/ 4887 h 0"/>
                            <a:gd name="connsiteX1" fmla="*/ 1 w 1217911"/>
                            <a:gd name="connsiteY1" fmla="*/ 5135 h 0"/>
                            <a:gd name="connsiteX2" fmla="*/ 0 w 1217911"/>
                            <a:gd name="connsiteY2" fmla="*/ 248 h 0"/>
                            <a:gd name="connsiteX3" fmla="*/ 1227398 w 1217911"/>
                            <a:gd name="connsiteY3" fmla="*/ 0 h 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1217911">
                              <a:moveTo>
                                <a:pt x="1227399" y="4887"/>
                              </a:moveTo>
                              <a:lnTo>
                                <a:pt x="1" y="5135"/>
                              </a:lnTo>
                              <a:lnTo>
                                <a:pt x="0" y="248"/>
                              </a:lnTo>
                              <a:lnTo>
                                <a:pt x="1227398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00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091" name="자유형: 도형 1090">
                          <a:extLst>
                            <a:ext uri="{FF2B5EF4-FFF2-40B4-BE49-F238E27FC236}">
                              <a16:creationId xmlns:a16="http://schemas.microsoft.com/office/drawing/2014/main" id="{F302A3A6-2B06-46F5-BA18-9B407915476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257928" y="4102171"/>
                          <a:ext cx="1141792" cy="25386"/>
                        </a:xfrm>
                        <a:custGeom>
                          <a:avLst/>
                          <a:gdLst>
                            <a:gd name="connsiteX0" fmla="*/ 1144704 w 1141791"/>
                            <a:gd name="connsiteY0" fmla="*/ 30171 h 25385"/>
                            <a:gd name="connsiteX1" fmla="*/ 7 w 1141791"/>
                            <a:gd name="connsiteY1" fmla="*/ 30419 h 25385"/>
                            <a:gd name="connsiteX2" fmla="*/ 0 w 1141791"/>
                            <a:gd name="connsiteY2" fmla="*/ 248 h 25385"/>
                            <a:gd name="connsiteX3" fmla="*/ 1144697 w 1141791"/>
                            <a:gd name="connsiteY3" fmla="*/ 0 h 25385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1141791" h="25385">
                              <a:moveTo>
                                <a:pt x="1144704" y="30171"/>
                              </a:moveTo>
                              <a:lnTo>
                                <a:pt x="7" y="30419"/>
                              </a:lnTo>
                              <a:lnTo>
                                <a:pt x="0" y="248"/>
                              </a:lnTo>
                              <a:lnTo>
                                <a:pt x="1144697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CCCCC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092" name="자유형: 도형 1091">
                          <a:extLst>
                            <a:ext uri="{FF2B5EF4-FFF2-40B4-BE49-F238E27FC236}">
                              <a16:creationId xmlns:a16="http://schemas.microsoft.com/office/drawing/2014/main" id="{67E8550F-69A8-4B7B-AF87-95E095E01BF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361279" y="3946655"/>
                          <a:ext cx="76119" cy="63465"/>
                        </a:xfrm>
                        <a:custGeom>
                          <a:avLst/>
                          <a:gdLst>
                            <a:gd name="connsiteX0" fmla="*/ 0 w 76119"/>
                            <a:gd name="connsiteY0" fmla="*/ 0 h 63464"/>
                            <a:gd name="connsiteX1" fmla="*/ 82716 w 76119"/>
                            <a:gd name="connsiteY1" fmla="*/ 0 h 63464"/>
                            <a:gd name="connsiteX2" fmla="*/ 82716 w 76119"/>
                            <a:gd name="connsiteY2" fmla="*/ 70408 h 63464"/>
                            <a:gd name="connsiteX3" fmla="*/ 0 w 76119"/>
                            <a:gd name="connsiteY3" fmla="*/ 70408 h 63464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76119" h="63464">
                              <a:moveTo>
                                <a:pt x="0" y="0"/>
                              </a:moveTo>
                              <a:lnTo>
                                <a:pt x="82716" y="0"/>
                              </a:lnTo>
                              <a:lnTo>
                                <a:pt x="82716" y="70408"/>
                              </a:lnTo>
                              <a:lnTo>
                                <a:pt x="0" y="70408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E6E6E6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093" name="자유형: 도형 1092">
                          <a:extLst>
                            <a:ext uri="{FF2B5EF4-FFF2-40B4-BE49-F238E27FC236}">
                              <a16:creationId xmlns:a16="http://schemas.microsoft.com/office/drawing/2014/main" id="{3B26F2A2-9B7D-403A-BA15-C4F29B20FBC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216582" y="3946909"/>
                          <a:ext cx="76119" cy="63465"/>
                        </a:xfrm>
                        <a:custGeom>
                          <a:avLst/>
                          <a:gdLst>
                            <a:gd name="connsiteX0" fmla="*/ 0 w 76119"/>
                            <a:gd name="connsiteY0" fmla="*/ 0 h 63464"/>
                            <a:gd name="connsiteX1" fmla="*/ 82716 w 76119"/>
                            <a:gd name="connsiteY1" fmla="*/ 0 h 63464"/>
                            <a:gd name="connsiteX2" fmla="*/ 82716 w 76119"/>
                            <a:gd name="connsiteY2" fmla="*/ 70408 h 63464"/>
                            <a:gd name="connsiteX3" fmla="*/ 0 w 76119"/>
                            <a:gd name="connsiteY3" fmla="*/ 70408 h 63464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76119" h="63464">
                              <a:moveTo>
                                <a:pt x="0" y="0"/>
                              </a:moveTo>
                              <a:lnTo>
                                <a:pt x="82716" y="0"/>
                              </a:lnTo>
                              <a:lnTo>
                                <a:pt x="82716" y="70408"/>
                              </a:lnTo>
                              <a:lnTo>
                                <a:pt x="0" y="70408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E6E6E6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094" name="자유형: 도형 1093">
                          <a:extLst>
                            <a:ext uri="{FF2B5EF4-FFF2-40B4-BE49-F238E27FC236}">
                              <a16:creationId xmlns:a16="http://schemas.microsoft.com/office/drawing/2014/main" id="{83B6D364-A93C-48DB-9AA1-04B48D90553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361279" y="3946655"/>
                          <a:ext cx="76119" cy="12693"/>
                        </a:xfrm>
                        <a:custGeom>
                          <a:avLst/>
                          <a:gdLst>
                            <a:gd name="connsiteX0" fmla="*/ 0 w 76119"/>
                            <a:gd name="connsiteY0" fmla="*/ 0 h 0"/>
                            <a:gd name="connsiteX1" fmla="*/ 82716 w 76119"/>
                            <a:gd name="connsiteY1" fmla="*/ 0 h 0"/>
                            <a:gd name="connsiteX2" fmla="*/ 82716 w 76119"/>
                            <a:gd name="connsiteY2" fmla="*/ 4227 h 0"/>
                            <a:gd name="connsiteX3" fmla="*/ 0 w 76119"/>
                            <a:gd name="connsiteY3" fmla="*/ 4227 h 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76119">
                              <a:moveTo>
                                <a:pt x="0" y="0"/>
                              </a:moveTo>
                              <a:lnTo>
                                <a:pt x="82716" y="0"/>
                              </a:lnTo>
                              <a:lnTo>
                                <a:pt x="82716" y="4227"/>
                              </a:lnTo>
                              <a:lnTo>
                                <a:pt x="0" y="4227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FF">
                            <a:alpha val="40000"/>
                          </a:srgbClr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095" name="자유형: 도형 1094">
                          <a:extLst>
                            <a:ext uri="{FF2B5EF4-FFF2-40B4-BE49-F238E27FC236}">
                              <a16:creationId xmlns:a16="http://schemas.microsoft.com/office/drawing/2014/main" id="{A94ED7AD-5240-47B0-AD82-D1144B19276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216582" y="3946909"/>
                          <a:ext cx="76119" cy="12693"/>
                        </a:xfrm>
                        <a:custGeom>
                          <a:avLst/>
                          <a:gdLst>
                            <a:gd name="connsiteX0" fmla="*/ 0 w 76119"/>
                            <a:gd name="connsiteY0" fmla="*/ 0 h 0"/>
                            <a:gd name="connsiteX1" fmla="*/ 82716 w 76119"/>
                            <a:gd name="connsiteY1" fmla="*/ 0 h 0"/>
                            <a:gd name="connsiteX2" fmla="*/ 82716 w 76119"/>
                            <a:gd name="connsiteY2" fmla="*/ 4227 h 0"/>
                            <a:gd name="connsiteX3" fmla="*/ 0 w 76119"/>
                            <a:gd name="connsiteY3" fmla="*/ 4227 h 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76119">
                              <a:moveTo>
                                <a:pt x="0" y="0"/>
                              </a:moveTo>
                              <a:lnTo>
                                <a:pt x="82716" y="0"/>
                              </a:lnTo>
                              <a:lnTo>
                                <a:pt x="82716" y="4227"/>
                              </a:lnTo>
                              <a:lnTo>
                                <a:pt x="0" y="4227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FF">
                            <a:alpha val="40000"/>
                          </a:srgbClr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096" name="자유형: 도형 1095">
                          <a:extLst>
                            <a:ext uri="{FF2B5EF4-FFF2-40B4-BE49-F238E27FC236}">
                              <a16:creationId xmlns:a16="http://schemas.microsoft.com/office/drawing/2014/main" id="{158421A9-6772-434D-B6EA-502A96CD524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242348" y="4102422"/>
                          <a:ext cx="12687" cy="25386"/>
                        </a:xfrm>
                        <a:custGeom>
                          <a:avLst/>
                          <a:gdLst>
                            <a:gd name="connsiteX0" fmla="*/ 0 w 12686"/>
                            <a:gd name="connsiteY0" fmla="*/ 0 h 25385"/>
                            <a:gd name="connsiteX1" fmla="*/ 15592 w 12686"/>
                            <a:gd name="connsiteY1" fmla="*/ 0 h 25385"/>
                            <a:gd name="connsiteX2" fmla="*/ 15592 w 12686"/>
                            <a:gd name="connsiteY2" fmla="*/ 30171 h 25385"/>
                            <a:gd name="connsiteX3" fmla="*/ 0 w 12686"/>
                            <a:gd name="connsiteY3" fmla="*/ 30171 h 25385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12686" h="25385">
                              <a:moveTo>
                                <a:pt x="0" y="0"/>
                              </a:moveTo>
                              <a:lnTo>
                                <a:pt x="15592" y="0"/>
                              </a:lnTo>
                              <a:lnTo>
                                <a:pt x="15592" y="30171"/>
                              </a:lnTo>
                              <a:lnTo>
                                <a:pt x="0" y="30171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999999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097" name="자유형: 도형 1096">
                          <a:extLst>
                            <a:ext uri="{FF2B5EF4-FFF2-40B4-BE49-F238E27FC236}">
                              <a16:creationId xmlns:a16="http://schemas.microsoft.com/office/drawing/2014/main" id="{66E292DA-8620-4B77-8228-4919E85FA8F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402621" y="4102168"/>
                          <a:ext cx="12687" cy="25386"/>
                        </a:xfrm>
                        <a:custGeom>
                          <a:avLst/>
                          <a:gdLst>
                            <a:gd name="connsiteX0" fmla="*/ 0 w 12686"/>
                            <a:gd name="connsiteY0" fmla="*/ 0 h 25385"/>
                            <a:gd name="connsiteX1" fmla="*/ 15592 w 12686"/>
                            <a:gd name="connsiteY1" fmla="*/ 0 h 25385"/>
                            <a:gd name="connsiteX2" fmla="*/ 15592 w 12686"/>
                            <a:gd name="connsiteY2" fmla="*/ 30171 h 25385"/>
                            <a:gd name="connsiteX3" fmla="*/ 0 w 12686"/>
                            <a:gd name="connsiteY3" fmla="*/ 30171 h 25385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12686" h="25385">
                              <a:moveTo>
                                <a:pt x="0" y="0"/>
                              </a:moveTo>
                              <a:lnTo>
                                <a:pt x="15592" y="0"/>
                              </a:lnTo>
                              <a:lnTo>
                                <a:pt x="15592" y="30171"/>
                              </a:lnTo>
                              <a:lnTo>
                                <a:pt x="0" y="30171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999999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grpSp>
                      <p:nvGrpSpPr>
                        <p:cNvPr id="1098" name="그래픽 629">
                          <a:extLst>
                            <a:ext uri="{FF2B5EF4-FFF2-40B4-BE49-F238E27FC236}">
                              <a16:creationId xmlns:a16="http://schemas.microsoft.com/office/drawing/2014/main" id="{A057F0D5-7676-438C-8587-7F86F4A2B05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8914470" y="4100556"/>
                          <a:ext cx="444030" cy="12693"/>
                          <a:chOff x="8914470" y="4100556"/>
                          <a:chExt cx="444030" cy="12693"/>
                        </a:xfrm>
                        <a:solidFill>
                          <a:srgbClr val="E6E6E6"/>
                        </a:solidFill>
                      </p:grpSpPr>
                      <p:grpSp>
                        <p:nvGrpSpPr>
                          <p:cNvPr id="1099" name="그래픽 629">
                            <a:extLst>
                              <a:ext uri="{FF2B5EF4-FFF2-40B4-BE49-F238E27FC236}">
                                <a16:creationId xmlns:a16="http://schemas.microsoft.com/office/drawing/2014/main" id="{A057F0D5-7676-438C-8587-7F86F4A2B05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8914470" y="4100556"/>
                            <a:ext cx="444030" cy="12693"/>
                            <a:chOff x="8914470" y="4100556"/>
                            <a:chExt cx="444030" cy="12693"/>
                          </a:xfrm>
                          <a:solidFill>
                            <a:srgbClr val="E6E6E6"/>
                          </a:solidFill>
                        </p:grpSpPr>
                        <p:sp>
                          <p:nvSpPr>
                            <p:cNvPr id="1100" name="자유형: 도형 1099">
                              <a:extLst>
                                <a:ext uri="{FF2B5EF4-FFF2-40B4-BE49-F238E27FC236}">
                                  <a16:creationId xmlns:a16="http://schemas.microsoft.com/office/drawing/2014/main" id="{59FB9222-70AA-4BA1-85D5-59E33E0F1D8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58374" y="4100556"/>
                              <a:ext cx="12687" cy="12693"/>
                            </a:xfrm>
                            <a:custGeom>
                              <a:avLst/>
                              <a:gdLst>
                                <a:gd name="connsiteX0" fmla="*/ 0 w 0"/>
                                <a:gd name="connsiteY0" fmla="*/ 0 h 12692"/>
                                <a:gd name="connsiteX1" fmla="*/ 9337 w 0"/>
                                <a:gd name="connsiteY1" fmla="*/ 0 h 12692"/>
                                <a:gd name="connsiteX2" fmla="*/ 9337 w 0"/>
                                <a:gd name="connsiteY2" fmla="*/ 22923 h 12692"/>
                                <a:gd name="connsiteX3" fmla="*/ 0 w 0"/>
                                <a:gd name="connsiteY3" fmla="*/ 22923 h 12692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</a:cxnLst>
                              <a:rect l="l" t="t" r="r" b="b"/>
                              <a:pathLst>
                                <a:path h="12692">
                                  <a:moveTo>
                                    <a:pt x="0" y="0"/>
                                  </a:moveTo>
                                  <a:lnTo>
                                    <a:pt x="9337" y="0"/>
                                  </a:lnTo>
                                  <a:lnTo>
                                    <a:pt x="9337" y="22923"/>
                                  </a:lnTo>
                                  <a:lnTo>
                                    <a:pt x="0" y="22923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E6E6E6"/>
                            </a:solidFill>
                            <a:ln w="12687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ko-KR" altLang="en-US"/>
                            </a:p>
                          </p:txBody>
                        </p:sp>
                        <p:sp>
                          <p:nvSpPr>
                            <p:cNvPr id="1101" name="자유형: 도형 1100">
                              <a:extLst>
                                <a:ext uri="{FF2B5EF4-FFF2-40B4-BE49-F238E27FC236}">
                                  <a16:creationId xmlns:a16="http://schemas.microsoft.com/office/drawing/2014/main" id="{D35005CD-8228-40DC-9E32-BF991744C19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13972" y="4100556"/>
                              <a:ext cx="12687" cy="12693"/>
                            </a:xfrm>
                            <a:custGeom>
                              <a:avLst/>
                              <a:gdLst>
                                <a:gd name="connsiteX0" fmla="*/ 0 w 0"/>
                                <a:gd name="connsiteY0" fmla="*/ 0 h 12692"/>
                                <a:gd name="connsiteX1" fmla="*/ 9363 w 0"/>
                                <a:gd name="connsiteY1" fmla="*/ 0 h 12692"/>
                                <a:gd name="connsiteX2" fmla="*/ 9363 w 0"/>
                                <a:gd name="connsiteY2" fmla="*/ 22923 h 12692"/>
                                <a:gd name="connsiteX3" fmla="*/ 0 w 0"/>
                                <a:gd name="connsiteY3" fmla="*/ 22923 h 12692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</a:cxnLst>
                              <a:rect l="l" t="t" r="r" b="b"/>
                              <a:pathLst>
                                <a:path h="12692">
                                  <a:moveTo>
                                    <a:pt x="0" y="0"/>
                                  </a:moveTo>
                                  <a:lnTo>
                                    <a:pt x="9363" y="0"/>
                                  </a:lnTo>
                                  <a:lnTo>
                                    <a:pt x="9363" y="22923"/>
                                  </a:lnTo>
                                  <a:lnTo>
                                    <a:pt x="0" y="22923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E6E6E6"/>
                            </a:solidFill>
                            <a:ln w="12687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ko-KR" altLang="en-US"/>
                            </a:p>
                          </p:txBody>
                        </p:sp>
                        <p:sp>
                          <p:nvSpPr>
                            <p:cNvPr id="1102" name="자유형: 도형 1101">
                              <a:extLst>
                                <a:ext uri="{FF2B5EF4-FFF2-40B4-BE49-F238E27FC236}">
                                  <a16:creationId xmlns:a16="http://schemas.microsoft.com/office/drawing/2014/main" id="{880DE7A2-72D1-453D-96BB-13AB1EAC239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269597" y="4100556"/>
                              <a:ext cx="12687" cy="12693"/>
                            </a:xfrm>
                            <a:custGeom>
                              <a:avLst/>
                              <a:gdLst>
                                <a:gd name="connsiteX0" fmla="*/ 0 w 0"/>
                                <a:gd name="connsiteY0" fmla="*/ 0 h 12692"/>
                                <a:gd name="connsiteX1" fmla="*/ 9337 w 0"/>
                                <a:gd name="connsiteY1" fmla="*/ 0 h 12692"/>
                                <a:gd name="connsiteX2" fmla="*/ 9337 w 0"/>
                                <a:gd name="connsiteY2" fmla="*/ 22923 h 12692"/>
                                <a:gd name="connsiteX3" fmla="*/ 0 w 0"/>
                                <a:gd name="connsiteY3" fmla="*/ 22923 h 12692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</a:cxnLst>
                              <a:rect l="l" t="t" r="r" b="b"/>
                              <a:pathLst>
                                <a:path h="12692">
                                  <a:moveTo>
                                    <a:pt x="0" y="0"/>
                                  </a:moveTo>
                                  <a:lnTo>
                                    <a:pt x="9337" y="0"/>
                                  </a:lnTo>
                                  <a:lnTo>
                                    <a:pt x="9337" y="22923"/>
                                  </a:lnTo>
                                  <a:lnTo>
                                    <a:pt x="0" y="22923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E6E6E6"/>
                            </a:solidFill>
                            <a:ln w="12687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ko-KR" altLang="en-US"/>
                            </a:p>
                          </p:txBody>
                        </p:sp>
                        <p:sp>
                          <p:nvSpPr>
                            <p:cNvPr id="1103" name="자유형: 도형 1102">
                              <a:extLst>
                                <a:ext uri="{FF2B5EF4-FFF2-40B4-BE49-F238E27FC236}">
                                  <a16:creationId xmlns:a16="http://schemas.microsoft.com/office/drawing/2014/main" id="{E2EEF826-F739-41EE-92A8-038BDC43D39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225186" y="4100556"/>
                              <a:ext cx="12687" cy="12693"/>
                            </a:xfrm>
                            <a:custGeom>
                              <a:avLst/>
                              <a:gdLst>
                                <a:gd name="connsiteX0" fmla="*/ 0 w 0"/>
                                <a:gd name="connsiteY0" fmla="*/ 0 h 12692"/>
                                <a:gd name="connsiteX1" fmla="*/ 9363 w 0"/>
                                <a:gd name="connsiteY1" fmla="*/ 0 h 12692"/>
                                <a:gd name="connsiteX2" fmla="*/ 9363 w 0"/>
                                <a:gd name="connsiteY2" fmla="*/ 22923 h 12692"/>
                                <a:gd name="connsiteX3" fmla="*/ 0 w 0"/>
                                <a:gd name="connsiteY3" fmla="*/ 22923 h 12692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</a:cxnLst>
                              <a:rect l="l" t="t" r="r" b="b"/>
                              <a:pathLst>
                                <a:path h="12692">
                                  <a:moveTo>
                                    <a:pt x="0" y="0"/>
                                  </a:moveTo>
                                  <a:lnTo>
                                    <a:pt x="9363" y="0"/>
                                  </a:lnTo>
                                  <a:lnTo>
                                    <a:pt x="9363" y="22923"/>
                                  </a:lnTo>
                                  <a:lnTo>
                                    <a:pt x="0" y="22923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E6E6E6"/>
                            </a:solidFill>
                            <a:ln w="12687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ko-KR" altLang="en-US"/>
                            </a:p>
                          </p:txBody>
                        </p:sp>
                        <p:sp>
                          <p:nvSpPr>
                            <p:cNvPr id="1104" name="자유형: 도형 1103">
                              <a:extLst>
                                <a:ext uri="{FF2B5EF4-FFF2-40B4-BE49-F238E27FC236}">
                                  <a16:creationId xmlns:a16="http://schemas.microsoft.com/office/drawing/2014/main" id="{D385D3F4-3771-49D4-88B2-1F12B2C3025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180811" y="4100556"/>
                              <a:ext cx="12687" cy="12693"/>
                            </a:xfrm>
                            <a:custGeom>
                              <a:avLst/>
                              <a:gdLst>
                                <a:gd name="connsiteX0" fmla="*/ 0 w 0"/>
                                <a:gd name="connsiteY0" fmla="*/ 0 h 12692"/>
                                <a:gd name="connsiteX1" fmla="*/ 9337 w 0"/>
                                <a:gd name="connsiteY1" fmla="*/ 0 h 12692"/>
                                <a:gd name="connsiteX2" fmla="*/ 9337 w 0"/>
                                <a:gd name="connsiteY2" fmla="*/ 22923 h 12692"/>
                                <a:gd name="connsiteX3" fmla="*/ 0 w 0"/>
                                <a:gd name="connsiteY3" fmla="*/ 22923 h 12692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</a:cxnLst>
                              <a:rect l="l" t="t" r="r" b="b"/>
                              <a:pathLst>
                                <a:path h="12692">
                                  <a:moveTo>
                                    <a:pt x="0" y="0"/>
                                  </a:moveTo>
                                  <a:lnTo>
                                    <a:pt x="9337" y="0"/>
                                  </a:lnTo>
                                  <a:lnTo>
                                    <a:pt x="9337" y="22923"/>
                                  </a:lnTo>
                                  <a:lnTo>
                                    <a:pt x="0" y="22923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E6E6E6"/>
                            </a:solidFill>
                            <a:ln w="12687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ko-KR" altLang="en-US"/>
                            </a:p>
                          </p:txBody>
                        </p:sp>
                        <p:sp>
                          <p:nvSpPr>
                            <p:cNvPr id="1105" name="자유형: 도형 1104">
                              <a:extLst>
                                <a:ext uri="{FF2B5EF4-FFF2-40B4-BE49-F238E27FC236}">
                                  <a16:creationId xmlns:a16="http://schemas.microsoft.com/office/drawing/2014/main" id="{4BC443D4-64F6-4E1A-93A9-2A4BEDA01FF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136409" y="4100556"/>
                              <a:ext cx="12687" cy="12693"/>
                            </a:xfrm>
                            <a:custGeom>
                              <a:avLst/>
                              <a:gdLst>
                                <a:gd name="connsiteX0" fmla="*/ 0 w 0"/>
                                <a:gd name="connsiteY0" fmla="*/ 0 h 12692"/>
                                <a:gd name="connsiteX1" fmla="*/ 9363 w 0"/>
                                <a:gd name="connsiteY1" fmla="*/ 0 h 12692"/>
                                <a:gd name="connsiteX2" fmla="*/ 9363 w 0"/>
                                <a:gd name="connsiteY2" fmla="*/ 22923 h 12692"/>
                                <a:gd name="connsiteX3" fmla="*/ 0 w 0"/>
                                <a:gd name="connsiteY3" fmla="*/ 22923 h 12692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</a:cxnLst>
                              <a:rect l="l" t="t" r="r" b="b"/>
                              <a:pathLst>
                                <a:path h="12692">
                                  <a:moveTo>
                                    <a:pt x="0" y="0"/>
                                  </a:moveTo>
                                  <a:lnTo>
                                    <a:pt x="9363" y="0"/>
                                  </a:lnTo>
                                  <a:lnTo>
                                    <a:pt x="9363" y="22923"/>
                                  </a:lnTo>
                                  <a:lnTo>
                                    <a:pt x="0" y="22923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E6E6E6"/>
                            </a:solidFill>
                            <a:ln w="12687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ko-KR" altLang="en-US"/>
                            </a:p>
                          </p:txBody>
                        </p:sp>
                        <p:sp>
                          <p:nvSpPr>
                            <p:cNvPr id="1106" name="자유형: 도형 1105">
                              <a:extLst>
                                <a:ext uri="{FF2B5EF4-FFF2-40B4-BE49-F238E27FC236}">
                                  <a16:creationId xmlns:a16="http://schemas.microsoft.com/office/drawing/2014/main" id="{4B134239-9128-4CE3-9C98-A07F28F912C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092032" y="4100556"/>
                              <a:ext cx="12687" cy="12693"/>
                            </a:xfrm>
                            <a:custGeom>
                              <a:avLst/>
                              <a:gdLst>
                                <a:gd name="connsiteX0" fmla="*/ 0 w 0"/>
                                <a:gd name="connsiteY0" fmla="*/ 0 h 12692"/>
                                <a:gd name="connsiteX1" fmla="*/ 9337 w 0"/>
                                <a:gd name="connsiteY1" fmla="*/ 0 h 12692"/>
                                <a:gd name="connsiteX2" fmla="*/ 9337 w 0"/>
                                <a:gd name="connsiteY2" fmla="*/ 22923 h 12692"/>
                                <a:gd name="connsiteX3" fmla="*/ 0 w 0"/>
                                <a:gd name="connsiteY3" fmla="*/ 22923 h 12692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</a:cxnLst>
                              <a:rect l="l" t="t" r="r" b="b"/>
                              <a:pathLst>
                                <a:path h="12692">
                                  <a:moveTo>
                                    <a:pt x="0" y="0"/>
                                  </a:moveTo>
                                  <a:lnTo>
                                    <a:pt x="9337" y="0"/>
                                  </a:lnTo>
                                  <a:lnTo>
                                    <a:pt x="9337" y="22923"/>
                                  </a:lnTo>
                                  <a:lnTo>
                                    <a:pt x="0" y="22923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E6E6E6"/>
                            </a:solidFill>
                            <a:ln w="12687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ko-KR" altLang="en-US"/>
                            </a:p>
                          </p:txBody>
                        </p:sp>
                        <p:sp>
                          <p:nvSpPr>
                            <p:cNvPr id="1107" name="자유형: 도형 1106">
                              <a:extLst>
                                <a:ext uri="{FF2B5EF4-FFF2-40B4-BE49-F238E27FC236}">
                                  <a16:creationId xmlns:a16="http://schemas.microsoft.com/office/drawing/2014/main" id="{B622C71C-082D-41AE-86C8-EA0C7C34F41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047629" y="4100556"/>
                              <a:ext cx="12687" cy="12693"/>
                            </a:xfrm>
                            <a:custGeom>
                              <a:avLst/>
                              <a:gdLst>
                                <a:gd name="connsiteX0" fmla="*/ 0 w 0"/>
                                <a:gd name="connsiteY0" fmla="*/ 0 h 12692"/>
                                <a:gd name="connsiteX1" fmla="*/ 9363 w 0"/>
                                <a:gd name="connsiteY1" fmla="*/ 0 h 12692"/>
                                <a:gd name="connsiteX2" fmla="*/ 9363 w 0"/>
                                <a:gd name="connsiteY2" fmla="*/ 22923 h 12692"/>
                                <a:gd name="connsiteX3" fmla="*/ 0 w 0"/>
                                <a:gd name="connsiteY3" fmla="*/ 22923 h 12692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</a:cxnLst>
                              <a:rect l="l" t="t" r="r" b="b"/>
                              <a:pathLst>
                                <a:path h="12692">
                                  <a:moveTo>
                                    <a:pt x="0" y="0"/>
                                  </a:moveTo>
                                  <a:lnTo>
                                    <a:pt x="9363" y="0"/>
                                  </a:lnTo>
                                  <a:lnTo>
                                    <a:pt x="9363" y="22923"/>
                                  </a:lnTo>
                                  <a:lnTo>
                                    <a:pt x="0" y="22923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E6E6E6"/>
                            </a:solidFill>
                            <a:ln w="12687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ko-KR" altLang="en-US"/>
                            </a:p>
                          </p:txBody>
                        </p:sp>
                        <p:sp>
                          <p:nvSpPr>
                            <p:cNvPr id="1108" name="자유형: 도형 1107">
                              <a:extLst>
                                <a:ext uri="{FF2B5EF4-FFF2-40B4-BE49-F238E27FC236}">
                                  <a16:creationId xmlns:a16="http://schemas.microsoft.com/office/drawing/2014/main" id="{677D86A0-1188-44EB-9867-93772EF27BF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003251" y="4100556"/>
                              <a:ext cx="12687" cy="12693"/>
                            </a:xfrm>
                            <a:custGeom>
                              <a:avLst/>
                              <a:gdLst>
                                <a:gd name="connsiteX0" fmla="*/ 0 w 0"/>
                                <a:gd name="connsiteY0" fmla="*/ 0 h 12692"/>
                                <a:gd name="connsiteX1" fmla="*/ 9337 w 0"/>
                                <a:gd name="connsiteY1" fmla="*/ 0 h 12692"/>
                                <a:gd name="connsiteX2" fmla="*/ 9337 w 0"/>
                                <a:gd name="connsiteY2" fmla="*/ 22923 h 12692"/>
                                <a:gd name="connsiteX3" fmla="*/ 0 w 0"/>
                                <a:gd name="connsiteY3" fmla="*/ 22923 h 12692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</a:cxnLst>
                              <a:rect l="l" t="t" r="r" b="b"/>
                              <a:pathLst>
                                <a:path h="12692">
                                  <a:moveTo>
                                    <a:pt x="0" y="0"/>
                                  </a:moveTo>
                                  <a:lnTo>
                                    <a:pt x="9337" y="0"/>
                                  </a:lnTo>
                                  <a:lnTo>
                                    <a:pt x="9337" y="22923"/>
                                  </a:lnTo>
                                  <a:lnTo>
                                    <a:pt x="0" y="22923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E6E6E6"/>
                            </a:solidFill>
                            <a:ln w="12687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ko-KR" altLang="en-US"/>
                            </a:p>
                          </p:txBody>
                        </p:sp>
                        <p:sp>
                          <p:nvSpPr>
                            <p:cNvPr id="1109" name="자유형: 도형 1108">
                              <a:extLst>
                                <a:ext uri="{FF2B5EF4-FFF2-40B4-BE49-F238E27FC236}">
                                  <a16:creationId xmlns:a16="http://schemas.microsoft.com/office/drawing/2014/main" id="{F10F7BC6-0CCC-4DF1-A25B-B2B412DF28C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58848" y="4100556"/>
                              <a:ext cx="12687" cy="12693"/>
                            </a:xfrm>
                            <a:custGeom>
                              <a:avLst/>
                              <a:gdLst>
                                <a:gd name="connsiteX0" fmla="*/ 0 w 0"/>
                                <a:gd name="connsiteY0" fmla="*/ 0 h 12692"/>
                                <a:gd name="connsiteX1" fmla="*/ 9363 w 0"/>
                                <a:gd name="connsiteY1" fmla="*/ 0 h 12692"/>
                                <a:gd name="connsiteX2" fmla="*/ 9363 w 0"/>
                                <a:gd name="connsiteY2" fmla="*/ 22923 h 12692"/>
                                <a:gd name="connsiteX3" fmla="*/ 0 w 0"/>
                                <a:gd name="connsiteY3" fmla="*/ 22923 h 12692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</a:cxnLst>
                              <a:rect l="l" t="t" r="r" b="b"/>
                              <a:pathLst>
                                <a:path h="12692">
                                  <a:moveTo>
                                    <a:pt x="0" y="0"/>
                                  </a:moveTo>
                                  <a:lnTo>
                                    <a:pt x="9363" y="0"/>
                                  </a:lnTo>
                                  <a:lnTo>
                                    <a:pt x="9363" y="22923"/>
                                  </a:lnTo>
                                  <a:lnTo>
                                    <a:pt x="0" y="22923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E6E6E6"/>
                            </a:solidFill>
                            <a:ln w="12687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ko-KR" altLang="en-US"/>
                            </a:p>
                          </p:txBody>
                        </p:sp>
                        <p:sp>
                          <p:nvSpPr>
                            <p:cNvPr id="1110" name="자유형: 도형 1109">
                              <a:extLst>
                                <a:ext uri="{FF2B5EF4-FFF2-40B4-BE49-F238E27FC236}">
                                  <a16:creationId xmlns:a16="http://schemas.microsoft.com/office/drawing/2014/main" id="{B09542FC-A2A9-4EE2-93A2-82D8DF02E6B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4470" y="4100556"/>
                              <a:ext cx="12687" cy="12693"/>
                            </a:xfrm>
                            <a:custGeom>
                              <a:avLst/>
                              <a:gdLst>
                                <a:gd name="connsiteX0" fmla="*/ 0 w 0"/>
                                <a:gd name="connsiteY0" fmla="*/ 0 h 12692"/>
                                <a:gd name="connsiteX1" fmla="*/ 9337 w 0"/>
                                <a:gd name="connsiteY1" fmla="*/ 0 h 12692"/>
                                <a:gd name="connsiteX2" fmla="*/ 9337 w 0"/>
                                <a:gd name="connsiteY2" fmla="*/ 22923 h 12692"/>
                                <a:gd name="connsiteX3" fmla="*/ 0 w 0"/>
                                <a:gd name="connsiteY3" fmla="*/ 22923 h 12692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</a:cxnLst>
                              <a:rect l="l" t="t" r="r" b="b"/>
                              <a:pathLst>
                                <a:path h="12692">
                                  <a:moveTo>
                                    <a:pt x="0" y="0"/>
                                  </a:moveTo>
                                  <a:lnTo>
                                    <a:pt x="9337" y="0"/>
                                  </a:lnTo>
                                  <a:lnTo>
                                    <a:pt x="9337" y="22923"/>
                                  </a:lnTo>
                                  <a:lnTo>
                                    <a:pt x="0" y="22923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E6E6E6"/>
                            </a:solidFill>
                            <a:ln w="12687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ko-KR" altLang="en-US"/>
                            </a:p>
                          </p:txBody>
                        </p:sp>
                      </p:grpSp>
                      <p:sp>
                        <p:nvSpPr>
                          <p:cNvPr id="1111" name="자유형: 도형 1110">
                            <a:extLst>
                              <a:ext uri="{FF2B5EF4-FFF2-40B4-BE49-F238E27FC236}">
                                <a16:creationId xmlns:a16="http://schemas.microsoft.com/office/drawing/2014/main" id="{995F053F-0C49-4F08-A011-032C53C8865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870067" y="4100556"/>
                            <a:ext cx="12687" cy="12693"/>
                          </a:xfrm>
                          <a:custGeom>
                            <a:avLst/>
                            <a:gdLst>
                              <a:gd name="connsiteX0" fmla="*/ 0 w 0"/>
                              <a:gd name="connsiteY0" fmla="*/ 0 h 12692"/>
                              <a:gd name="connsiteX1" fmla="*/ 9337 w 0"/>
                              <a:gd name="connsiteY1" fmla="*/ 0 h 12692"/>
                              <a:gd name="connsiteX2" fmla="*/ 9337 w 0"/>
                              <a:gd name="connsiteY2" fmla="*/ 22923 h 12692"/>
                              <a:gd name="connsiteX3" fmla="*/ 0 w 0"/>
                              <a:gd name="connsiteY3" fmla="*/ 22923 h 1269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</a:cxnLst>
                            <a:rect l="l" t="t" r="r" b="b"/>
                            <a:pathLst>
                              <a:path h="12692">
                                <a:moveTo>
                                  <a:pt x="0" y="0"/>
                                </a:moveTo>
                                <a:lnTo>
                                  <a:pt x="9337" y="0"/>
                                </a:lnTo>
                                <a:lnTo>
                                  <a:pt x="9337" y="22923"/>
                                </a:lnTo>
                                <a:lnTo>
                                  <a:pt x="0" y="2292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E6E6E6"/>
                          </a:solidFill>
                          <a:ln w="12687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ko-KR" altLang="en-US"/>
                          </a:p>
                        </p:txBody>
                      </p:sp>
                      <p:sp>
                        <p:nvSpPr>
                          <p:cNvPr id="1112" name="자유형: 도형 1111">
                            <a:extLst>
                              <a:ext uri="{FF2B5EF4-FFF2-40B4-BE49-F238E27FC236}">
                                <a16:creationId xmlns:a16="http://schemas.microsoft.com/office/drawing/2014/main" id="{B7C18CCE-0DC3-4E15-87D5-41795EB433B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825664" y="4100556"/>
                            <a:ext cx="12687" cy="12693"/>
                          </a:xfrm>
                          <a:custGeom>
                            <a:avLst/>
                            <a:gdLst>
                              <a:gd name="connsiteX0" fmla="*/ 0 w 0"/>
                              <a:gd name="connsiteY0" fmla="*/ 0 h 12692"/>
                              <a:gd name="connsiteX1" fmla="*/ 9337 w 0"/>
                              <a:gd name="connsiteY1" fmla="*/ 0 h 12692"/>
                              <a:gd name="connsiteX2" fmla="*/ 9337 w 0"/>
                              <a:gd name="connsiteY2" fmla="*/ 22923 h 12692"/>
                              <a:gd name="connsiteX3" fmla="*/ 0 w 0"/>
                              <a:gd name="connsiteY3" fmla="*/ 22923 h 1269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</a:cxnLst>
                            <a:rect l="l" t="t" r="r" b="b"/>
                            <a:pathLst>
                              <a:path h="12692">
                                <a:moveTo>
                                  <a:pt x="0" y="0"/>
                                </a:moveTo>
                                <a:lnTo>
                                  <a:pt x="9337" y="0"/>
                                </a:lnTo>
                                <a:lnTo>
                                  <a:pt x="9337" y="22923"/>
                                </a:lnTo>
                                <a:lnTo>
                                  <a:pt x="0" y="2292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E6E6E6"/>
                          </a:solidFill>
                          <a:ln w="12687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ko-KR" altLang="en-US"/>
                          </a:p>
                        </p:txBody>
                      </p:sp>
                      <p:sp>
                        <p:nvSpPr>
                          <p:cNvPr id="1113" name="자유형: 도형 1112">
                            <a:extLst>
                              <a:ext uri="{FF2B5EF4-FFF2-40B4-BE49-F238E27FC236}">
                                <a16:creationId xmlns:a16="http://schemas.microsoft.com/office/drawing/2014/main" id="{957CC954-C577-454A-871F-0C7F3DE67B6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781261" y="4100556"/>
                            <a:ext cx="12687" cy="12693"/>
                          </a:xfrm>
                          <a:custGeom>
                            <a:avLst/>
                            <a:gdLst>
                              <a:gd name="connsiteX0" fmla="*/ 0 w 0"/>
                              <a:gd name="connsiteY0" fmla="*/ 0 h 12692"/>
                              <a:gd name="connsiteX1" fmla="*/ 9337 w 0"/>
                              <a:gd name="connsiteY1" fmla="*/ 0 h 12692"/>
                              <a:gd name="connsiteX2" fmla="*/ 9337 w 0"/>
                              <a:gd name="connsiteY2" fmla="*/ 22923 h 12692"/>
                              <a:gd name="connsiteX3" fmla="*/ 0 w 0"/>
                              <a:gd name="connsiteY3" fmla="*/ 22923 h 1269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</a:cxnLst>
                            <a:rect l="l" t="t" r="r" b="b"/>
                            <a:pathLst>
                              <a:path h="12692">
                                <a:moveTo>
                                  <a:pt x="0" y="0"/>
                                </a:moveTo>
                                <a:lnTo>
                                  <a:pt x="9337" y="0"/>
                                </a:lnTo>
                                <a:lnTo>
                                  <a:pt x="9337" y="22923"/>
                                </a:lnTo>
                                <a:lnTo>
                                  <a:pt x="0" y="2292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E6E6E6"/>
                          </a:solidFill>
                          <a:ln w="12687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ko-KR" altLang="en-US"/>
                          </a:p>
                        </p:txBody>
                      </p:sp>
                      <p:sp>
                        <p:nvSpPr>
                          <p:cNvPr id="1114" name="자유형: 도형 1113">
                            <a:extLst>
                              <a:ext uri="{FF2B5EF4-FFF2-40B4-BE49-F238E27FC236}">
                                <a16:creationId xmlns:a16="http://schemas.microsoft.com/office/drawing/2014/main" id="{ED408A7A-93D1-495E-9C68-57AEFD8AA57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736858" y="4100556"/>
                            <a:ext cx="12687" cy="12693"/>
                          </a:xfrm>
                          <a:custGeom>
                            <a:avLst/>
                            <a:gdLst>
                              <a:gd name="connsiteX0" fmla="*/ 0 w 0"/>
                              <a:gd name="connsiteY0" fmla="*/ 0 h 12692"/>
                              <a:gd name="connsiteX1" fmla="*/ 9337 w 0"/>
                              <a:gd name="connsiteY1" fmla="*/ 0 h 12692"/>
                              <a:gd name="connsiteX2" fmla="*/ 9337 w 0"/>
                              <a:gd name="connsiteY2" fmla="*/ 22923 h 12692"/>
                              <a:gd name="connsiteX3" fmla="*/ 0 w 0"/>
                              <a:gd name="connsiteY3" fmla="*/ 22923 h 1269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</a:cxnLst>
                            <a:rect l="l" t="t" r="r" b="b"/>
                            <a:pathLst>
                              <a:path h="12692">
                                <a:moveTo>
                                  <a:pt x="0" y="0"/>
                                </a:moveTo>
                                <a:lnTo>
                                  <a:pt x="9337" y="0"/>
                                </a:lnTo>
                                <a:lnTo>
                                  <a:pt x="9337" y="22923"/>
                                </a:lnTo>
                                <a:lnTo>
                                  <a:pt x="0" y="2292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E6E6E6"/>
                          </a:solidFill>
                          <a:ln w="12687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ko-KR" altLang="en-US"/>
                          </a:p>
                        </p:txBody>
                      </p:sp>
                      <p:sp>
                        <p:nvSpPr>
                          <p:cNvPr id="1115" name="자유형: 도형 1114">
                            <a:extLst>
                              <a:ext uri="{FF2B5EF4-FFF2-40B4-BE49-F238E27FC236}">
                                <a16:creationId xmlns:a16="http://schemas.microsoft.com/office/drawing/2014/main" id="{A3CAD4E8-26B7-4B99-971C-066F018C2D6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692455" y="4100556"/>
                            <a:ext cx="12687" cy="12693"/>
                          </a:xfrm>
                          <a:custGeom>
                            <a:avLst/>
                            <a:gdLst>
                              <a:gd name="connsiteX0" fmla="*/ 0 w 0"/>
                              <a:gd name="connsiteY0" fmla="*/ 0 h 12692"/>
                              <a:gd name="connsiteX1" fmla="*/ 9337 w 0"/>
                              <a:gd name="connsiteY1" fmla="*/ 0 h 12692"/>
                              <a:gd name="connsiteX2" fmla="*/ 9337 w 0"/>
                              <a:gd name="connsiteY2" fmla="*/ 22923 h 12692"/>
                              <a:gd name="connsiteX3" fmla="*/ 0 w 0"/>
                              <a:gd name="connsiteY3" fmla="*/ 22923 h 1269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</a:cxnLst>
                            <a:rect l="l" t="t" r="r" b="b"/>
                            <a:pathLst>
                              <a:path h="12692">
                                <a:moveTo>
                                  <a:pt x="0" y="0"/>
                                </a:moveTo>
                                <a:lnTo>
                                  <a:pt x="9337" y="0"/>
                                </a:lnTo>
                                <a:lnTo>
                                  <a:pt x="9337" y="22923"/>
                                </a:lnTo>
                                <a:lnTo>
                                  <a:pt x="0" y="2292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E6E6E6"/>
                          </a:solidFill>
                          <a:ln w="12687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ko-KR" altLang="en-US"/>
                          </a:p>
                        </p:txBody>
                      </p:sp>
                      <p:sp>
                        <p:nvSpPr>
                          <p:cNvPr id="1116" name="자유형: 도형 1115">
                            <a:extLst>
                              <a:ext uri="{FF2B5EF4-FFF2-40B4-BE49-F238E27FC236}">
                                <a16:creationId xmlns:a16="http://schemas.microsoft.com/office/drawing/2014/main" id="{A4585EFC-D712-4250-99EA-77F1BA473F2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648052" y="4100556"/>
                            <a:ext cx="12687" cy="12693"/>
                          </a:xfrm>
                          <a:custGeom>
                            <a:avLst/>
                            <a:gdLst>
                              <a:gd name="connsiteX0" fmla="*/ 0 w 0"/>
                              <a:gd name="connsiteY0" fmla="*/ 0 h 12692"/>
                              <a:gd name="connsiteX1" fmla="*/ 9337 w 0"/>
                              <a:gd name="connsiteY1" fmla="*/ 0 h 12692"/>
                              <a:gd name="connsiteX2" fmla="*/ 9337 w 0"/>
                              <a:gd name="connsiteY2" fmla="*/ 22923 h 12692"/>
                              <a:gd name="connsiteX3" fmla="*/ 0 w 0"/>
                              <a:gd name="connsiteY3" fmla="*/ 22923 h 1269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</a:cxnLst>
                            <a:rect l="l" t="t" r="r" b="b"/>
                            <a:pathLst>
                              <a:path h="12692">
                                <a:moveTo>
                                  <a:pt x="0" y="0"/>
                                </a:moveTo>
                                <a:lnTo>
                                  <a:pt x="9337" y="0"/>
                                </a:lnTo>
                                <a:lnTo>
                                  <a:pt x="9337" y="22923"/>
                                </a:lnTo>
                                <a:lnTo>
                                  <a:pt x="0" y="2292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E6E6E6"/>
                          </a:solidFill>
                          <a:ln w="12687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ko-KR" altLang="en-US"/>
                          </a:p>
                        </p:txBody>
                      </p:sp>
                      <p:sp>
                        <p:nvSpPr>
                          <p:cNvPr id="1117" name="자유형: 도형 1116">
                            <a:extLst>
                              <a:ext uri="{FF2B5EF4-FFF2-40B4-BE49-F238E27FC236}">
                                <a16:creationId xmlns:a16="http://schemas.microsoft.com/office/drawing/2014/main" id="{5A7113E1-9535-45F5-8762-D1ABDAAF0FD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603649" y="4100556"/>
                            <a:ext cx="12687" cy="12693"/>
                          </a:xfrm>
                          <a:custGeom>
                            <a:avLst/>
                            <a:gdLst>
                              <a:gd name="connsiteX0" fmla="*/ 0 w 0"/>
                              <a:gd name="connsiteY0" fmla="*/ 0 h 12692"/>
                              <a:gd name="connsiteX1" fmla="*/ 9350 w 0"/>
                              <a:gd name="connsiteY1" fmla="*/ 0 h 12692"/>
                              <a:gd name="connsiteX2" fmla="*/ 9350 w 0"/>
                              <a:gd name="connsiteY2" fmla="*/ 22923 h 12692"/>
                              <a:gd name="connsiteX3" fmla="*/ 0 w 0"/>
                              <a:gd name="connsiteY3" fmla="*/ 22923 h 1269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</a:cxnLst>
                            <a:rect l="l" t="t" r="r" b="b"/>
                            <a:pathLst>
                              <a:path h="12692">
                                <a:moveTo>
                                  <a:pt x="0" y="0"/>
                                </a:moveTo>
                                <a:lnTo>
                                  <a:pt x="9350" y="0"/>
                                </a:lnTo>
                                <a:lnTo>
                                  <a:pt x="9350" y="22923"/>
                                </a:lnTo>
                                <a:lnTo>
                                  <a:pt x="0" y="2292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E6E6E6"/>
                          </a:solidFill>
                          <a:ln w="12687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ko-KR" altLang="en-US"/>
                          </a:p>
                        </p:txBody>
                      </p:sp>
                      <p:sp>
                        <p:nvSpPr>
                          <p:cNvPr id="1118" name="자유형: 도형 1117">
                            <a:extLst>
                              <a:ext uri="{FF2B5EF4-FFF2-40B4-BE49-F238E27FC236}">
                                <a16:creationId xmlns:a16="http://schemas.microsoft.com/office/drawing/2014/main" id="{DB45F5A2-A140-45E2-A06C-F821E69670D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59246" y="4100556"/>
                            <a:ext cx="12687" cy="12693"/>
                          </a:xfrm>
                          <a:custGeom>
                            <a:avLst/>
                            <a:gdLst>
                              <a:gd name="connsiteX0" fmla="*/ 0 w 0"/>
                              <a:gd name="connsiteY0" fmla="*/ 0 h 12692"/>
                              <a:gd name="connsiteX1" fmla="*/ 9350 w 0"/>
                              <a:gd name="connsiteY1" fmla="*/ 0 h 12692"/>
                              <a:gd name="connsiteX2" fmla="*/ 9350 w 0"/>
                              <a:gd name="connsiteY2" fmla="*/ 22923 h 12692"/>
                              <a:gd name="connsiteX3" fmla="*/ 0 w 0"/>
                              <a:gd name="connsiteY3" fmla="*/ 22923 h 1269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</a:cxnLst>
                            <a:rect l="l" t="t" r="r" b="b"/>
                            <a:pathLst>
                              <a:path h="12692">
                                <a:moveTo>
                                  <a:pt x="0" y="0"/>
                                </a:moveTo>
                                <a:lnTo>
                                  <a:pt x="9350" y="0"/>
                                </a:lnTo>
                                <a:lnTo>
                                  <a:pt x="9350" y="22923"/>
                                </a:lnTo>
                                <a:lnTo>
                                  <a:pt x="0" y="2292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E6E6E6"/>
                          </a:solidFill>
                          <a:ln w="12687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ko-KR" altLang="en-US"/>
                          </a:p>
                        </p:txBody>
                      </p:sp>
                      <p:sp>
                        <p:nvSpPr>
                          <p:cNvPr id="1119" name="자유형: 도형 1118">
                            <a:extLst>
                              <a:ext uri="{FF2B5EF4-FFF2-40B4-BE49-F238E27FC236}">
                                <a16:creationId xmlns:a16="http://schemas.microsoft.com/office/drawing/2014/main" id="{5AA14E1D-6109-4CA9-984B-A128492B8FD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14843" y="4100556"/>
                            <a:ext cx="12687" cy="12693"/>
                          </a:xfrm>
                          <a:custGeom>
                            <a:avLst/>
                            <a:gdLst>
                              <a:gd name="connsiteX0" fmla="*/ 0 w 0"/>
                              <a:gd name="connsiteY0" fmla="*/ 0 h 12692"/>
                              <a:gd name="connsiteX1" fmla="*/ 9350 w 0"/>
                              <a:gd name="connsiteY1" fmla="*/ 0 h 12692"/>
                              <a:gd name="connsiteX2" fmla="*/ 9350 w 0"/>
                              <a:gd name="connsiteY2" fmla="*/ 22923 h 12692"/>
                              <a:gd name="connsiteX3" fmla="*/ 0 w 0"/>
                              <a:gd name="connsiteY3" fmla="*/ 22923 h 1269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</a:cxnLst>
                            <a:rect l="l" t="t" r="r" b="b"/>
                            <a:pathLst>
                              <a:path h="12692">
                                <a:moveTo>
                                  <a:pt x="0" y="0"/>
                                </a:moveTo>
                                <a:lnTo>
                                  <a:pt x="9350" y="0"/>
                                </a:lnTo>
                                <a:lnTo>
                                  <a:pt x="9350" y="22923"/>
                                </a:lnTo>
                                <a:lnTo>
                                  <a:pt x="0" y="2292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E6E6E6"/>
                          </a:solidFill>
                          <a:ln w="12687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ko-KR" altLang="en-US"/>
                          </a:p>
                        </p:txBody>
                      </p:sp>
                      <p:sp>
                        <p:nvSpPr>
                          <p:cNvPr id="1120" name="자유형: 도형 1119">
                            <a:extLst>
                              <a:ext uri="{FF2B5EF4-FFF2-40B4-BE49-F238E27FC236}">
                                <a16:creationId xmlns:a16="http://schemas.microsoft.com/office/drawing/2014/main" id="{8607AA04-CD6B-4521-B056-22854D18B78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70440" y="4100556"/>
                            <a:ext cx="12687" cy="12693"/>
                          </a:xfrm>
                          <a:custGeom>
                            <a:avLst/>
                            <a:gdLst>
                              <a:gd name="connsiteX0" fmla="*/ 0 w 0"/>
                              <a:gd name="connsiteY0" fmla="*/ 0 h 12692"/>
                              <a:gd name="connsiteX1" fmla="*/ 9350 w 0"/>
                              <a:gd name="connsiteY1" fmla="*/ 0 h 12692"/>
                              <a:gd name="connsiteX2" fmla="*/ 9350 w 0"/>
                              <a:gd name="connsiteY2" fmla="*/ 22923 h 12692"/>
                              <a:gd name="connsiteX3" fmla="*/ 0 w 0"/>
                              <a:gd name="connsiteY3" fmla="*/ 22923 h 1269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</a:cxnLst>
                            <a:rect l="l" t="t" r="r" b="b"/>
                            <a:pathLst>
                              <a:path h="12692">
                                <a:moveTo>
                                  <a:pt x="0" y="0"/>
                                </a:moveTo>
                                <a:lnTo>
                                  <a:pt x="9350" y="0"/>
                                </a:lnTo>
                                <a:lnTo>
                                  <a:pt x="9350" y="22923"/>
                                </a:lnTo>
                                <a:lnTo>
                                  <a:pt x="0" y="2292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E6E6E6"/>
                          </a:solidFill>
                          <a:ln w="12687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ko-KR" altLang="en-US"/>
                          </a:p>
                        </p:txBody>
                      </p:sp>
                      <p:sp>
                        <p:nvSpPr>
                          <p:cNvPr id="1121" name="자유형: 도형 1120">
                            <a:extLst>
                              <a:ext uri="{FF2B5EF4-FFF2-40B4-BE49-F238E27FC236}">
                                <a16:creationId xmlns:a16="http://schemas.microsoft.com/office/drawing/2014/main" id="{7A89AF0E-85F4-4214-B838-A53B2265726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26037" y="4100556"/>
                            <a:ext cx="12687" cy="12693"/>
                          </a:xfrm>
                          <a:custGeom>
                            <a:avLst/>
                            <a:gdLst>
                              <a:gd name="connsiteX0" fmla="*/ 0 w 0"/>
                              <a:gd name="connsiteY0" fmla="*/ 0 h 12692"/>
                              <a:gd name="connsiteX1" fmla="*/ 9350 w 0"/>
                              <a:gd name="connsiteY1" fmla="*/ 0 h 12692"/>
                              <a:gd name="connsiteX2" fmla="*/ 9350 w 0"/>
                              <a:gd name="connsiteY2" fmla="*/ 22923 h 12692"/>
                              <a:gd name="connsiteX3" fmla="*/ 0 w 0"/>
                              <a:gd name="connsiteY3" fmla="*/ 22923 h 1269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</a:cxnLst>
                            <a:rect l="l" t="t" r="r" b="b"/>
                            <a:pathLst>
                              <a:path h="12692">
                                <a:moveTo>
                                  <a:pt x="0" y="0"/>
                                </a:moveTo>
                                <a:lnTo>
                                  <a:pt x="9350" y="0"/>
                                </a:lnTo>
                                <a:lnTo>
                                  <a:pt x="9350" y="22923"/>
                                </a:lnTo>
                                <a:lnTo>
                                  <a:pt x="0" y="2292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E6E6E6"/>
                          </a:solidFill>
                          <a:ln w="12687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ko-KR" altLang="en-US"/>
                          </a:p>
                        </p:txBody>
                      </p:sp>
                      <p:sp>
                        <p:nvSpPr>
                          <p:cNvPr id="1122" name="자유형: 도형 1121">
                            <a:extLst>
                              <a:ext uri="{FF2B5EF4-FFF2-40B4-BE49-F238E27FC236}">
                                <a16:creationId xmlns:a16="http://schemas.microsoft.com/office/drawing/2014/main" id="{9A282DC6-8706-43AB-8433-6ABC4A84B08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381634" y="4100556"/>
                            <a:ext cx="12687" cy="12693"/>
                          </a:xfrm>
                          <a:custGeom>
                            <a:avLst/>
                            <a:gdLst>
                              <a:gd name="connsiteX0" fmla="*/ 0 w 0"/>
                              <a:gd name="connsiteY0" fmla="*/ 0 h 12692"/>
                              <a:gd name="connsiteX1" fmla="*/ 9350 w 0"/>
                              <a:gd name="connsiteY1" fmla="*/ 0 h 12692"/>
                              <a:gd name="connsiteX2" fmla="*/ 9350 w 0"/>
                              <a:gd name="connsiteY2" fmla="*/ 22923 h 12692"/>
                              <a:gd name="connsiteX3" fmla="*/ 0 w 0"/>
                              <a:gd name="connsiteY3" fmla="*/ 22923 h 1269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</a:cxnLst>
                            <a:rect l="l" t="t" r="r" b="b"/>
                            <a:pathLst>
                              <a:path h="12692">
                                <a:moveTo>
                                  <a:pt x="0" y="0"/>
                                </a:moveTo>
                                <a:lnTo>
                                  <a:pt x="9350" y="0"/>
                                </a:lnTo>
                                <a:lnTo>
                                  <a:pt x="9350" y="22923"/>
                                </a:lnTo>
                                <a:lnTo>
                                  <a:pt x="0" y="2292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E6E6E6"/>
                          </a:solidFill>
                          <a:ln w="12687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ko-KR" altLang="en-US"/>
                          </a:p>
                        </p:txBody>
                      </p:sp>
                      <p:sp>
                        <p:nvSpPr>
                          <p:cNvPr id="1123" name="자유형: 도형 1122">
                            <a:extLst>
                              <a:ext uri="{FF2B5EF4-FFF2-40B4-BE49-F238E27FC236}">
                                <a16:creationId xmlns:a16="http://schemas.microsoft.com/office/drawing/2014/main" id="{1470E0A2-8010-43DA-914B-5CA27CF6CE5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337231" y="4100556"/>
                            <a:ext cx="12687" cy="12693"/>
                          </a:xfrm>
                          <a:custGeom>
                            <a:avLst/>
                            <a:gdLst>
                              <a:gd name="connsiteX0" fmla="*/ 0 w 0"/>
                              <a:gd name="connsiteY0" fmla="*/ 0 h 12692"/>
                              <a:gd name="connsiteX1" fmla="*/ 9350 w 0"/>
                              <a:gd name="connsiteY1" fmla="*/ 0 h 12692"/>
                              <a:gd name="connsiteX2" fmla="*/ 9350 w 0"/>
                              <a:gd name="connsiteY2" fmla="*/ 22923 h 12692"/>
                              <a:gd name="connsiteX3" fmla="*/ 0 w 0"/>
                              <a:gd name="connsiteY3" fmla="*/ 22923 h 1269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</a:cxnLst>
                            <a:rect l="l" t="t" r="r" b="b"/>
                            <a:pathLst>
                              <a:path h="12692">
                                <a:moveTo>
                                  <a:pt x="0" y="0"/>
                                </a:moveTo>
                                <a:lnTo>
                                  <a:pt x="9350" y="0"/>
                                </a:lnTo>
                                <a:lnTo>
                                  <a:pt x="9350" y="22923"/>
                                </a:lnTo>
                                <a:lnTo>
                                  <a:pt x="0" y="2292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E6E6E6"/>
                          </a:solidFill>
                          <a:ln w="12687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ko-KR" altLang="en-US"/>
                          </a:p>
                        </p:txBody>
                      </p:sp>
                      <p:sp>
                        <p:nvSpPr>
                          <p:cNvPr id="1124" name="자유형: 도형 1123">
                            <a:extLst>
                              <a:ext uri="{FF2B5EF4-FFF2-40B4-BE49-F238E27FC236}">
                                <a16:creationId xmlns:a16="http://schemas.microsoft.com/office/drawing/2014/main" id="{0F8E9A1C-1807-4C95-BDFA-4E28CEEE1E1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292828" y="4100556"/>
                            <a:ext cx="12687" cy="12693"/>
                          </a:xfrm>
                          <a:custGeom>
                            <a:avLst/>
                            <a:gdLst>
                              <a:gd name="connsiteX0" fmla="*/ 0 w 0"/>
                              <a:gd name="connsiteY0" fmla="*/ 0 h 12692"/>
                              <a:gd name="connsiteX1" fmla="*/ 9350 w 0"/>
                              <a:gd name="connsiteY1" fmla="*/ 0 h 12692"/>
                              <a:gd name="connsiteX2" fmla="*/ 9350 w 0"/>
                              <a:gd name="connsiteY2" fmla="*/ 22923 h 12692"/>
                              <a:gd name="connsiteX3" fmla="*/ 0 w 0"/>
                              <a:gd name="connsiteY3" fmla="*/ 22923 h 1269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</a:cxnLst>
                            <a:rect l="l" t="t" r="r" b="b"/>
                            <a:pathLst>
                              <a:path h="12692">
                                <a:moveTo>
                                  <a:pt x="0" y="0"/>
                                </a:moveTo>
                                <a:lnTo>
                                  <a:pt x="9350" y="0"/>
                                </a:lnTo>
                                <a:lnTo>
                                  <a:pt x="9350" y="22923"/>
                                </a:lnTo>
                                <a:lnTo>
                                  <a:pt x="0" y="2292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E6E6E6"/>
                          </a:solidFill>
                          <a:ln w="12687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ko-KR" altLang="en-US"/>
                          </a:p>
                        </p:txBody>
                      </p:sp>
                    </p:grpSp>
                    <p:sp>
                      <p:nvSpPr>
                        <p:cNvPr id="1125" name="자유형: 도형 1124">
                          <a:extLst>
                            <a:ext uri="{FF2B5EF4-FFF2-40B4-BE49-F238E27FC236}">
                              <a16:creationId xmlns:a16="http://schemas.microsoft.com/office/drawing/2014/main" id="{11FF3F0E-66CA-4574-9C6C-4080351EEBC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242348" y="3926080"/>
                          <a:ext cx="1167165" cy="165008"/>
                        </a:xfrm>
                        <a:custGeom>
                          <a:avLst/>
                          <a:gdLst>
                            <a:gd name="connsiteX0" fmla="*/ 1118931 w 1167164"/>
                            <a:gd name="connsiteY0" fmla="*/ 0 h 165007"/>
                            <a:gd name="connsiteX1" fmla="*/ 56937 w 1167164"/>
                            <a:gd name="connsiteY1" fmla="*/ 241 h 165007"/>
                            <a:gd name="connsiteX2" fmla="*/ 56937 w 1167164"/>
                            <a:gd name="connsiteY2" fmla="*/ 91211 h 165007"/>
                            <a:gd name="connsiteX3" fmla="*/ 0 w 1167164"/>
                            <a:gd name="connsiteY3" fmla="*/ 91211 h 165007"/>
                            <a:gd name="connsiteX4" fmla="*/ 0 w 1167164"/>
                            <a:gd name="connsiteY4" fmla="*/ 176343 h 165007"/>
                            <a:gd name="connsiteX5" fmla="*/ 1175855 w 1167164"/>
                            <a:gd name="connsiteY5" fmla="*/ 176089 h 165007"/>
                            <a:gd name="connsiteX6" fmla="*/ 1175855 w 1167164"/>
                            <a:gd name="connsiteY6" fmla="*/ 90957 h 165007"/>
                            <a:gd name="connsiteX7" fmla="*/ 1118931 w 1167164"/>
                            <a:gd name="connsiteY7" fmla="*/ 90957 h 16500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</a:cxnLst>
                          <a:rect l="l" t="t" r="r" b="b"/>
                          <a:pathLst>
                            <a:path w="1167164" h="165007">
                              <a:moveTo>
                                <a:pt x="1118931" y="0"/>
                              </a:moveTo>
                              <a:lnTo>
                                <a:pt x="56937" y="241"/>
                              </a:lnTo>
                              <a:lnTo>
                                <a:pt x="56937" y="91211"/>
                              </a:lnTo>
                              <a:lnTo>
                                <a:pt x="0" y="91211"/>
                              </a:lnTo>
                              <a:lnTo>
                                <a:pt x="0" y="176343"/>
                              </a:lnTo>
                              <a:lnTo>
                                <a:pt x="1175855" y="176089"/>
                              </a:lnTo>
                              <a:lnTo>
                                <a:pt x="1175855" y="90957"/>
                              </a:lnTo>
                              <a:lnTo>
                                <a:pt x="1118931" y="90957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2F2F2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126" name="자유형: 도형 1125">
                          <a:extLst>
                            <a:ext uri="{FF2B5EF4-FFF2-40B4-BE49-F238E27FC236}">
                              <a16:creationId xmlns:a16="http://schemas.microsoft.com/office/drawing/2014/main" id="{AFDF3B05-3D11-4489-BB55-B126C19B0F9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361279" y="4017037"/>
                          <a:ext cx="50746" cy="12693"/>
                        </a:xfrm>
                        <a:custGeom>
                          <a:avLst/>
                          <a:gdLst>
                            <a:gd name="connsiteX0" fmla="*/ 0 w 50746"/>
                            <a:gd name="connsiteY0" fmla="*/ 0 h 0"/>
                            <a:gd name="connsiteX1" fmla="*/ 56925 w 50746"/>
                            <a:gd name="connsiteY1" fmla="*/ 0 h 0"/>
                            <a:gd name="connsiteX2" fmla="*/ 56925 w 50746"/>
                            <a:gd name="connsiteY2" fmla="*/ 4239 h 0"/>
                            <a:gd name="connsiteX3" fmla="*/ 0 w 50746"/>
                            <a:gd name="connsiteY3" fmla="*/ 4239 h 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50746">
                              <a:moveTo>
                                <a:pt x="0" y="0"/>
                              </a:moveTo>
                              <a:lnTo>
                                <a:pt x="56925" y="0"/>
                              </a:lnTo>
                              <a:lnTo>
                                <a:pt x="56925" y="4239"/>
                              </a:lnTo>
                              <a:lnTo>
                                <a:pt x="0" y="4239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FF">
                            <a:alpha val="40000"/>
                          </a:srgbClr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127" name="자유형: 도형 1126">
                          <a:extLst>
                            <a:ext uri="{FF2B5EF4-FFF2-40B4-BE49-F238E27FC236}">
                              <a16:creationId xmlns:a16="http://schemas.microsoft.com/office/drawing/2014/main" id="{D5B203E9-F676-4069-AA8D-1014DD03425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242348" y="4017291"/>
                          <a:ext cx="50746" cy="12693"/>
                        </a:xfrm>
                        <a:custGeom>
                          <a:avLst/>
                          <a:gdLst>
                            <a:gd name="connsiteX0" fmla="*/ 0 w 50746"/>
                            <a:gd name="connsiteY0" fmla="*/ 0 h 0"/>
                            <a:gd name="connsiteX1" fmla="*/ 56937 w 50746"/>
                            <a:gd name="connsiteY1" fmla="*/ 0 h 0"/>
                            <a:gd name="connsiteX2" fmla="*/ 56937 w 50746"/>
                            <a:gd name="connsiteY2" fmla="*/ 4239 h 0"/>
                            <a:gd name="connsiteX3" fmla="*/ 0 w 50746"/>
                            <a:gd name="connsiteY3" fmla="*/ 4239 h 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50746">
                              <a:moveTo>
                                <a:pt x="0" y="0"/>
                              </a:moveTo>
                              <a:lnTo>
                                <a:pt x="56937" y="0"/>
                              </a:lnTo>
                              <a:lnTo>
                                <a:pt x="56937" y="4239"/>
                              </a:lnTo>
                              <a:lnTo>
                                <a:pt x="0" y="4239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FF">
                            <a:alpha val="40000"/>
                          </a:srgbClr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128" name="자유형: 도형 1127">
                          <a:extLst>
                            <a:ext uri="{FF2B5EF4-FFF2-40B4-BE49-F238E27FC236}">
                              <a16:creationId xmlns:a16="http://schemas.microsoft.com/office/drawing/2014/main" id="{EBC5D370-0F58-400B-8B43-027897EDF27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299282" y="3926081"/>
                          <a:ext cx="1052986" cy="12693"/>
                        </a:xfrm>
                        <a:custGeom>
                          <a:avLst/>
                          <a:gdLst>
                            <a:gd name="connsiteX0" fmla="*/ 1061976 w 1052985"/>
                            <a:gd name="connsiteY0" fmla="*/ 4227 h 0"/>
                            <a:gd name="connsiteX1" fmla="*/ 1 w 1052985"/>
                            <a:gd name="connsiteY1" fmla="*/ 4475 h 0"/>
                            <a:gd name="connsiteX2" fmla="*/ 0 w 1052985"/>
                            <a:gd name="connsiteY2" fmla="*/ 248 h 0"/>
                            <a:gd name="connsiteX3" fmla="*/ 1061975 w 1052985"/>
                            <a:gd name="connsiteY3" fmla="*/ 0 h 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1052985">
                              <a:moveTo>
                                <a:pt x="1061976" y="4227"/>
                              </a:moveTo>
                              <a:lnTo>
                                <a:pt x="1" y="4475"/>
                              </a:lnTo>
                              <a:lnTo>
                                <a:pt x="0" y="248"/>
                              </a:lnTo>
                              <a:lnTo>
                                <a:pt x="1061975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FF">
                            <a:alpha val="40000"/>
                          </a:srgbClr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</p:grpSp>
                  <p:sp>
                    <p:nvSpPr>
                      <p:cNvPr id="1129" name="자유형: 도형 1128">
                        <a:extLst>
                          <a:ext uri="{FF2B5EF4-FFF2-40B4-BE49-F238E27FC236}">
                            <a16:creationId xmlns:a16="http://schemas.microsoft.com/office/drawing/2014/main" id="{C1A7E1E2-45E7-4AD7-B23D-DD891C58E0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57940" y="4102422"/>
                        <a:ext cx="1141792" cy="12693"/>
                      </a:xfrm>
                      <a:custGeom>
                        <a:avLst/>
                        <a:gdLst>
                          <a:gd name="connsiteX0" fmla="*/ 0 w 1141791"/>
                          <a:gd name="connsiteY0" fmla="*/ 0 h 0"/>
                          <a:gd name="connsiteX1" fmla="*/ 1144697 w 1141791"/>
                          <a:gd name="connsiteY1" fmla="*/ 0 h 0"/>
                          <a:gd name="connsiteX2" fmla="*/ 1144697 w 1141791"/>
                          <a:gd name="connsiteY2" fmla="*/ 6207 h 0"/>
                          <a:gd name="connsiteX3" fmla="*/ 0 w 1141791"/>
                          <a:gd name="connsiteY3" fmla="*/ 6207 h 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1141791">
                            <a:moveTo>
                              <a:pt x="0" y="0"/>
                            </a:moveTo>
                            <a:lnTo>
                              <a:pt x="1144697" y="0"/>
                            </a:lnTo>
                            <a:lnTo>
                              <a:pt x="1144697" y="6207"/>
                            </a:lnTo>
                            <a:lnTo>
                              <a:pt x="0" y="6207"/>
                            </a:lnTo>
                            <a:close/>
                          </a:path>
                        </a:pathLst>
                      </a:custGeom>
                      <a:solidFill>
                        <a:srgbClr val="000000">
                          <a:alpha val="20000"/>
                        </a:srgbClr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</p:grpSp>
              </p:grpSp>
              <p:grpSp>
                <p:nvGrpSpPr>
                  <p:cNvPr id="1130" name="그래픽 629">
                    <a:extLst>
                      <a:ext uri="{FF2B5EF4-FFF2-40B4-BE49-F238E27FC236}">
                        <a16:creationId xmlns:a16="http://schemas.microsoft.com/office/drawing/2014/main" id="{A057F0D5-7676-438C-8587-7F86F4A2B054}"/>
                      </a:ext>
                    </a:extLst>
                  </p:cNvPr>
                  <p:cNvGrpSpPr/>
                  <p:nvPr/>
                </p:nvGrpSpPr>
                <p:grpSpPr>
                  <a:xfrm>
                    <a:off x="8221966" y="4211158"/>
                    <a:ext cx="25373" cy="25386"/>
                    <a:chOff x="8221966" y="4211158"/>
                    <a:chExt cx="25373" cy="25386"/>
                  </a:xfrm>
                  <a:solidFill>
                    <a:schemeClr val="accent1"/>
                  </a:solidFill>
                </p:grpSpPr>
                <p:sp>
                  <p:nvSpPr>
                    <p:cNvPr id="1131" name="자유형: 도형 1130">
                      <a:extLst>
                        <a:ext uri="{FF2B5EF4-FFF2-40B4-BE49-F238E27FC236}">
                          <a16:creationId xmlns:a16="http://schemas.microsoft.com/office/drawing/2014/main" id="{57E77FCA-DB22-498F-8E3A-D29D114A4A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21966" y="4211158"/>
                      <a:ext cx="25373" cy="25386"/>
                    </a:xfrm>
                    <a:custGeom>
                      <a:avLst/>
                      <a:gdLst>
                        <a:gd name="connsiteX0" fmla="*/ 0 w 25373"/>
                        <a:gd name="connsiteY0" fmla="*/ 0 h 25385"/>
                        <a:gd name="connsiteX1" fmla="*/ 29166 w 25373"/>
                        <a:gd name="connsiteY1" fmla="*/ 0 h 25385"/>
                        <a:gd name="connsiteX2" fmla="*/ 29166 w 25373"/>
                        <a:gd name="connsiteY2" fmla="*/ 29153 h 25385"/>
                        <a:gd name="connsiteX3" fmla="*/ 0 w 25373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 h="25385">
                          <a:moveTo>
                            <a:pt x="0" y="0"/>
                          </a:moveTo>
                          <a:lnTo>
                            <a:pt x="29166" y="0"/>
                          </a:lnTo>
                          <a:lnTo>
                            <a:pt x="29166" y="29153"/>
                          </a:lnTo>
                          <a:lnTo>
                            <a:pt x="0" y="29153"/>
                          </a:lnTo>
                          <a:close/>
                        </a:path>
                      </a:pathLst>
                    </a:custGeom>
                    <a:solidFill>
                      <a:srgbClr val="8D8C8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132" name="자유형: 도형 1131">
                      <a:extLst>
                        <a:ext uri="{FF2B5EF4-FFF2-40B4-BE49-F238E27FC236}">
                          <a16:creationId xmlns:a16="http://schemas.microsoft.com/office/drawing/2014/main" id="{887F5CE1-C652-4F5C-B09F-56DBF11BFA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29084" y="4218227"/>
                      <a:ext cx="12687" cy="12693"/>
                    </a:xfrm>
                    <a:custGeom>
                      <a:avLst/>
                      <a:gdLst>
                        <a:gd name="connsiteX0" fmla="*/ 0 w 12686"/>
                        <a:gd name="connsiteY0" fmla="*/ 0 h 12692"/>
                        <a:gd name="connsiteX1" fmla="*/ 15021 w 12686"/>
                        <a:gd name="connsiteY1" fmla="*/ 0 h 12692"/>
                        <a:gd name="connsiteX2" fmla="*/ 15021 w 12686"/>
                        <a:gd name="connsiteY2" fmla="*/ 15002 h 12692"/>
                        <a:gd name="connsiteX3" fmla="*/ 0 w 12686"/>
                        <a:gd name="connsiteY3" fmla="*/ 15002 h 12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2686" h="12692">
                          <a:moveTo>
                            <a:pt x="0" y="0"/>
                          </a:moveTo>
                          <a:lnTo>
                            <a:pt x="15021" y="0"/>
                          </a:lnTo>
                          <a:lnTo>
                            <a:pt x="15021" y="15002"/>
                          </a:lnTo>
                          <a:lnTo>
                            <a:pt x="0" y="15002"/>
                          </a:lnTo>
                          <a:close/>
                        </a:path>
                      </a:pathLst>
                    </a:custGeom>
                    <a:solidFill>
                      <a:srgbClr val="8C866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133" name="자유형: 도형 1132">
                      <a:extLst>
                        <a:ext uri="{FF2B5EF4-FFF2-40B4-BE49-F238E27FC236}">
                          <a16:creationId xmlns:a16="http://schemas.microsoft.com/office/drawing/2014/main" id="{4A7C6329-B5ED-4AC5-BBAB-9D0EA26A45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21966" y="4211158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9153 h 25385"/>
                        <a:gd name="connsiteX1" fmla="*/ 7117 w 0"/>
                        <a:gd name="connsiteY1" fmla="*/ 22058 h 25385"/>
                        <a:gd name="connsiteX2" fmla="*/ 7117 w 0"/>
                        <a:gd name="connsiteY2" fmla="*/ 6371 h 25385"/>
                        <a:gd name="connsiteX3" fmla="*/ 0 w 0"/>
                        <a:gd name="connsiteY3" fmla="*/ 0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9153"/>
                          </a:moveTo>
                          <a:lnTo>
                            <a:pt x="7117" y="22058"/>
                          </a:lnTo>
                          <a:lnTo>
                            <a:pt x="7117" y="637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8AF82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134" name="자유형: 도형 1133">
                      <a:extLst>
                        <a:ext uri="{FF2B5EF4-FFF2-40B4-BE49-F238E27FC236}">
                          <a16:creationId xmlns:a16="http://schemas.microsoft.com/office/drawing/2014/main" id="{A95CA287-0501-4183-9C68-DCEF4033FC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21966" y="4211158"/>
                      <a:ext cx="25373" cy="12693"/>
                    </a:xfrm>
                    <a:custGeom>
                      <a:avLst/>
                      <a:gdLst>
                        <a:gd name="connsiteX0" fmla="*/ 22112 w 25373"/>
                        <a:gd name="connsiteY0" fmla="*/ 7095 h 0"/>
                        <a:gd name="connsiteX1" fmla="*/ 7219 w 25373"/>
                        <a:gd name="connsiteY1" fmla="*/ 7095 h 0"/>
                        <a:gd name="connsiteX2" fmla="*/ 0 w 25373"/>
                        <a:gd name="connsiteY2" fmla="*/ 0 h 0"/>
                        <a:gd name="connsiteX3" fmla="*/ 29166 w 25373"/>
                        <a:gd name="connsiteY3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22112" y="7095"/>
                          </a:moveTo>
                          <a:lnTo>
                            <a:pt x="7219" y="7095"/>
                          </a:lnTo>
                          <a:lnTo>
                            <a:pt x="0" y="0"/>
                          </a:lnTo>
                          <a:lnTo>
                            <a:pt x="29166" y="0"/>
                          </a:lnTo>
                          <a:close/>
                        </a:path>
                      </a:pathLst>
                    </a:custGeom>
                    <a:solidFill>
                      <a:srgbClr val="80795B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135" name="자유형: 도형 1134">
                      <a:extLst>
                        <a:ext uri="{FF2B5EF4-FFF2-40B4-BE49-F238E27FC236}">
                          <a16:creationId xmlns:a16="http://schemas.microsoft.com/office/drawing/2014/main" id="{226302D5-F2CE-4FC7-B6B6-3A17EE7A3AA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44079" y="4211158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2058 h 25385"/>
                        <a:gd name="connsiteX1" fmla="*/ 0 w 0"/>
                        <a:gd name="connsiteY1" fmla="*/ 7095 h 25385"/>
                        <a:gd name="connsiteX2" fmla="*/ 7054 w 0"/>
                        <a:gd name="connsiteY2" fmla="*/ 0 h 25385"/>
                        <a:gd name="connsiteX3" fmla="*/ 7054 w 0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2058"/>
                          </a:moveTo>
                          <a:lnTo>
                            <a:pt x="0" y="7095"/>
                          </a:lnTo>
                          <a:lnTo>
                            <a:pt x="7054" y="0"/>
                          </a:lnTo>
                          <a:lnTo>
                            <a:pt x="7054" y="29153"/>
                          </a:lnTo>
                          <a:close/>
                        </a:path>
                      </a:pathLst>
                    </a:custGeom>
                    <a:solidFill>
                      <a:srgbClr val="5E5B4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136" name="자유형: 도형 1135">
                      <a:extLst>
                        <a:ext uri="{FF2B5EF4-FFF2-40B4-BE49-F238E27FC236}">
                          <a16:creationId xmlns:a16="http://schemas.microsoft.com/office/drawing/2014/main" id="{73439633-EB30-4C72-9804-1785548A36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21966" y="4233216"/>
                      <a:ext cx="25373" cy="12693"/>
                    </a:xfrm>
                    <a:custGeom>
                      <a:avLst/>
                      <a:gdLst>
                        <a:gd name="connsiteX0" fmla="*/ 0 w 25373"/>
                        <a:gd name="connsiteY0" fmla="*/ 7095 h 0"/>
                        <a:gd name="connsiteX1" fmla="*/ 7193 w 25373"/>
                        <a:gd name="connsiteY1" fmla="*/ 0 h 0"/>
                        <a:gd name="connsiteX2" fmla="*/ 22112 w 25373"/>
                        <a:gd name="connsiteY2" fmla="*/ 0 h 0"/>
                        <a:gd name="connsiteX3" fmla="*/ 29166 w 25373"/>
                        <a:gd name="connsiteY3" fmla="*/ 7095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0" y="7095"/>
                          </a:moveTo>
                          <a:lnTo>
                            <a:pt x="7193" y="0"/>
                          </a:lnTo>
                          <a:lnTo>
                            <a:pt x="22112" y="0"/>
                          </a:lnTo>
                          <a:lnTo>
                            <a:pt x="29166" y="7095"/>
                          </a:lnTo>
                          <a:close/>
                        </a:path>
                      </a:pathLst>
                    </a:custGeom>
                    <a:solidFill>
                      <a:srgbClr val="9A916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</p:grpSp>
              <p:grpSp>
                <p:nvGrpSpPr>
                  <p:cNvPr id="1137" name="그래픽 629">
                    <a:extLst>
                      <a:ext uri="{FF2B5EF4-FFF2-40B4-BE49-F238E27FC236}">
                        <a16:creationId xmlns:a16="http://schemas.microsoft.com/office/drawing/2014/main" id="{A057F0D5-7676-438C-8587-7F86F4A2B054}"/>
                      </a:ext>
                    </a:extLst>
                  </p:cNvPr>
                  <p:cNvGrpSpPr/>
                  <p:nvPr/>
                </p:nvGrpSpPr>
                <p:grpSpPr>
                  <a:xfrm>
                    <a:off x="8221966" y="3754213"/>
                    <a:ext cx="25373" cy="25386"/>
                    <a:chOff x="8221966" y="3754213"/>
                    <a:chExt cx="25373" cy="25386"/>
                  </a:xfrm>
                  <a:solidFill>
                    <a:schemeClr val="accent1"/>
                  </a:solidFill>
                </p:grpSpPr>
                <p:sp>
                  <p:nvSpPr>
                    <p:cNvPr id="1138" name="자유형: 도형 1137">
                      <a:extLst>
                        <a:ext uri="{FF2B5EF4-FFF2-40B4-BE49-F238E27FC236}">
                          <a16:creationId xmlns:a16="http://schemas.microsoft.com/office/drawing/2014/main" id="{888F6E32-F405-4B7D-B15F-7BDB30E153D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21966" y="3754213"/>
                      <a:ext cx="25373" cy="25386"/>
                    </a:xfrm>
                    <a:custGeom>
                      <a:avLst/>
                      <a:gdLst>
                        <a:gd name="connsiteX0" fmla="*/ 0 w 25373"/>
                        <a:gd name="connsiteY0" fmla="*/ 0 h 25385"/>
                        <a:gd name="connsiteX1" fmla="*/ 29166 w 25373"/>
                        <a:gd name="connsiteY1" fmla="*/ 0 h 25385"/>
                        <a:gd name="connsiteX2" fmla="*/ 29166 w 25373"/>
                        <a:gd name="connsiteY2" fmla="*/ 29153 h 25385"/>
                        <a:gd name="connsiteX3" fmla="*/ 0 w 25373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 h="25385">
                          <a:moveTo>
                            <a:pt x="0" y="0"/>
                          </a:moveTo>
                          <a:lnTo>
                            <a:pt x="29166" y="0"/>
                          </a:lnTo>
                          <a:lnTo>
                            <a:pt x="29166" y="29153"/>
                          </a:lnTo>
                          <a:lnTo>
                            <a:pt x="0" y="29153"/>
                          </a:lnTo>
                          <a:close/>
                        </a:path>
                      </a:pathLst>
                    </a:custGeom>
                    <a:solidFill>
                      <a:srgbClr val="8D8C8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139" name="자유형: 도형 1138">
                      <a:extLst>
                        <a:ext uri="{FF2B5EF4-FFF2-40B4-BE49-F238E27FC236}">
                          <a16:creationId xmlns:a16="http://schemas.microsoft.com/office/drawing/2014/main" id="{7F2DC23A-9FDA-4B62-B367-BA190F4431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29084" y="3761282"/>
                      <a:ext cx="12687" cy="12693"/>
                    </a:xfrm>
                    <a:custGeom>
                      <a:avLst/>
                      <a:gdLst>
                        <a:gd name="connsiteX0" fmla="*/ 0 w 12686"/>
                        <a:gd name="connsiteY0" fmla="*/ 0 h 12692"/>
                        <a:gd name="connsiteX1" fmla="*/ 15021 w 12686"/>
                        <a:gd name="connsiteY1" fmla="*/ 0 h 12692"/>
                        <a:gd name="connsiteX2" fmla="*/ 15021 w 12686"/>
                        <a:gd name="connsiteY2" fmla="*/ 15002 h 12692"/>
                        <a:gd name="connsiteX3" fmla="*/ 0 w 12686"/>
                        <a:gd name="connsiteY3" fmla="*/ 15002 h 12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2686" h="12692">
                          <a:moveTo>
                            <a:pt x="0" y="0"/>
                          </a:moveTo>
                          <a:lnTo>
                            <a:pt x="15021" y="0"/>
                          </a:lnTo>
                          <a:lnTo>
                            <a:pt x="15021" y="15002"/>
                          </a:lnTo>
                          <a:lnTo>
                            <a:pt x="0" y="15002"/>
                          </a:lnTo>
                          <a:close/>
                        </a:path>
                      </a:pathLst>
                    </a:custGeom>
                    <a:solidFill>
                      <a:srgbClr val="8C866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140" name="자유형: 도형 1139">
                      <a:extLst>
                        <a:ext uri="{FF2B5EF4-FFF2-40B4-BE49-F238E27FC236}">
                          <a16:creationId xmlns:a16="http://schemas.microsoft.com/office/drawing/2014/main" id="{635AED69-37EE-4264-A7AE-430E4473D6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21966" y="3754213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9153 h 25385"/>
                        <a:gd name="connsiteX1" fmla="*/ 7117 w 0"/>
                        <a:gd name="connsiteY1" fmla="*/ 22058 h 25385"/>
                        <a:gd name="connsiteX2" fmla="*/ 7117 w 0"/>
                        <a:gd name="connsiteY2" fmla="*/ 6371 h 25385"/>
                        <a:gd name="connsiteX3" fmla="*/ 0 w 0"/>
                        <a:gd name="connsiteY3" fmla="*/ 0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9153"/>
                          </a:moveTo>
                          <a:lnTo>
                            <a:pt x="7117" y="22058"/>
                          </a:lnTo>
                          <a:lnTo>
                            <a:pt x="7117" y="637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8AF82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141" name="자유형: 도형 1140">
                      <a:extLst>
                        <a:ext uri="{FF2B5EF4-FFF2-40B4-BE49-F238E27FC236}">
                          <a16:creationId xmlns:a16="http://schemas.microsoft.com/office/drawing/2014/main" id="{75CA7EDE-0D0D-4A20-87A0-086209A2102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21966" y="3754213"/>
                      <a:ext cx="25373" cy="12693"/>
                    </a:xfrm>
                    <a:custGeom>
                      <a:avLst/>
                      <a:gdLst>
                        <a:gd name="connsiteX0" fmla="*/ 22112 w 25373"/>
                        <a:gd name="connsiteY0" fmla="*/ 7095 h 0"/>
                        <a:gd name="connsiteX1" fmla="*/ 7219 w 25373"/>
                        <a:gd name="connsiteY1" fmla="*/ 7095 h 0"/>
                        <a:gd name="connsiteX2" fmla="*/ 0 w 25373"/>
                        <a:gd name="connsiteY2" fmla="*/ 0 h 0"/>
                        <a:gd name="connsiteX3" fmla="*/ 29166 w 25373"/>
                        <a:gd name="connsiteY3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22112" y="7095"/>
                          </a:moveTo>
                          <a:lnTo>
                            <a:pt x="7219" y="7095"/>
                          </a:lnTo>
                          <a:lnTo>
                            <a:pt x="0" y="0"/>
                          </a:lnTo>
                          <a:lnTo>
                            <a:pt x="29166" y="0"/>
                          </a:lnTo>
                          <a:close/>
                        </a:path>
                      </a:pathLst>
                    </a:custGeom>
                    <a:solidFill>
                      <a:srgbClr val="80795B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142" name="자유형: 도형 1141">
                      <a:extLst>
                        <a:ext uri="{FF2B5EF4-FFF2-40B4-BE49-F238E27FC236}">
                          <a16:creationId xmlns:a16="http://schemas.microsoft.com/office/drawing/2014/main" id="{453971BF-D114-47AD-9E12-82F4D736C38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44079" y="3754213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2058 h 25385"/>
                        <a:gd name="connsiteX1" fmla="*/ 0 w 0"/>
                        <a:gd name="connsiteY1" fmla="*/ 7095 h 25385"/>
                        <a:gd name="connsiteX2" fmla="*/ 7054 w 0"/>
                        <a:gd name="connsiteY2" fmla="*/ 0 h 25385"/>
                        <a:gd name="connsiteX3" fmla="*/ 7054 w 0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2058"/>
                          </a:moveTo>
                          <a:lnTo>
                            <a:pt x="0" y="7095"/>
                          </a:lnTo>
                          <a:lnTo>
                            <a:pt x="7054" y="0"/>
                          </a:lnTo>
                          <a:lnTo>
                            <a:pt x="7054" y="29153"/>
                          </a:lnTo>
                          <a:close/>
                        </a:path>
                      </a:pathLst>
                    </a:custGeom>
                    <a:solidFill>
                      <a:srgbClr val="5E5B4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143" name="자유형: 도형 1142">
                      <a:extLst>
                        <a:ext uri="{FF2B5EF4-FFF2-40B4-BE49-F238E27FC236}">
                          <a16:creationId xmlns:a16="http://schemas.microsoft.com/office/drawing/2014/main" id="{534F39D9-EA44-4AC7-869E-01012472FF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21966" y="3776271"/>
                      <a:ext cx="25373" cy="12693"/>
                    </a:xfrm>
                    <a:custGeom>
                      <a:avLst/>
                      <a:gdLst>
                        <a:gd name="connsiteX0" fmla="*/ 0 w 25373"/>
                        <a:gd name="connsiteY0" fmla="*/ 7095 h 0"/>
                        <a:gd name="connsiteX1" fmla="*/ 7193 w 25373"/>
                        <a:gd name="connsiteY1" fmla="*/ 0 h 0"/>
                        <a:gd name="connsiteX2" fmla="*/ 22112 w 25373"/>
                        <a:gd name="connsiteY2" fmla="*/ 0 h 0"/>
                        <a:gd name="connsiteX3" fmla="*/ 29166 w 25373"/>
                        <a:gd name="connsiteY3" fmla="*/ 7095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0" y="7095"/>
                          </a:moveTo>
                          <a:lnTo>
                            <a:pt x="7193" y="0"/>
                          </a:lnTo>
                          <a:lnTo>
                            <a:pt x="22112" y="0"/>
                          </a:lnTo>
                          <a:lnTo>
                            <a:pt x="29166" y="7095"/>
                          </a:lnTo>
                          <a:close/>
                        </a:path>
                      </a:pathLst>
                    </a:custGeom>
                    <a:solidFill>
                      <a:srgbClr val="9A916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</p:grpSp>
              <p:grpSp>
                <p:nvGrpSpPr>
                  <p:cNvPr id="1144" name="그래픽 629">
                    <a:extLst>
                      <a:ext uri="{FF2B5EF4-FFF2-40B4-BE49-F238E27FC236}">
                        <a16:creationId xmlns:a16="http://schemas.microsoft.com/office/drawing/2014/main" id="{A057F0D5-7676-438C-8587-7F86F4A2B054}"/>
                      </a:ext>
                    </a:extLst>
                  </p:cNvPr>
                  <p:cNvGrpSpPr/>
                  <p:nvPr/>
                </p:nvGrpSpPr>
                <p:grpSpPr>
                  <a:xfrm>
                    <a:off x="8313309" y="4211158"/>
                    <a:ext cx="25373" cy="25386"/>
                    <a:chOff x="8313309" y="4211158"/>
                    <a:chExt cx="25373" cy="25386"/>
                  </a:xfrm>
                  <a:solidFill>
                    <a:schemeClr val="accent1"/>
                  </a:solidFill>
                </p:grpSpPr>
                <p:sp>
                  <p:nvSpPr>
                    <p:cNvPr id="1145" name="자유형: 도형 1144">
                      <a:extLst>
                        <a:ext uri="{FF2B5EF4-FFF2-40B4-BE49-F238E27FC236}">
                          <a16:creationId xmlns:a16="http://schemas.microsoft.com/office/drawing/2014/main" id="{F8C22369-A046-4E8F-AA8F-C1602450B0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13309" y="4211158"/>
                      <a:ext cx="25373" cy="25386"/>
                    </a:xfrm>
                    <a:custGeom>
                      <a:avLst/>
                      <a:gdLst>
                        <a:gd name="connsiteX0" fmla="*/ 0 w 25373"/>
                        <a:gd name="connsiteY0" fmla="*/ 0 h 25385"/>
                        <a:gd name="connsiteX1" fmla="*/ 29166 w 25373"/>
                        <a:gd name="connsiteY1" fmla="*/ 0 h 25385"/>
                        <a:gd name="connsiteX2" fmla="*/ 29166 w 25373"/>
                        <a:gd name="connsiteY2" fmla="*/ 29153 h 25385"/>
                        <a:gd name="connsiteX3" fmla="*/ 0 w 25373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 h="25385">
                          <a:moveTo>
                            <a:pt x="0" y="0"/>
                          </a:moveTo>
                          <a:lnTo>
                            <a:pt x="29166" y="0"/>
                          </a:lnTo>
                          <a:lnTo>
                            <a:pt x="29166" y="29153"/>
                          </a:lnTo>
                          <a:lnTo>
                            <a:pt x="0" y="29153"/>
                          </a:lnTo>
                          <a:close/>
                        </a:path>
                      </a:pathLst>
                    </a:custGeom>
                    <a:solidFill>
                      <a:srgbClr val="8D8C8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146" name="자유형: 도형 1145">
                      <a:extLst>
                        <a:ext uri="{FF2B5EF4-FFF2-40B4-BE49-F238E27FC236}">
                          <a16:creationId xmlns:a16="http://schemas.microsoft.com/office/drawing/2014/main" id="{34A4CCD3-4375-46CC-B4F4-2F0DE2D0F40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20426" y="4218227"/>
                      <a:ext cx="12687" cy="12693"/>
                    </a:xfrm>
                    <a:custGeom>
                      <a:avLst/>
                      <a:gdLst>
                        <a:gd name="connsiteX0" fmla="*/ 0 w 12686"/>
                        <a:gd name="connsiteY0" fmla="*/ 0 h 12692"/>
                        <a:gd name="connsiteX1" fmla="*/ 15021 w 12686"/>
                        <a:gd name="connsiteY1" fmla="*/ 0 h 12692"/>
                        <a:gd name="connsiteX2" fmla="*/ 15021 w 12686"/>
                        <a:gd name="connsiteY2" fmla="*/ 15002 h 12692"/>
                        <a:gd name="connsiteX3" fmla="*/ 0 w 12686"/>
                        <a:gd name="connsiteY3" fmla="*/ 15002 h 12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2686" h="12692">
                          <a:moveTo>
                            <a:pt x="0" y="0"/>
                          </a:moveTo>
                          <a:lnTo>
                            <a:pt x="15021" y="0"/>
                          </a:lnTo>
                          <a:lnTo>
                            <a:pt x="15021" y="15002"/>
                          </a:lnTo>
                          <a:lnTo>
                            <a:pt x="0" y="15002"/>
                          </a:lnTo>
                          <a:close/>
                        </a:path>
                      </a:pathLst>
                    </a:custGeom>
                    <a:solidFill>
                      <a:srgbClr val="8C866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147" name="자유형: 도형 1146">
                      <a:extLst>
                        <a:ext uri="{FF2B5EF4-FFF2-40B4-BE49-F238E27FC236}">
                          <a16:creationId xmlns:a16="http://schemas.microsoft.com/office/drawing/2014/main" id="{236F5661-CC34-4109-9D39-3415F4F879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13309" y="4211158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9153 h 25385"/>
                        <a:gd name="connsiteX1" fmla="*/ 7117 w 0"/>
                        <a:gd name="connsiteY1" fmla="*/ 22058 h 25385"/>
                        <a:gd name="connsiteX2" fmla="*/ 7117 w 0"/>
                        <a:gd name="connsiteY2" fmla="*/ 6371 h 25385"/>
                        <a:gd name="connsiteX3" fmla="*/ 0 w 0"/>
                        <a:gd name="connsiteY3" fmla="*/ 0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9153"/>
                          </a:moveTo>
                          <a:lnTo>
                            <a:pt x="7117" y="22058"/>
                          </a:lnTo>
                          <a:lnTo>
                            <a:pt x="7117" y="637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8AF82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148" name="자유형: 도형 1147">
                      <a:extLst>
                        <a:ext uri="{FF2B5EF4-FFF2-40B4-BE49-F238E27FC236}">
                          <a16:creationId xmlns:a16="http://schemas.microsoft.com/office/drawing/2014/main" id="{A77933FD-81BF-4E5A-B7F8-F32C6ED015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13309" y="4211158"/>
                      <a:ext cx="25373" cy="12693"/>
                    </a:xfrm>
                    <a:custGeom>
                      <a:avLst/>
                      <a:gdLst>
                        <a:gd name="connsiteX0" fmla="*/ 22112 w 25373"/>
                        <a:gd name="connsiteY0" fmla="*/ 7095 h 0"/>
                        <a:gd name="connsiteX1" fmla="*/ 7219 w 25373"/>
                        <a:gd name="connsiteY1" fmla="*/ 7095 h 0"/>
                        <a:gd name="connsiteX2" fmla="*/ 0 w 25373"/>
                        <a:gd name="connsiteY2" fmla="*/ 0 h 0"/>
                        <a:gd name="connsiteX3" fmla="*/ 29166 w 25373"/>
                        <a:gd name="connsiteY3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22112" y="7095"/>
                          </a:moveTo>
                          <a:lnTo>
                            <a:pt x="7219" y="7095"/>
                          </a:lnTo>
                          <a:lnTo>
                            <a:pt x="0" y="0"/>
                          </a:lnTo>
                          <a:lnTo>
                            <a:pt x="29166" y="0"/>
                          </a:lnTo>
                          <a:close/>
                        </a:path>
                      </a:pathLst>
                    </a:custGeom>
                    <a:solidFill>
                      <a:srgbClr val="80795B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149" name="자유형: 도형 1148">
                      <a:extLst>
                        <a:ext uri="{FF2B5EF4-FFF2-40B4-BE49-F238E27FC236}">
                          <a16:creationId xmlns:a16="http://schemas.microsoft.com/office/drawing/2014/main" id="{D97F1A9C-5997-4FAD-AA9D-F767314A4F7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35422" y="4211158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2058 h 25385"/>
                        <a:gd name="connsiteX1" fmla="*/ 0 w 0"/>
                        <a:gd name="connsiteY1" fmla="*/ 7095 h 25385"/>
                        <a:gd name="connsiteX2" fmla="*/ 7054 w 0"/>
                        <a:gd name="connsiteY2" fmla="*/ 0 h 25385"/>
                        <a:gd name="connsiteX3" fmla="*/ 7054 w 0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2058"/>
                          </a:moveTo>
                          <a:lnTo>
                            <a:pt x="0" y="7095"/>
                          </a:lnTo>
                          <a:lnTo>
                            <a:pt x="7054" y="0"/>
                          </a:lnTo>
                          <a:lnTo>
                            <a:pt x="7054" y="29153"/>
                          </a:lnTo>
                          <a:close/>
                        </a:path>
                      </a:pathLst>
                    </a:custGeom>
                    <a:solidFill>
                      <a:srgbClr val="5E5B4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150" name="자유형: 도형 1149">
                      <a:extLst>
                        <a:ext uri="{FF2B5EF4-FFF2-40B4-BE49-F238E27FC236}">
                          <a16:creationId xmlns:a16="http://schemas.microsoft.com/office/drawing/2014/main" id="{1059943D-049B-4AC2-B930-12C6C84F38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13309" y="4233216"/>
                      <a:ext cx="25373" cy="12693"/>
                    </a:xfrm>
                    <a:custGeom>
                      <a:avLst/>
                      <a:gdLst>
                        <a:gd name="connsiteX0" fmla="*/ 0 w 25373"/>
                        <a:gd name="connsiteY0" fmla="*/ 7095 h 0"/>
                        <a:gd name="connsiteX1" fmla="*/ 7193 w 25373"/>
                        <a:gd name="connsiteY1" fmla="*/ 0 h 0"/>
                        <a:gd name="connsiteX2" fmla="*/ 22112 w 25373"/>
                        <a:gd name="connsiteY2" fmla="*/ 0 h 0"/>
                        <a:gd name="connsiteX3" fmla="*/ 29166 w 25373"/>
                        <a:gd name="connsiteY3" fmla="*/ 7095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0" y="7095"/>
                          </a:moveTo>
                          <a:lnTo>
                            <a:pt x="7193" y="0"/>
                          </a:lnTo>
                          <a:lnTo>
                            <a:pt x="22112" y="0"/>
                          </a:lnTo>
                          <a:lnTo>
                            <a:pt x="29166" y="7095"/>
                          </a:lnTo>
                          <a:close/>
                        </a:path>
                      </a:pathLst>
                    </a:custGeom>
                    <a:solidFill>
                      <a:srgbClr val="9A916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</p:grpSp>
              <p:grpSp>
                <p:nvGrpSpPr>
                  <p:cNvPr id="1151" name="그래픽 629">
                    <a:extLst>
                      <a:ext uri="{FF2B5EF4-FFF2-40B4-BE49-F238E27FC236}">
                        <a16:creationId xmlns:a16="http://schemas.microsoft.com/office/drawing/2014/main" id="{A057F0D5-7676-438C-8587-7F86F4A2B054}"/>
                      </a:ext>
                    </a:extLst>
                  </p:cNvPr>
                  <p:cNvGrpSpPr/>
                  <p:nvPr/>
                </p:nvGrpSpPr>
                <p:grpSpPr>
                  <a:xfrm>
                    <a:off x="8313309" y="3754213"/>
                    <a:ext cx="25373" cy="25386"/>
                    <a:chOff x="8313309" y="3754213"/>
                    <a:chExt cx="25373" cy="25386"/>
                  </a:xfrm>
                  <a:solidFill>
                    <a:schemeClr val="accent1"/>
                  </a:solidFill>
                </p:grpSpPr>
                <p:sp>
                  <p:nvSpPr>
                    <p:cNvPr id="1152" name="자유형: 도형 1151">
                      <a:extLst>
                        <a:ext uri="{FF2B5EF4-FFF2-40B4-BE49-F238E27FC236}">
                          <a16:creationId xmlns:a16="http://schemas.microsoft.com/office/drawing/2014/main" id="{AFF7E4E3-ABBB-4A6D-8797-A812DDDF5C4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13309" y="3754213"/>
                      <a:ext cx="25373" cy="25386"/>
                    </a:xfrm>
                    <a:custGeom>
                      <a:avLst/>
                      <a:gdLst>
                        <a:gd name="connsiteX0" fmla="*/ 0 w 25373"/>
                        <a:gd name="connsiteY0" fmla="*/ 0 h 25385"/>
                        <a:gd name="connsiteX1" fmla="*/ 29166 w 25373"/>
                        <a:gd name="connsiteY1" fmla="*/ 0 h 25385"/>
                        <a:gd name="connsiteX2" fmla="*/ 29166 w 25373"/>
                        <a:gd name="connsiteY2" fmla="*/ 29153 h 25385"/>
                        <a:gd name="connsiteX3" fmla="*/ 0 w 25373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 h="25385">
                          <a:moveTo>
                            <a:pt x="0" y="0"/>
                          </a:moveTo>
                          <a:lnTo>
                            <a:pt x="29166" y="0"/>
                          </a:lnTo>
                          <a:lnTo>
                            <a:pt x="29166" y="29153"/>
                          </a:lnTo>
                          <a:lnTo>
                            <a:pt x="0" y="29153"/>
                          </a:lnTo>
                          <a:close/>
                        </a:path>
                      </a:pathLst>
                    </a:custGeom>
                    <a:solidFill>
                      <a:srgbClr val="8D8C8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153" name="자유형: 도형 1152">
                      <a:extLst>
                        <a:ext uri="{FF2B5EF4-FFF2-40B4-BE49-F238E27FC236}">
                          <a16:creationId xmlns:a16="http://schemas.microsoft.com/office/drawing/2014/main" id="{A55967BF-5BD2-4F98-B6E5-BFE4087A03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20426" y="3761282"/>
                      <a:ext cx="12687" cy="12693"/>
                    </a:xfrm>
                    <a:custGeom>
                      <a:avLst/>
                      <a:gdLst>
                        <a:gd name="connsiteX0" fmla="*/ 0 w 12686"/>
                        <a:gd name="connsiteY0" fmla="*/ 0 h 12692"/>
                        <a:gd name="connsiteX1" fmla="*/ 15021 w 12686"/>
                        <a:gd name="connsiteY1" fmla="*/ 0 h 12692"/>
                        <a:gd name="connsiteX2" fmla="*/ 15021 w 12686"/>
                        <a:gd name="connsiteY2" fmla="*/ 15002 h 12692"/>
                        <a:gd name="connsiteX3" fmla="*/ 0 w 12686"/>
                        <a:gd name="connsiteY3" fmla="*/ 15002 h 12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2686" h="12692">
                          <a:moveTo>
                            <a:pt x="0" y="0"/>
                          </a:moveTo>
                          <a:lnTo>
                            <a:pt x="15021" y="0"/>
                          </a:lnTo>
                          <a:lnTo>
                            <a:pt x="15021" y="15002"/>
                          </a:lnTo>
                          <a:lnTo>
                            <a:pt x="0" y="15002"/>
                          </a:lnTo>
                          <a:close/>
                        </a:path>
                      </a:pathLst>
                    </a:custGeom>
                    <a:solidFill>
                      <a:srgbClr val="8C866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154" name="자유형: 도형 1153">
                      <a:extLst>
                        <a:ext uri="{FF2B5EF4-FFF2-40B4-BE49-F238E27FC236}">
                          <a16:creationId xmlns:a16="http://schemas.microsoft.com/office/drawing/2014/main" id="{BE466B8C-DE1E-4640-8F35-89C730087C3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13309" y="3754213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9153 h 25385"/>
                        <a:gd name="connsiteX1" fmla="*/ 7117 w 0"/>
                        <a:gd name="connsiteY1" fmla="*/ 22058 h 25385"/>
                        <a:gd name="connsiteX2" fmla="*/ 7117 w 0"/>
                        <a:gd name="connsiteY2" fmla="*/ 6371 h 25385"/>
                        <a:gd name="connsiteX3" fmla="*/ 0 w 0"/>
                        <a:gd name="connsiteY3" fmla="*/ 0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9153"/>
                          </a:moveTo>
                          <a:lnTo>
                            <a:pt x="7117" y="22058"/>
                          </a:lnTo>
                          <a:lnTo>
                            <a:pt x="7117" y="637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8AF82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155" name="자유형: 도형 1154">
                      <a:extLst>
                        <a:ext uri="{FF2B5EF4-FFF2-40B4-BE49-F238E27FC236}">
                          <a16:creationId xmlns:a16="http://schemas.microsoft.com/office/drawing/2014/main" id="{0E6DF093-0BCB-4942-BFC8-3F132FAB88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13309" y="3754213"/>
                      <a:ext cx="25373" cy="12693"/>
                    </a:xfrm>
                    <a:custGeom>
                      <a:avLst/>
                      <a:gdLst>
                        <a:gd name="connsiteX0" fmla="*/ 22112 w 25373"/>
                        <a:gd name="connsiteY0" fmla="*/ 7095 h 0"/>
                        <a:gd name="connsiteX1" fmla="*/ 7219 w 25373"/>
                        <a:gd name="connsiteY1" fmla="*/ 7095 h 0"/>
                        <a:gd name="connsiteX2" fmla="*/ 0 w 25373"/>
                        <a:gd name="connsiteY2" fmla="*/ 0 h 0"/>
                        <a:gd name="connsiteX3" fmla="*/ 29166 w 25373"/>
                        <a:gd name="connsiteY3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22112" y="7095"/>
                          </a:moveTo>
                          <a:lnTo>
                            <a:pt x="7219" y="7095"/>
                          </a:lnTo>
                          <a:lnTo>
                            <a:pt x="0" y="0"/>
                          </a:lnTo>
                          <a:lnTo>
                            <a:pt x="29166" y="0"/>
                          </a:lnTo>
                          <a:close/>
                        </a:path>
                      </a:pathLst>
                    </a:custGeom>
                    <a:solidFill>
                      <a:srgbClr val="80795B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156" name="자유형: 도형 1155">
                      <a:extLst>
                        <a:ext uri="{FF2B5EF4-FFF2-40B4-BE49-F238E27FC236}">
                          <a16:creationId xmlns:a16="http://schemas.microsoft.com/office/drawing/2014/main" id="{7B019888-ECED-4D28-869D-FA746D5A19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35422" y="3754213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2058 h 25385"/>
                        <a:gd name="connsiteX1" fmla="*/ 0 w 0"/>
                        <a:gd name="connsiteY1" fmla="*/ 7095 h 25385"/>
                        <a:gd name="connsiteX2" fmla="*/ 7054 w 0"/>
                        <a:gd name="connsiteY2" fmla="*/ 0 h 25385"/>
                        <a:gd name="connsiteX3" fmla="*/ 7054 w 0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2058"/>
                          </a:moveTo>
                          <a:lnTo>
                            <a:pt x="0" y="7095"/>
                          </a:lnTo>
                          <a:lnTo>
                            <a:pt x="7054" y="0"/>
                          </a:lnTo>
                          <a:lnTo>
                            <a:pt x="7054" y="29153"/>
                          </a:lnTo>
                          <a:close/>
                        </a:path>
                      </a:pathLst>
                    </a:custGeom>
                    <a:solidFill>
                      <a:srgbClr val="5E5B4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157" name="자유형: 도형 1156">
                      <a:extLst>
                        <a:ext uri="{FF2B5EF4-FFF2-40B4-BE49-F238E27FC236}">
                          <a16:creationId xmlns:a16="http://schemas.microsoft.com/office/drawing/2014/main" id="{7037EE09-A02F-497B-8EBC-715AD73B57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13309" y="3776271"/>
                      <a:ext cx="25373" cy="12693"/>
                    </a:xfrm>
                    <a:custGeom>
                      <a:avLst/>
                      <a:gdLst>
                        <a:gd name="connsiteX0" fmla="*/ 0 w 25373"/>
                        <a:gd name="connsiteY0" fmla="*/ 7095 h 0"/>
                        <a:gd name="connsiteX1" fmla="*/ 7193 w 25373"/>
                        <a:gd name="connsiteY1" fmla="*/ 0 h 0"/>
                        <a:gd name="connsiteX2" fmla="*/ 22112 w 25373"/>
                        <a:gd name="connsiteY2" fmla="*/ 0 h 0"/>
                        <a:gd name="connsiteX3" fmla="*/ 29166 w 25373"/>
                        <a:gd name="connsiteY3" fmla="*/ 7095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0" y="7095"/>
                          </a:moveTo>
                          <a:lnTo>
                            <a:pt x="7193" y="0"/>
                          </a:lnTo>
                          <a:lnTo>
                            <a:pt x="22112" y="0"/>
                          </a:lnTo>
                          <a:lnTo>
                            <a:pt x="29166" y="7095"/>
                          </a:lnTo>
                          <a:close/>
                        </a:path>
                      </a:pathLst>
                    </a:custGeom>
                    <a:solidFill>
                      <a:srgbClr val="9A916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</p:grpSp>
              <p:grpSp>
                <p:nvGrpSpPr>
                  <p:cNvPr id="1158" name="그래픽 629">
                    <a:extLst>
                      <a:ext uri="{FF2B5EF4-FFF2-40B4-BE49-F238E27FC236}">
                        <a16:creationId xmlns:a16="http://schemas.microsoft.com/office/drawing/2014/main" id="{A057F0D5-7676-438C-8587-7F86F4A2B054}"/>
                      </a:ext>
                    </a:extLst>
                  </p:cNvPr>
                  <p:cNvGrpSpPr/>
                  <p:nvPr/>
                </p:nvGrpSpPr>
                <p:grpSpPr>
                  <a:xfrm>
                    <a:off x="8404653" y="4211158"/>
                    <a:ext cx="25373" cy="25386"/>
                    <a:chOff x="8404653" y="4211158"/>
                    <a:chExt cx="25373" cy="25386"/>
                  </a:xfrm>
                  <a:solidFill>
                    <a:schemeClr val="accent1"/>
                  </a:solidFill>
                </p:grpSpPr>
                <p:sp>
                  <p:nvSpPr>
                    <p:cNvPr id="1159" name="자유형: 도형 1158">
                      <a:extLst>
                        <a:ext uri="{FF2B5EF4-FFF2-40B4-BE49-F238E27FC236}">
                          <a16:creationId xmlns:a16="http://schemas.microsoft.com/office/drawing/2014/main" id="{3FC3CEBD-B012-4DB4-AB90-64B201719C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04653" y="4211158"/>
                      <a:ext cx="25373" cy="25386"/>
                    </a:xfrm>
                    <a:custGeom>
                      <a:avLst/>
                      <a:gdLst>
                        <a:gd name="connsiteX0" fmla="*/ 0 w 25373"/>
                        <a:gd name="connsiteY0" fmla="*/ 0 h 25385"/>
                        <a:gd name="connsiteX1" fmla="*/ 29166 w 25373"/>
                        <a:gd name="connsiteY1" fmla="*/ 0 h 25385"/>
                        <a:gd name="connsiteX2" fmla="*/ 29166 w 25373"/>
                        <a:gd name="connsiteY2" fmla="*/ 29153 h 25385"/>
                        <a:gd name="connsiteX3" fmla="*/ 0 w 25373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 h="25385">
                          <a:moveTo>
                            <a:pt x="0" y="0"/>
                          </a:moveTo>
                          <a:lnTo>
                            <a:pt x="29166" y="0"/>
                          </a:lnTo>
                          <a:lnTo>
                            <a:pt x="29166" y="29153"/>
                          </a:lnTo>
                          <a:lnTo>
                            <a:pt x="0" y="29153"/>
                          </a:lnTo>
                          <a:close/>
                        </a:path>
                      </a:pathLst>
                    </a:custGeom>
                    <a:solidFill>
                      <a:srgbClr val="8D8C8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160" name="자유형: 도형 1159">
                      <a:extLst>
                        <a:ext uri="{FF2B5EF4-FFF2-40B4-BE49-F238E27FC236}">
                          <a16:creationId xmlns:a16="http://schemas.microsoft.com/office/drawing/2014/main" id="{1457AD2E-7E70-4D5C-B300-5E345E204B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11770" y="4218227"/>
                      <a:ext cx="12687" cy="12693"/>
                    </a:xfrm>
                    <a:custGeom>
                      <a:avLst/>
                      <a:gdLst>
                        <a:gd name="connsiteX0" fmla="*/ 0 w 12686"/>
                        <a:gd name="connsiteY0" fmla="*/ 0 h 12692"/>
                        <a:gd name="connsiteX1" fmla="*/ 15021 w 12686"/>
                        <a:gd name="connsiteY1" fmla="*/ 0 h 12692"/>
                        <a:gd name="connsiteX2" fmla="*/ 15021 w 12686"/>
                        <a:gd name="connsiteY2" fmla="*/ 15002 h 12692"/>
                        <a:gd name="connsiteX3" fmla="*/ 0 w 12686"/>
                        <a:gd name="connsiteY3" fmla="*/ 15002 h 12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2686" h="12692">
                          <a:moveTo>
                            <a:pt x="0" y="0"/>
                          </a:moveTo>
                          <a:lnTo>
                            <a:pt x="15021" y="0"/>
                          </a:lnTo>
                          <a:lnTo>
                            <a:pt x="15021" y="15002"/>
                          </a:lnTo>
                          <a:lnTo>
                            <a:pt x="0" y="15002"/>
                          </a:lnTo>
                          <a:close/>
                        </a:path>
                      </a:pathLst>
                    </a:custGeom>
                    <a:solidFill>
                      <a:srgbClr val="8C866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161" name="자유형: 도형 1160">
                      <a:extLst>
                        <a:ext uri="{FF2B5EF4-FFF2-40B4-BE49-F238E27FC236}">
                          <a16:creationId xmlns:a16="http://schemas.microsoft.com/office/drawing/2014/main" id="{C8DB8E6C-AF71-4C51-8F85-A843245C7A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04653" y="4211158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9153 h 25385"/>
                        <a:gd name="connsiteX1" fmla="*/ 7117 w 0"/>
                        <a:gd name="connsiteY1" fmla="*/ 22058 h 25385"/>
                        <a:gd name="connsiteX2" fmla="*/ 7117 w 0"/>
                        <a:gd name="connsiteY2" fmla="*/ 6371 h 25385"/>
                        <a:gd name="connsiteX3" fmla="*/ 0 w 0"/>
                        <a:gd name="connsiteY3" fmla="*/ 0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9153"/>
                          </a:moveTo>
                          <a:lnTo>
                            <a:pt x="7117" y="22058"/>
                          </a:lnTo>
                          <a:lnTo>
                            <a:pt x="7117" y="637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8AF82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162" name="자유형: 도형 1161">
                      <a:extLst>
                        <a:ext uri="{FF2B5EF4-FFF2-40B4-BE49-F238E27FC236}">
                          <a16:creationId xmlns:a16="http://schemas.microsoft.com/office/drawing/2014/main" id="{BBAFD562-6F6D-43DA-B2F9-D83702B91E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04653" y="4211158"/>
                      <a:ext cx="25373" cy="12693"/>
                    </a:xfrm>
                    <a:custGeom>
                      <a:avLst/>
                      <a:gdLst>
                        <a:gd name="connsiteX0" fmla="*/ 22112 w 25373"/>
                        <a:gd name="connsiteY0" fmla="*/ 7095 h 0"/>
                        <a:gd name="connsiteX1" fmla="*/ 7219 w 25373"/>
                        <a:gd name="connsiteY1" fmla="*/ 7095 h 0"/>
                        <a:gd name="connsiteX2" fmla="*/ 0 w 25373"/>
                        <a:gd name="connsiteY2" fmla="*/ 0 h 0"/>
                        <a:gd name="connsiteX3" fmla="*/ 29166 w 25373"/>
                        <a:gd name="connsiteY3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22112" y="7095"/>
                          </a:moveTo>
                          <a:lnTo>
                            <a:pt x="7219" y="7095"/>
                          </a:lnTo>
                          <a:lnTo>
                            <a:pt x="0" y="0"/>
                          </a:lnTo>
                          <a:lnTo>
                            <a:pt x="29166" y="0"/>
                          </a:lnTo>
                          <a:close/>
                        </a:path>
                      </a:pathLst>
                    </a:custGeom>
                    <a:solidFill>
                      <a:srgbClr val="80795B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163" name="자유형: 도형 1162">
                      <a:extLst>
                        <a:ext uri="{FF2B5EF4-FFF2-40B4-BE49-F238E27FC236}">
                          <a16:creationId xmlns:a16="http://schemas.microsoft.com/office/drawing/2014/main" id="{2B010092-05F3-403E-B899-C06EAC1EF6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26765" y="4211158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2058 h 25385"/>
                        <a:gd name="connsiteX1" fmla="*/ 0 w 0"/>
                        <a:gd name="connsiteY1" fmla="*/ 7095 h 25385"/>
                        <a:gd name="connsiteX2" fmla="*/ 7054 w 0"/>
                        <a:gd name="connsiteY2" fmla="*/ 0 h 25385"/>
                        <a:gd name="connsiteX3" fmla="*/ 7054 w 0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2058"/>
                          </a:moveTo>
                          <a:lnTo>
                            <a:pt x="0" y="7095"/>
                          </a:lnTo>
                          <a:lnTo>
                            <a:pt x="7054" y="0"/>
                          </a:lnTo>
                          <a:lnTo>
                            <a:pt x="7054" y="29153"/>
                          </a:lnTo>
                          <a:close/>
                        </a:path>
                      </a:pathLst>
                    </a:custGeom>
                    <a:solidFill>
                      <a:srgbClr val="5E5B4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164" name="자유형: 도형 1163">
                      <a:extLst>
                        <a:ext uri="{FF2B5EF4-FFF2-40B4-BE49-F238E27FC236}">
                          <a16:creationId xmlns:a16="http://schemas.microsoft.com/office/drawing/2014/main" id="{10A89A27-1560-4E7D-9611-4DE0308738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04653" y="4233216"/>
                      <a:ext cx="25373" cy="12693"/>
                    </a:xfrm>
                    <a:custGeom>
                      <a:avLst/>
                      <a:gdLst>
                        <a:gd name="connsiteX0" fmla="*/ 0 w 25373"/>
                        <a:gd name="connsiteY0" fmla="*/ 7095 h 0"/>
                        <a:gd name="connsiteX1" fmla="*/ 7193 w 25373"/>
                        <a:gd name="connsiteY1" fmla="*/ 0 h 0"/>
                        <a:gd name="connsiteX2" fmla="*/ 22112 w 25373"/>
                        <a:gd name="connsiteY2" fmla="*/ 0 h 0"/>
                        <a:gd name="connsiteX3" fmla="*/ 29166 w 25373"/>
                        <a:gd name="connsiteY3" fmla="*/ 7095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0" y="7095"/>
                          </a:moveTo>
                          <a:lnTo>
                            <a:pt x="7193" y="0"/>
                          </a:lnTo>
                          <a:lnTo>
                            <a:pt x="22112" y="0"/>
                          </a:lnTo>
                          <a:lnTo>
                            <a:pt x="29166" y="7095"/>
                          </a:lnTo>
                          <a:close/>
                        </a:path>
                      </a:pathLst>
                    </a:custGeom>
                    <a:solidFill>
                      <a:srgbClr val="9A916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</p:grpSp>
              <p:grpSp>
                <p:nvGrpSpPr>
                  <p:cNvPr id="1165" name="그래픽 629">
                    <a:extLst>
                      <a:ext uri="{FF2B5EF4-FFF2-40B4-BE49-F238E27FC236}">
                        <a16:creationId xmlns:a16="http://schemas.microsoft.com/office/drawing/2014/main" id="{A057F0D5-7676-438C-8587-7F86F4A2B054}"/>
                      </a:ext>
                    </a:extLst>
                  </p:cNvPr>
                  <p:cNvGrpSpPr/>
                  <p:nvPr/>
                </p:nvGrpSpPr>
                <p:grpSpPr>
                  <a:xfrm>
                    <a:off x="8404653" y="3754213"/>
                    <a:ext cx="25373" cy="25386"/>
                    <a:chOff x="8404653" y="3754213"/>
                    <a:chExt cx="25373" cy="25386"/>
                  </a:xfrm>
                  <a:solidFill>
                    <a:schemeClr val="accent1"/>
                  </a:solidFill>
                </p:grpSpPr>
                <p:sp>
                  <p:nvSpPr>
                    <p:cNvPr id="1166" name="자유형: 도형 1165">
                      <a:extLst>
                        <a:ext uri="{FF2B5EF4-FFF2-40B4-BE49-F238E27FC236}">
                          <a16:creationId xmlns:a16="http://schemas.microsoft.com/office/drawing/2014/main" id="{0CD763A8-58D6-4879-85E2-13F8B3AF1B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04653" y="3754213"/>
                      <a:ext cx="25373" cy="25386"/>
                    </a:xfrm>
                    <a:custGeom>
                      <a:avLst/>
                      <a:gdLst>
                        <a:gd name="connsiteX0" fmla="*/ 0 w 25373"/>
                        <a:gd name="connsiteY0" fmla="*/ 0 h 25385"/>
                        <a:gd name="connsiteX1" fmla="*/ 29166 w 25373"/>
                        <a:gd name="connsiteY1" fmla="*/ 0 h 25385"/>
                        <a:gd name="connsiteX2" fmla="*/ 29166 w 25373"/>
                        <a:gd name="connsiteY2" fmla="*/ 29153 h 25385"/>
                        <a:gd name="connsiteX3" fmla="*/ 0 w 25373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 h="25385">
                          <a:moveTo>
                            <a:pt x="0" y="0"/>
                          </a:moveTo>
                          <a:lnTo>
                            <a:pt x="29166" y="0"/>
                          </a:lnTo>
                          <a:lnTo>
                            <a:pt x="29166" y="29153"/>
                          </a:lnTo>
                          <a:lnTo>
                            <a:pt x="0" y="29153"/>
                          </a:lnTo>
                          <a:close/>
                        </a:path>
                      </a:pathLst>
                    </a:custGeom>
                    <a:solidFill>
                      <a:srgbClr val="8D8C8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167" name="자유형: 도형 1166">
                      <a:extLst>
                        <a:ext uri="{FF2B5EF4-FFF2-40B4-BE49-F238E27FC236}">
                          <a16:creationId xmlns:a16="http://schemas.microsoft.com/office/drawing/2014/main" id="{7AF1B398-187F-4C7D-AE67-60630E8B82A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11770" y="3761282"/>
                      <a:ext cx="12687" cy="12693"/>
                    </a:xfrm>
                    <a:custGeom>
                      <a:avLst/>
                      <a:gdLst>
                        <a:gd name="connsiteX0" fmla="*/ 0 w 12686"/>
                        <a:gd name="connsiteY0" fmla="*/ 0 h 12692"/>
                        <a:gd name="connsiteX1" fmla="*/ 15021 w 12686"/>
                        <a:gd name="connsiteY1" fmla="*/ 0 h 12692"/>
                        <a:gd name="connsiteX2" fmla="*/ 15021 w 12686"/>
                        <a:gd name="connsiteY2" fmla="*/ 15002 h 12692"/>
                        <a:gd name="connsiteX3" fmla="*/ 0 w 12686"/>
                        <a:gd name="connsiteY3" fmla="*/ 15002 h 12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2686" h="12692">
                          <a:moveTo>
                            <a:pt x="0" y="0"/>
                          </a:moveTo>
                          <a:lnTo>
                            <a:pt x="15021" y="0"/>
                          </a:lnTo>
                          <a:lnTo>
                            <a:pt x="15021" y="15002"/>
                          </a:lnTo>
                          <a:lnTo>
                            <a:pt x="0" y="15002"/>
                          </a:lnTo>
                          <a:close/>
                        </a:path>
                      </a:pathLst>
                    </a:custGeom>
                    <a:solidFill>
                      <a:srgbClr val="8C866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168" name="자유형: 도형 1167">
                      <a:extLst>
                        <a:ext uri="{FF2B5EF4-FFF2-40B4-BE49-F238E27FC236}">
                          <a16:creationId xmlns:a16="http://schemas.microsoft.com/office/drawing/2014/main" id="{CE0D0DA7-BAA2-415B-A39B-454D529D4D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04653" y="3754213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9153 h 25385"/>
                        <a:gd name="connsiteX1" fmla="*/ 7117 w 0"/>
                        <a:gd name="connsiteY1" fmla="*/ 22058 h 25385"/>
                        <a:gd name="connsiteX2" fmla="*/ 7117 w 0"/>
                        <a:gd name="connsiteY2" fmla="*/ 6371 h 25385"/>
                        <a:gd name="connsiteX3" fmla="*/ 0 w 0"/>
                        <a:gd name="connsiteY3" fmla="*/ 0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9153"/>
                          </a:moveTo>
                          <a:lnTo>
                            <a:pt x="7117" y="22058"/>
                          </a:lnTo>
                          <a:lnTo>
                            <a:pt x="7117" y="637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8AF82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169" name="자유형: 도형 1168">
                      <a:extLst>
                        <a:ext uri="{FF2B5EF4-FFF2-40B4-BE49-F238E27FC236}">
                          <a16:creationId xmlns:a16="http://schemas.microsoft.com/office/drawing/2014/main" id="{600AA77C-5B58-4986-9E02-80F0B89C78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04653" y="3754213"/>
                      <a:ext cx="25373" cy="12693"/>
                    </a:xfrm>
                    <a:custGeom>
                      <a:avLst/>
                      <a:gdLst>
                        <a:gd name="connsiteX0" fmla="*/ 22112 w 25373"/>
                        <a:gd name="connsiteY0" fmla="*/ 7095 h 0"/>
                        <a:gd name="connsiteX1" fmla="*/ 7219 w 25373"/>
                        <a:gd name="connsiteY1" fmla="*/ 7095 h 0"/>
                        <a:gd name="connsiteX2" fmla="*/ 0 w 25373"/>
                        <a:gd name="connsiteY2" fmla="*/ 0 h 0"/>
                        <a:gd name="connsiteX3" fmla="*/ 29166 w 25373"/>
                        <a:gd name="connsiteY3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22112" y="7095"/>
                          </a:moveTo>
                          <a:lnTo>
                            <a:pt x="7219" y="7095"/>
                          </a:lnTo>
                          <a:lnTo>
                            <a:pt x="0" y="0"/>
                          </a:lnTo>
                          <a:lnTo>
                            <a:pt x="29166" y="0"/>
                          </a:lnTo>
                          <a:close/>
                        </a:path>
                      </a:pathLst>
                    </a:custGeom>
                    <a:solidFill>
                      <a:srgbClr val="80795B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170" name="자유형: 도형 1169">
                      <a:extLst>
                        <a:ext uri="{FF2B5EF4-FFF2-40B4-BE49-F238E27FC236}">
                          <a16:creationId xmlns:a16="http://schemas.microsoft.com/office/drawing/2014/main" id="{9BC343CB-64E4-4333-BFDB-38B6393D5A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26765" y="3754213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2058 h 25385"/>
                        <a:gd name="connsiteX1" fmla="*/ 0 w 0"/>
                        <a:gd name="connsiteY1" fmla="*/ 7095 h 25385"/>
                        <a:gd name="connsiteX2" fmla="*/ 7054 w 0"/>
                        <a:gd name="connsiteY2" fmla="*/ 0 h 25385"/>
                        <a:gd name="connsiteX3" fmla="*/ 7054 w 0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2058"/>
                          </a:moveTo>
                          <a:lnTo>
                            <a:pt x="0" y="7095"/>
                          </a:lnTo>
                          <a:lnTo>
                            <a:pt x="7054" y="0"/>
                          </a:lnTo>
                          <a:lnTo>
                            <a:pt x="7054" y="29153"/>
                          </a:lnTo>
                          <a:close/>
                        </a:path>
                      </a:pathLst>
                    </a:custGeom>
                    <a:solidFill>
                      <a:srgbClr val="5E5B4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171" name="자유형: 도형 1170">
                      <a:extLst>
                        <a:ext uri="{FF2B5EF4-FFF2-40B4-BE49-F238E27FC236}">
                          <a16:creationId xmlns:a16="http://schemas.microsoft.com/office/drawing/2014/main" id="{7E0F9EA0-70B1-4139-9028-001E445058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04653" y="3776271"/>
                      <a:ext cx="25373" cy="12693"/>
                    </a:xfrm>
                    <a:custGeom>
                      <a:avLst/>
                      <a:gdLst>
                        <a:gd name="connsiteX0" fmla="*/ 0 w 25373"/>
                        <a:gd name="connsiteY0" fmla="*/ 7095 h 0"/>
                        <a:gd name="connsiteX1" fmla="*/ 7193 w 25373"/>
                        <a:gd name="connsiteY1" fmla="*/ 0 h 0"/>
                        <a:gd name="connsiteX2" fmla="*/ 22112 w 25373"/>
                        <a:gd name="connsiteY2" fmla="*/ 0 h 0"/>
                        <a:gd name="connsiteX3" fmla="*/ 29166 w 25373"/>
                        <a:gd name="connsiteY3" fmla="*/ 7095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0" y="7095"/>
                          </a:moveTo>
                          <a:lnTo>
                            <a:pt x="7193" y="0"/>
                          </a:lnTo>
                          <a:lnTo>
                            <a:pt x="22112" y="0"/>
                          </a:lnTo>
                          <a:lnTo>
                            <a:pt x="29166" y="7095"/>
                          </a:lnTo>
                          <a:close/>
                        </a:path>
                      </a:pathLst>
                    </a:custGeom>
                    <a:solidFill>
                      <a:srgbClr val="9A916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</p:grpSp>
              <p:grpSp>
                <p:nvGrpSpPr>
                  <p:cNvPr id="1172" name="그래픽 629">
                    <a:extLst>
                      <a:ext uri="{FF2B5EF4-FFF2-40B4-BE49-F238E27FC236}">
                        <a16:creationId xmlns:a16="http://schemas.microsoft.com/office/drawing/2014/main" id="{A057F0D5-7676-438C-8587-7F86F4A2B054}"/>
                      </a:ext>
                    </a:extLst>
                  </p:cNvPr>
                  <p:cNvGrpSpPr/>
                  <p:nvPr/>
                </p:nvGrpSpPr>
                <p:grpSpPr>
                  <a:xfrm>
                    <a:off x="8495996" y="4211158"/>
                    <a:ext cx="25373" cy="25386"/>
                    <a:chOff x="8495996" y="4211158"/>
                    <a:chExt cx="25373" cy="25386"/>
                  </a:xfrm>
                  <a:solidFill>
                    <a:schemeClr val="accent1"/>
                  </a:solidFill>
                </p:grpSpPr>
                <p:sp>
                  <p:nvSpPr>
                    <p:cNvPr id="1173" name="자유형: 도형 1172">
                      <a:extLst>
                        <a:ext uri="{FF2B5EF4-FFF2-40B4-BE49-F238E27FC236}">
                          <a16:creationId xmlns:a16="http://schemas.microsoft.com/office/drawing/2014/main" id="{DCF5B782-BBE1-4BE8-89BC-DB4C5A6092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95996" y="4211158"/>
                      <a:ext cx="25373" cy="25386"/>
                    </a:xfrm>
                    <a:custGeom>
                      <a:avLst/>
                      <a:gdLst>
                        <a:gd name="connsiteX0" fmla="*/ 0 w 25373"/>
                        <a:gd name="connsiteY0" fmla="*/ 0 h 25385"/>
                        <a:gd name="connsiteX1" fmla="*/ 29166 w 25373"/>
                        <a:gd name="connsiteY1" fmla="*/ 0 h 25385"/>
                        <a:gd name="connsiteX2" fmla="*/ 29166 w 25373"/>
                        <a:gd name="connsiteY2" fmla="*/ 29153 h 25385"/>
                        <a:gd name="connsiteX3" fmla="*/ 0 w 25373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 h="25385">
                          <a:moveTo>
                            <a:pt x="0" y="0"/>
                          </a:moveTo>
                          <a:lnTo>
                            <a:pt x="29166" y="0"/>
                          </a:lnTo>
                          <a:lnTo>
                            <a:pt x="29166" y="29153"/>
                          </a:lnTo>
                          <a:lnTo>
                            <a:pt x="0" y="29153"/>
                          </a:lnTo>
                          <a:close/>
                        </a:path>
                      </a:pathLst>
                    </a:custGeom>
                    <a:solidFill>
                      <a:srgbClr val="8D8C8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174" name="자유형: 도형 1173">
                      <a:extLst>
                        <a:ext uri="{FF2B5EF4-FFF2-40B4-BE49-F238E27FC236}">
                          <a16:creationId xmlns:a16="http://schemas.microsoft.com/office/drawing/2014/main" id="{64CE4FCB-FF14-4BBD-B94A-41F3D195735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03113" y="4218227"/>
                      <a:ext cx="12687" cy="12693"/>
                    </a:xfrm>
                    <a:custGeom>
                      <a:avLst/>
                      <a:gdLst>
                        <a:gd name="connsiteX0" fmla="*/ 0 w 12686"/>
                        <a:gd name="connsiteY0" fmla="*/ 0 h 12692"/>
                        <a:gd name="connsiteX1" fmla="*/ 15021 w 12686"/>
                        <a:gd name="connsiteY1" fmla="*/ 0 h 12692"/>
                        <a:gd name="connsiteX2" fmla="*/ 15021 w 12686"/>
                        <a:gd name="connsiteY2" fmla="*/ 15002 h 12692"/>
                        <a:gd name="connsiteX3" fmla="*/ 0 w 12686"/>
                        <a:gd name="connsiteY3" fmla="*/ 15002 h 12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2686" h="12692">
                          <a:moveTo>
                            <a:pt x="0" y="0"/>
                          </a:moveTo>
                          <a:lnTo>
                            <a:pt x="15021" y="0"/>
                          </a:lnTo>
                          <a:lnTo>
                            <a:pt x="15021" y="15002"/>
                          </a:lnTo>
                          <a:lnTo>
                            <a:pt x="0" y="15002"/>
                          </a:lnTo>
                          <a:close/>
                        </a:path>
                      </a:pathLst>
                    </a:custGeom>
                    <a:solidFill>
                      <a:srgbClr val="8C866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175" name="자유형: 도형 1174">
                      <a:extLst>
                        <a:ext uri="{FF2B5EF4-FFF2-40B4-BE49-F238E27FC236}">
                          <a16:creationId xmlns:a16="http://schemas.microsoft.com/office/drawing/2014/main" id="{2CE8A62E-288D-4793-A42F-C1D8A3B21A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95996" y="4211158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9153 h 25385"/>
                        <a:gd name="connsiteX1" fmla="*/ 7117 w 0"/>
                        <a:gd name="connsiteY1" fmla="*/ 22058 h 25385"/>
                        <a:gd name="connsiteX2" fmla="*/ 7117 w 0"/>
                        <a:gd name="connsiteY2" fmla="*/ 6371 h 25385"/>
                        <a:gd name="connsiteX3" fmla="*/ 0 w 0"/>
                        <a:gd name="connsiteY3" fmla="*/ 0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9153"/>
                          </a:moveTo>
                          <a:lnTo>
                            <a:pt x="7117" y="22058"/>
                          </a:lnTo>
                          <a:lnTo>
                            <a:pt x="7117" y="637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8AF82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176" name="자유형: 도형 1175">
                      <a:extLst>
                        <a:ext uri="{FF2B5EF4-FFF2-40B4-BE49-F238E27FC236}">
                          <a16:creationId xmlns:a16="http://schemas.microsoft.com/office/drawing/2014/main" id="{6C6A4C7A-F573-45F2-89E9-43C976E283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95996" y="4211158"/>
                      <a:ext cx="25373" cy="12693"/>
                    </a:xfrm>
                    <a:custGeom>
                      <a:avLst/>
                      <a:gdLst>
                        <a:gd name="connsiteX0" fmla="*/ 22112 w 25373"/>
                        <a:gd name="connsiteY0" fmla="*/ 7095 h 0"/>
                        <a:gd name="connsiteX1" fmla="*/ 7219 w 25373"/>
                        <a:gd name="connsiteY1" fmla="*/ 7095 h 0"/>
                        <a:gd name="connsiteX2" fmla="*/ 0 w 25373"/>
                        <a:gd name="connsiteY2" fmla="*/ 0 h 0"/>
                        <a:gd name="connsiteX3" fmla="*/ 29166 w 25373"/>
                        <a:gd name="connsiteY3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22112" y="7095"/>
                          </a:moveTo>
                          <a:lnTo>
                            <a:pt x="7219" y="7095"/>
                          </a:lnTo>
                          <a:lnTo>
                            <a:pt x="0" y="0"/>
                          </a:lnTo>
                          <a:lnTo>
                            <a:pt x="29166" y="0"/>
                          </a:lnTo>
                          <a:close/>
                        </a:path>
                      </a:pathLst>
                    </a:custGeom>
                    <a:solidFill>
                      <a:srgbClr val="80795B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177" name="자유형: 도형 1176">
                      <a:extLst>
                        <a:ext uri="{FF2B5EF4-FFF2-40B4-BE49-F238E27FC236}">
                          <a16:creationId xmlns:a16="http://schemas.microsoft.com/office/drawing/2014/main" id="{7B5F65C2-1BBD-4705-B8A0-D69E78E215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18108" y="4211158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2058 h 25385"/>
                        <a:gd name="connsiteX1" fmla="*/ 0 w 0"/>
                        <a:gd name="connsiteY1" fmla="*/ 7095 h 25385"/>
                        <a:gd name="connsiteX2" fmla="*/ 7054 w 0"/>
                        <a:gd name="connsiteY2" fmla="*/ 0 h 25385"/>
                        <a:gd name="connsiteX3" fmla="*/ 7054 w 0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2058"/>
                          </a:moveTo>
                          <a:lnTo>
                            <a:pt x="0" y="7095"/>
                          </a:lnTo>
                          <a:lnTo>
                            <a:pt x="7054" y="0"/>
                          </a:lnTo>
                          <a:lnTo>
                            <a:pt x="7054" y="29153"/>
                          </a:lnTo>
                          <a:close/>
                        </a:path>
                      </a:pathLst>
                    </a:custGeom>
                    <a:solidFill>
                      <a:srgbClr val="5E5B4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178" name="자유형: 도형 1177">
                      <a:extLst>
                        <a:ext uri="{FF2B5EF4-FFF2-40B4-BE49-F238E27FC236}">
                          <a16:creationId xmlns:a16="http://schemas.microsoft.com/office/drawing/2014/main" id="{E1DF3F3C-FEE7-4AA9-A831-70BD7A8DC7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95996" y="4233216"/>
                      <a:ext cx="25373" cy="12693"/>
                    </a:xfrm>
                    <a:custGeom>
                      <a:avLst/>
                      <a:gdLst>
                        <a:gd name="connsiteX0" fmla="*/ 0 w 25373"/>
                        <a:gd name="connsiteY0" fmla="*/ 7095 h 0"/>
                        <a:gd name="connsiteX1" fmla="*/ 7193 w 25373"/>
                        <a:gd name="connsiteY1" fmla="*/ 0 h 0"/>
                        <a:gd name="connsiteX2" fmla="*/ 22112 w 25373"/>
                        <a:gd name="connsiteY2" fmla="*/ 0 h 0"/>
                        <a:gd name="connsiteX3" fmla="*/ 29166 w 25373"/>
                        <a:gd name="connsiteY3" fmla="*/ 7095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0" y="7095"/>
                          </a:moveTo>
                          <a:lnTo>
                            <a:pt x="7193" y="0"/>
                          </a:lnTo>
                          <a:lnTo>
                            <a:pt x="22112" y="0"/>
                          </a:lnTo>
                          <a:lnTo>
                            <a:pt x="29166" y="7095"/>
                          </a:lnTo>
                          <a:close/>
                        </a:path>
                      </a:pathLst>
                    </a:custGeom>
                    <a:solidFill>
                      <a:srgbClr val="9A916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</p:grpSp>
              <p:grpSp>
                <p:nvGrpSpPr>
                  <p:cNvPr id="1179" name="그래픽 629">
                    <a:extLst>
                      <a:ext uri="{FF2B5EF4-FFF2-40B4-BE49-F238E27FC236}">
                        <a16:creationId xmlns:a16="http://schemas.microsoft.com/office/drawing/2014/main" id="{A057F0D5-7676-438C-8587-7F86F4A2B054}"/>
                      </a:ext>
                    </a:extLst>
                  </p:cNvPr>
                  <p:cNvGrpSpPr/>
                  <p:nvPr/>
                </p:nvGrpSpPr>
                <p:grpSpPr>
                  <a:xfrm>
                    <a:off x="8495996" y="3754213"/>
                    <a:ext cx="25373" cy="25386"/>
                    <a:chOff x="8495996" y="3754213"/>
                    <a:chExt cx="25373" cy="25386"/>
                  </a:xfrm>
                  <a:solidFill>
                    <a:schemeClr val="accent1"/>
                  </a:solidFill>
                </p:grpSpPr>
                <p:sp>
                  <p:nvSpPr>
                    <p:cNvPr id="1180" name="자유형: 도형 1179">
                      <a:extLst>
                        <a:ext uri="{FF2B5EF4-FFF2-40B4-BE49-F238E27FC236}">
                          <a16:creationId xmlns:a16="http://schemas.microsoft.com/office/drawing/2014/main" id="{D4DFC468-5837-46F8-BCBE-08838C37B6A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95996" y="3754213"/>
                      <a:ext cx="25373" cy="25386"/>
                    </a:xfrm>
                    <a:custGeom>
                      <a:avLst/>
                      <a:gdLst>
                        <a:gd name="connsiteX0" fmla="*/ 0 w 25373"/>
                        <a:gd name="connsiteY0" fmla="*/ 0 h 25385"/>
                        <a:gd name="connsiteX1" fmla="*/ 29166 w 25373"/>
                        <a:gd name="connsiteY1" fmla="*/ 0 h 25385"/>
                        <a:gd name="connsiteX2" fmla="*/ 29166 w 25373"/>
                        <a:gd name="connsiteY2" fmla="*/ 29153 h 25385"/>
                        <a:gd name="connsiteX3" fmla="*/ 0 w 25373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 h="25385">
                          <a:moveTo>
                            <a:pt x="0" y="0"/>
                          </a:moveTo>
                          <a:lnTo>
                            <a:pt x="29166" y="0"/>
                          </a:lnTo>
                          <a:lnTo>
                            <a:pt x="29166" y="29153"/>
                          </a:lnTo>
                          <a:lnTo>
                            <a:pt x="0" y="29153"/>
                          </a:lnTo>
                          <a:close/>
                        </a:path>
                      </a:pathLst>
                    </a:custGeom>
                    <a:solidFill>
                      <a:srgbClr val="8D8C8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181" name="자유형: 도형 1180">
                      <a:extLst>
                        <a:ext uri="{FF2B5EF4-FFF2-40B4-BE49-F238E27FC236}">
                          <a16:creationId xmlns:a16="http://schemas.microsoft.com/office/drawing/2014/main" id="{780837A8-840D-4769-8C9A-ACE01095841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03113" y="3761282"/>
                      <a:ext cx="12687" cy="12693"/>
                    </a:xfrm>
                    <a:custGeom>
                      <a:avLst/>
                      <a:gdLst>
                        <a:gd name="connsiteX0" fmla="*/ 0 w 12686"/>
                        <a:gd name="connsiteY0" fmla="*/ 0 h 12692"/>
                        <a:gd name="connsiteX1" fmla="*/ 15021 w 12686"/>
                        <a:gd name="connsiteY1" fmla="*/ 0 h 12692"/>
                        <a:gd name="connsiteX2" fmla="*/ 15021 w 12686"/>
                        <a:gd name="connsiteY2" fmla="*/ 15002 h 12692"/>
                        <a:gd name="connsiteX3" fmla="*/ 0 w 12686"/>
                        <a:gd name="connsiteY3" fmla="*/ 15002 h 12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2686" h="12692">
                          <a:moveTo>
                            <a:pt x="0" y="0"/>
                          </a:moveTo>
                          <a:lnTo>
                            <a:pt x="15021" y="0"/>
                          </a:lnTo>
                          <a:lnTo>
                            <a:pt x="15021" y="15002"/>
                          </a:lnTo>
                          <a:lnTo>
                            <a:pt x="0" y="15002"/>
                          </a:lnTo>
                          <a:close/>
                        </a:path>
                      </a:pathLst>
                    </a:custGeom>
                    <a:solidFill>
                      <a:srgbClr val="8C866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182" name="자유형: 도형 1181">
                      <a:extLst>
                        <a:ext uri="{FF2B5EF4-FFF2-40B4-BE49-F238E27FC236}">
                          <a16:creationId xmlns:a16="http://schemas.microsoft.com/office/drawing/2014/main" id="{1F189EE9-FA64-4571-B717-EA612BD9F5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95996" y="3754213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9153 h 25385"/>
                        <a:gd name="connsiteX1" fmla="*/ 7117 w 0"/>
                        <a:gd name="connsiteY1" fmla="*/ 22058 h 25385"/>
                        <a:gd name="connsiteX2" fmla="*/ 7117 w 0"/>
                        <a:gd name="connsiteY2" fmla="*/ 6371 h 25385"/>
                        <a:gd name="connsiteX3" fmla="*/ 0 w 0"/>
                        <a:gd name="connsiteY3" fmla="*/ 0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9153"/>
                          </a:moveTo>
                          <a:lnTo>
                            <a:pt x="7117" y="22058"/>
                          </a:lnTo>
                          <a:lnTo>
                            <a:pt x="7117" y="637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8AF82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183" name="자유형: 도형 1182">
                      <a:extLst>
                        <a:ext uri="{FF2B5EF4-FFF2-40B4-BE49-F238E27FC236}">
                          <a16:creationId xmlns:a16="http://schemas.microsoft.com/office/drawing/2014/main" id="{F34F8802-E2F7-451B-BDAF-07471656E7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95996" y="3754213"/>
                      <a:ext cx="25373" cy="12693"/>
                    </a:xfrm>
                    <a:custGeom>
                      <a:avLst/>
                      <a:gdLst>
                        <a:gd name="connsiteX0" fmla="*/ 22112 w 25373"/>
                        <a:gd name="connsiteY0" fmla="*/ 7095 h 0"/>
                        <a:gd name="connsiteX1" fmla="*/ 7219 w 25373"/>
                        <a:gd name="connsiteY1" fmla="*/ 7095 h 0"/>
                        <a:gd name="connsiteX2" fmla="*/ 0 w 25373"/>
                        <a:gd name="connsiteY2" fmla="*/ 0 h 0"/>
                        <a:gd name="connsiteX3" fmla="*/ 29166 w 25373"/>
                        <a:gd name="connsiteY3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22112" y="7095"/>
                          </a:moveTo>
                          <a:lnTo>
                            <a:pt x="7219" y="7095"/>
                          </a:lnTo>
                          <a:lnTo>
                            <a:pt x="0" y="0"/>
                          </a:lnTo>
                          <a:lnTo>
                            <a:pt x="29166" y="0"/>
                          </a:lnTo>
                          <a:close/>
                        </a:path>
                      </a:pathLst>
                    </a:custGeom>
                    <a:solidFill>
                      <a:srgbClr val="80795B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184" name="자유형: 도형 1183">
                      <a:extLst>
                        <a:ext uri="{FF2B5EF4-FFF2-40B4-BE49-F238E27FC236}">
                          <a16:creationId xmlns:a16="http://schemas.microsoft.com/office/drawing/2014/main" id="{B44584D8-BED6-4A47-BA06-58F0DAB4290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18108" y="3754213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2058 h 25385"/>
                        <a:gd name="connsiteX1" fmla="*/ 0 w 0"/>
                        <a:gd name="connsiteY1" fmla="*/ 7095 h 25385"/>
                        <a:gd name="connsiteX2" fmla="*/ 7054 w 0"/>
                        <a:gd name="connsiteY2" fmla="*/ 0 h 25385"/>
                        <a:gd name="connsiteX3" fmla="*/ 7054 w 0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2058"/>
                          </a:moveTo>
                          <a:lnTo>
                            <a:pt x="0" y="7095"/>
                          </a:lnTo>
                          <a:lnTo>
                            <a:pt x="7054" y="0"/>
                          </a:lnTo>
                          <a:lnTo>
                            <a:pt x="7054" y="29153"/>
                          </a:lnTo>
                          <a:close/>
                        </a:path>
                      </a:pathLst>
                    </a:custGeom>
                    <a:solidFill>
                      <a:srgbClr val="5E5B4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185" name="자유형: 도형 1184">
                      <a:extLst>
                        <a:ext uri="{FF2B5EF4-FFF2-40B4-BE49-F238E27FC236}">
                          <a16:creationId xmlns:a16="http://schemas.microsoft.com/office/drawing/2014/main" id="{B9AD024B-54DE-4416-A41A-80086A61B6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95996" y="3776271"/>
                      <a:ext cx="25373" cy="12693"/>
                    </a:xfrm>
                    <a:custGeom>
                      <a:avLst/>
                      <a:gdLst>
                        <a:gd name="connsiteX0" fmla="*/ 0 w 25373"/>
                        <a:gd name="connsiteY0" fmla="*/ 7095 h 0"/>
                        <a:gd name="connsiteX1" fmla="*/ 7193 w 25373"/>
                        <a:gd name="connsiteY1" fmla="*/ 0 h 0"/>
                        <a:gd name="connsiteX2" fmla="*/ 22112 w 25373"/>
                        <a:gd name="connsiteY2" fmla="*/ 0 h 0"/>
                        <a:gd name="connsiteX3" fmla="*/ 29166 w 25373"/>
                        <a:gd name="connsiteY3" fmla="*/ 7095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0" y="7095"/>
                          </a:moveTo>
                          <a:lnTo>
                            <a:pt x="7193" y="0"/>
                          </a:lnTo>
                          <a:lnTo>
                            <a:pt x="22112" y="0"/>
                          </a:lnTo>
                          <a:lnTo>
                            <a:pt x="29166" y="7095"/>
                          </a:lnTo>
                          <a:close/>
                        </a:path>
                      </a:pathLst>
                    </a:custGeom>
                    <a:solidFill>
                      <a:srgbClr val="9A916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</p:grpSp>
              <p:grpSp>
                <p:nvGrpSpPr>
                  <p:cNvPr id="1186" name="그래픽 629">
                    <a:extLst>
                      <a:ext uri="{FF2B5EF4-FFF2-40B4-BE49-F238E27FC236}">
                        <a16:creationId xmlns:a16="http://schemas.microsoft.com/office/drawing/2014/main" id="{A057F0D5-7676-438C-8587-7F86F4A2B054}"/>
                      </a:ext>
                    </a:extLst>
                  </p:cNvPr>
                  <p:cNvGrpSpPr/>
                  <p:nvPr/>
                </p:nvGrpSpPr>
                <p:grpSpPr>
                  <a:xfrm>
                    <a:off x="8587339" y="4211158"/>
                    <a:ext cx="25373" cy="25386"/>
                    <a:chOff x="8587339" y="4211158"/>
                    <a:chExt cx="25373" cy="25386"/>
                  </a:xfrm>
                  <a:solidFill>
                    <a:schemeClr val="accent1"/>
                  </a:solidFill>
                </p:grpSpPr>
                <p:sp>
                  <p:nvSpPr>
                    <p:cNvPr id="1187" name="자유형: 도형 1186">
                      <a:extLst>
                        <a:ext uri="{FF2B5EF4-FFF2-40B4-BE49-F238E27FC236}">
                          <a16:creationId xmlns:a16="http://schemas.microsoft.com/office/drawing/2014/main" id="{EFFEDC28-0C6E-4CB5-BAA5-8C57A2D1B1D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87339" y="4211158"/>
                      <a:ext cx="25373" cy="25386"/>
                    </a:xfrm>
                    <a:custGeom>
                      <a:avLst/>
                      <a:gdLst>
                        <a:gd name="connsiteX0" fmla="*/ 0 w 25373"/>
                        <a:gd name="connsiteY0" fmla="*/ 0 h 25385"/>
                        <a:gd name="connsiteX1" fmla="*/ 29166 w 25373"/>
                        <a:gd name="connsiteY1" fmla="*/ 0 h 25385"/>
                        <a:gd name="connsiteX2" fmla="*/ 29166 w 25373"/>
                        <a:gd name="connsiteY2" fmla="*/ 29153 h 25385"/>
                        <a:gd name="connsiteX3" fmla="*/ 0 w 25373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 h="25385">
                          <a:moveTo>
                            <a:pt x="0" y="0"/>
                          </a:moveTo>
                          <a:lnTo>
                            <a:pt x="29166" y="0"/>
                          </a:lnTo>
                          <a:lnTo>
                            <a:pt x="29166" y="29153"/>
                          </a:lnTo>
                          <a:lnTo>
                            <a:pt x="0" y="29153"/>
                          </a:lnTo>
                          <a:close/>
                        </a:path>
                      </a:pathLst>
                    </a:custGeom>
                    <a:solidFill>
                      <a:srgbClr val="8D8C8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188" name="자유형: 도형 1187">
                      <a:extLst>
                        <a:ext uri="{FF2B5EF4-FFF2-40B4-BE49-F238E27FC236}">
                          <a16:creationId xmlns:a16="http://schemas.microsoft.com/office/drawing/2014/main" id="{0A0507A2-2EC5-4B82-A024-72E84E695FF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94456" y="4218227"/>
                      <a:ext cx="12687" cy="12693"/>
                    </a:xfrm>
                    <a:custGeom>
                      <a:avLst/>
                      <a:gdLst>
                        <a:gd name="connsiteX0" fmla="*/ 0 w 12686"/>
                        <a:gd name="connsiteY0" fmla="*/ 0 h 12692"/>
                        <a:gd name="connsiteX1" fmla="*/ 15021 w 12686"/>
                        <a:gd name="connsiteY1" fmla="*/ 0 h 12692"/>
                        <a:gd name="connsiteX2" fmla="*/ 15021 w 12686"/>
                        <a:gd name="connsiteY2" fmla="*/ 15002 h 12692"/>
                        <a:gd name="connsiteX3" fmla="*/ 0 w 12686"/>
                        <a:gd name="connsiteY3" fmla="*/ 15002 h 12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2686" h="12692">
                          <a:moveTo>
                            <a:pt x="0" y="0"/>
                          </a:moveTo>
                          <a:lnTo>
                            <a:pt x="15021" y="0"/>
                          </a:lnTo>
                          <a:lnTo>
                            <a:pt x="15021" y="15002"/>
                          </a:lnTo>
                          <a:lnTo>
                            <a:pt x="0" y="15002"/>
                          </a:lnTo>
                          <a:close/>
                        </a:path>
                      </a:pathLst>
                    </a:custGeom>
                    <a:solidFill>
                      <a:srgbClr val="8C866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189" name="자유형: 도형 1188">
                      <a:extLst>
                        <a:ext uri="{FF2B5EF4-FFF2-40B4-BE49-F238E27FC236}">
                          <a16:creationId xmlns:a16="http://schemas.microsoft.com/office/drawing/2014/main" id="{2F488B1F-BBDD-4E4F-96B4-01D1FC9AEF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87339" y="4211158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9153 h 25385"/>
                        <a:gd name="connsiteX1" fmla="*/ 7117 w 0"/>
                        <a:gd name="connsiteY1" fmla="*/ 22058 h 25385"/>
                        <a:gd name="connsiteX2" fmla="*/ 7117 w 0"/>
                        <a:gd name="connsiteY2" fmla="*/ 6371 h 25385"/>
                        <a:gd name="connsiteX3" fmla="*/ 0 w 0"/>
                        <a:gd name="connsiteY3" fmla="*/ 0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9153"/>
                          </a:moveTo>
                          <a:lnTo>
                            <a:pt x="7117" y="22058"/>
                          </a:lnTo>
                          <a:lnTo>
                            <a:pt x="7117" y="637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8AF82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190" name="자유형: 도형 1189">
                      <a:extLst>
                        <a:ext uri="{FF2B5EF4-FFF2-40B4-BE49-F238E27FC236}">
                          <a16:creationId xmlns:a16="http://schemas.microsoft.com/office/drawing/2014/main" id="{F001CCEA-2685-46F5-9B28-9A05A025BA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87339" y="4211158"/>
                      <a:ext cx="25373" cy="12693"/>
                    </a:xfrm>
                    <a:custGeom>
                      <a:avLst/>
                      <a:gdLst>
                        <a:gd name="connsiteX0" fmla="*/ 22112 w 25373"/>
                        <a:gd name="connsiteY0" fmla="*/ 7095 h 0"/>
                        <a:gd name="connsiteX1" fmla="*/ 7219 w 25373"/>
                        <a:gd name="connsiteY1" fmla="*/ 7095 h 0"/>
                        <a:gd name="connsiteX2" fmla="*/ 0 w 25373"/>
                        <a:gd name="connsiteY2" fmla="*/ 0 h 0"/>
                        <a:gd name="connsiteX3" fmla="*/ 29166 w 25373"/>
                        <a:gd name="connsiteY3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22112" y="7095"/>
                          </a:moveTo>
                          <a:lnTo>
                            <a:pt x="7219" y="7095"/>
                          </a:lnTo>
                          <a:lnTo>
                            <a:pt x="0" y="0"/>
                          </a:lnTo>
                          <a:lnTo>
                            <a:pt x="29166" y="0"/>
                          </a:lnTo>
                          <a:close/>
                        </a:path>
                      </a:pathLst>
                    </a:custGeom>
                    <a:solidFill>
                      <a:srgbClr val="80795B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191" name="자유형: 도형 1190">
                      <a:extLst>
                        <a:ext uri="{FF2B5EF4-FFF2-40B4-BE49-F238E27FC236}">
                          <a16:creationId xmlns:a16="http://schemas.microsoft.com/office/drawing/2014/main" id="{9697A419-A7DF-4B1D-9C4D-67BB11698C4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09452" y="4211158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2058 h 25385"/>
                        <a:gd name="connsiteX1" fmla="*/ 0 w 0"/>
                        <a:gd name="connsiteY1" fmla="*/ 7095 h 25385"/>
                        <a:gd name="connsiteX2" fmla="*/ 7054 w 0"/>
                        <a:gd name="connsiteY2" fmla="*/ 0 h 25385"/>
                        <a:gd name="connsiteX3" fmla="*/ 7054 w 0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2058"/>
                          </a:moveTo>
                          <a:lnTo>
                            <a:pt x="0" y="7095"/>
                          </a:lnTo>
                          <a:lnTo>
                            <a:pt x="7054" y="0"/>
                          </a:lnTo>
                          <a:lnTo>
                            <a:pt x="7054" y="29153"/>
                          </a:lnTo>
                          <a:close/>
                        </a:path>
                      </a:pathLst>
                    </a:custGeom>
                    <a:solidFill>
                      <a:srgbClr val="5E5B4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192" name="자유형: 도형 1191">
                      <a:extLst>
                        <a:ext uri="{FF2B5EF4-FFF2-40B4-BE49-F238E27FC236}">
                          <a16:creationId xmlns:a16="http://schemas.microsoft.com/office/drawing/2014/main" id="{C3B4AEFE-F240-4EA2-A358-F0D85FC416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87339" y="4233216"/>
                      <a:ext cx="25373" cy="12693"/>
                    </a:xfrm>
                    <a:custGeom>
                      <a:avLst/>
                      <a:gdLst>
                        <a:gd name="connsiteX0" fmla="*/ 0 w 25373"/>
                        <a:gd name="connsiteY0" fmla="*/ 7095 h 0"/>
                        <a:gd name="connsiteX1" fmla="*/ 7193 w 25373"/>
                        <a:gd name="connsiteY1" fmla="*/ 0 h 0"/>
                        <a:gd name="connsiteX2" fmla="*/ 22112 w 25373"/>
                        <a:gd name="connsiteY2" fmla="*/ 0 h 0"/>
                        <a:gd name="connsiteX3" fmla="*/ 29166 w 25373"/>
                        <a:gd name="connsiteY3" fmla="*/ 7095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0" y="7095"/>
                          </a:moveTo>
                          <a:lnTo>
                            <a:pt x="7193" y="0"/>
                          </a:lnTo>
                          <a:lnTo>
                            <a:pt x="22112" y="0"/>
                          </a:lnTo>
                          <a:lnTo>
                            <a:pt x="29166" y="7095"/>
                          </a:lnTo>
                          <a:close/>
                        </a:path>
                      </a:pathLst>
                    </a:custGeom>
                    <a:solidFill>
                      <a:srgbClr val="9A916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</p:grpSp>
              <p:grpSp>
                <p:nvGrpSpPr>
                  <p:cNvPr id="1193" name="그래픽 629">
                    <a:extLst>
                      <a:ext uri="{FF2B5EF4-FFF2-40B4-BE49-F238E27FC236}">
                        <a16:creationId xmlns:a16="http://schemas.microsoft.com/office/drawing/2014/main" id="{A057F0D5-7676-438C-8587-7F86F4A2B054}"/>
                      </a:ext>
                    </a:extLst>
                  </p:cNvPr>
                  <p:cNvGrpSpPr/>
                  <p:nvPr/>
                </p:nvGrpSpPr>
                <p:grpSpPr>
                  <a:xfrm>
                    <a:off x="8587339" y="3754213"/>
                    <a:ext cx="25373" cy="25386"/>
                    <a:chOff x="8587339" y="3754213"/>
                    <a:chExt cx="25373" cy="25386"/>
                  </a:xfrm>
                  <a:solidFill>
                    <a:schemeClr val="accent1"/>
                  </a:solidFill>
                </p:grpSpPr>
                <p:sp>
                  <p:nvSpPr>
                    <p:cNvPr id="1194" name="자유형: 도형 1193">
                      <a:extLst>
                        <a:ext uri="{FF2B5EF4-FFF2-40B4-BE49-F238E27FC236}">
                          <a16:creationId xmlns:a16="http://schemas.microsoft.com/office/drawing/2014/main" id="{981BB215-0F7B-44C6-85F8-803CDF79945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87339" y="3754213"/>
                      <a:ext cx="25373" cy="25386"/>
                    </a:xfrm>
                    <a:custGeom>
                      <a:avLst/>
                      <a:gdLst>
                        <a:gd name="connsiteX0" fmla="*/ 0 w 25373"/>
                        <a:gd name="connsiteY0" fmla="*/ 0 h 25385"/>
                        <a:gd name="connsiteX1" fmla="*/ 29166 w 25373"/>
                        <a:gd name="connsiteY1" fmla="*/ 0 h 25385"/>
                        <a:gd name="connsiteX2" fmla="*/ 29166 w 25373"/>
                        <a:gd name="connsiteY2" fmla="*/ 29153 h 25385"/>
                        <a:gd name="connsiteX3" fmla="*/ 0 w 25373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 h="25385">
                          <a:moveTo>
                            <a:pt x="0" y="0"/>
                          </a:moveTo>
                          <a:lnTo>
                            <a:pt x="29166" y="0"/>
                          </a:lnTo>
                          <a:lnTo>
                            <a:pt x="29166" y="29153"/>
                          </a:lnTo>
                          <a:lnTo>
                            <a:pt x="0" y="29153"/>
                          </a:lnTo>
                          <a:close/>
                        </a:path>
                      </a:pathLst>
                    </a:custGeom>
                    <a:solidFill>
                      <a:srgbClr val="8D8C8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195" name="자유형: 도형 1194">
                      <a:extLst>
                        <a:ext uri="{FF2B5EF4-FFF2-40B4-BE49-F238E27FC236}">
                          <a16:creationId xmlns:a16="http://schemas.microsoft.com/office/drawing/2014/main" id="{298EB5FA-000B-4259-87FE-D09FC1E83E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94456" y="3761282"/>
                      <a:ext cx="12687" cy="12693"/>
                    </a:xfrm>
                    <a:custGeom>
                      <a:avLst/>
                      <a:gdLst>
                        <a:gd name="connsiteX0" fmla="*/ 0 w 12686"/>
                        <a:gd name="connsiteY0" fmla="*/ 0 h 12692"/>
                        <a:gd name="connsiteX1" fmla="*/ 15021 w 12686"/>
                        <a:gd name="connsiteY1" fmla="*/ 0 h 12692"/>
                        <a:gd name="connsiteX2" fmla="*/ 15021 w 12686"/>
                        <a:gd name="connsiteY2" fmla="*/ 15002 h 12692"/>
                        <a:gd name="connsiteX3" fmla="*/ 0 w 12686"/>
                        <a:gd name="connsiteY3" fmla="*/ 15002 h 12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2686" h="12692">
                          <a:moveTo>
                            <a:pt x="0" y="0"/>
                          </a:moveTo>
                          <a:lnTo>
                            <a:pt x="15021" y="0"/>
                          </a:lnTo>
                          <a:lnTo>
                            <a:pt x="15021" y="15002"/>
                          </a:lnTo>
                          <a:lnTo>
                            <a:pt x="0" y="15002"/>
                          </a:lnTo>
                          <a:close/>
                        </a:path>
                      </a:pathLst>
                    </a:custGeom>
                    <a:solidFill>
                      <a:srgbClr val="8C866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196" name="자유형: 도형 1195">
                      <a:extLst>
                        <a:ext uri="{FF2B5EF4-FFF2-40B4-BE49-F238E27FC236}">
                          <a16:creationId xmlns:a16="http://schemas.microsoft.com/office/drawing/2014/main" id="{311D205B-C1FB-48EE-A589-643712FFD9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87339" y="3754213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9153 h 25385"/>
                        <a:gd name="connsiteX1" fmla="*/ 7117 w 0"/>
                        <a:gd name="connsiteY1" fmla="*/ 22058 h 25385"/>
                        <a:gd name="connsiteX2" fmla="*/ 7117 w 0"/>
                        <a:gd name="connsiteY2" fmla="*/ 6371 h 25385"/>
                        <a:gd name="connsiteX3" fmla="*/ 0 w 0"/>
                        <a:gd name="connsiteY3" fmla="*/ 0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9153"/>
                          </a:moveTo>
                          <a:lnTo>
                            <a:pt x="7117" y="22058"/>
                          </a:lnTo>
                          <a:lnTo>
                            <a:pt x="7117" y="637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8AF82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197" name="자유형: 도형 1196">
                      <a:extLst>
                        <a:ext uri="{FF2B5EF4-FFF2-40B4-BE49-F238E27FC236}">
                          <a16:creationId xmlns:a16="http://schemas.microsoft.com/office/drawing/2014/main" id="{38A6481A-7D4C-4706-9E24-FD734D3E6F0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87339" y="3754213"/>
                      <a:ext cx="25373" cy="12693"/>
                    </a:xfrm>
                    <a:custGeom>
                      <a:avLst/>
                      <a:gdLst>
                        <a:gd name="connsiteX0" fmla="*/ 22112 w 25373"/>
                        <a:gd name="connsiteY0" fmla="*/ 7095 h 0"/>
                        <a:gd name="connsiteX1" fmla="*/ 7219 w 25373"/>
                        <a:gd name="connsiteY1" fmla="*/ 7095 h 0"/>
                        <a:gd name="connsiteX2" fmla="*/ 0 w 25373"/>
                        <a:gd name="connsiteY2" fmla="*/ 0 h 0"/>
                        <a:gd name="connsiteX3" fmla="*/ 29166 w 25373"/>
                        <a:gd name="connsiteY3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22112" y="7095"/>
                          </a:moveTo>
                          <a:lnTo>
                            <a:pt x="7219" y="7095"/>
                          </a:lnTo>
                          <a:lnTo>
                            <a:pt x="0" y="0"/>
                          </a:lnTo>
                          <a:lnTo>
                            <a:pt x="29166" y="0"/>
                          </a:lnTo>
                          <a:close/>
                        </a:path>
                      </a:pathLst>
                    </a:custGeom>
                    <a:solidFill>
                      <a:srgbClr val="80795B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198" name="자유형: 도형 1197">
                      <a:extLst>
                        <a:ext uri="{FF2B5EF4-FFF2-40B4-BE49-F238E27FC236}">
                          <a16:creationId xmlns:a16="http://schemas.microsoft.com/office/drawing/2014/main" id="{964F37D1-A491-4A62-AC61-442A38009F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09452" y="3754213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2058 h 25385"/>
                        <a:gd name="connsiteX1" fmla="*/ 0 w 0"/>
                        <a:gd name="connsiteY1" fmla="*/ 7095 h 25385"/>
                        <a:gd name="connsiteX2" fmla="*/ 7054 w 0"/>
                        <a:gd name="connsiteY2" fmla="*/ 0 h 25385"/>
                        <a:gd name="connsiteX3" fmla="*/ 7054 w 0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2058"/>
                          </a:moveTo>
                          <a:lnTo>
                            <a:pt x="0" y="7095"/>
                          </a:lnTo>
                          <a:lnTo>
                            <a:pt x="7054" y="0"/>
                          </a:lnTo>
                          <a:lnTo>
                            <a:pt x="7054" y="29153"/>
                          </a:lnTo>
                          <a:close/>
                        </a:path>
                      </a:pathLst>
                    </a:custGeom>
                    <a:solidFill>
                      <a:srgbClr val="5E5B4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199" name="자유형: 도형 1198">
                      <a:extLst>
                        <a:ext uri="{FF2B5EF4-FFF2-40B4-BE49-F238E27FC236}">
                          <a16:creationId xmlns:a16="http://schemas.microsoft.com/office/drawing/2014/main" id="{E449306B-AD18-4063-B582-C5A72BBCF95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87339" y="3776271"/>
                      <a:ext cx="25373" cy="12693"/>
                    </a:xfrm>
                    <a:custGeom>
                      <a:avLst/>
                      <a:gdLst>
                        <a:gd name="connsiteX0" fmla="*/ 0 w 25373"/>
                        <a:gd name="connsiteY0" fmla="*/ 7095 h 0"/>
                        <a:gd name="connsiteX1" fmla="*/ 7193 w 25373"/>
                        <a:gd name="connsiteY1" fmla="*/ 0 h 0"/>
                        <a:gd name="connsiteX2" fmla="*/ 22112 w 25373"/>
                        <a:gd name="connsiteY2" fmla="*/ 0 h 0"/>
                        <a:gd name="connsiteX3" fmla="*/ 29166 w 25373"/>
                        <a:gd name="connsiteY3" fmla="*/ 7095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0" y="7095"/>
                          </a:moveTo>
                          <a:lnTo>
                            <a:pt x="7193" y="0"/>
                          </a:lnTo>
                          <a:lnTo>
                            <a:pt x="22112" y="0"/>
                          </a:lnTo>
                          <a:lnTo>
                            <a:pt x="29166" y="7095"/>
                          </a:lnTo>
                          <a:close/>
                        </a:path>
                      </a:pathLst>
                    </a:custGeom>
                    <a:solidFill>
                      <a:srgbClr val="9A916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</p:grpSp>
              <p:grpSp>
                <p:nvGrpSpPr>
                  <p:cNvPr id="1200" name="그래픽 629">
                    <a:extLst>
                      <a:ext uri="{FF2B5EF4-FFF2-40B4-BE49-F238E27FC236}">
                        <a16:creationId xmlns:a16="http://schemas.microsoft.com/office/drawing/2014/main" id="{A057F0D5-7676-438C-8587-7F86F4A2B054}"/>
                      </a:ext>
                    </a:extLst>
                  </p:cNvPr>
                  <p:cNvGrpSpPr/>
                  <p:nvPr/>
                </p:nvGrpSpPr>
                <p:grpSpPr>
                  <a:xfrm>
                    <a:off x="8678683" y="4211158"/>
                    <a:ext cx="25373" cy="25386"/>
                    <a:chOff x="8678683" y="4211158"/>
                    <a:chExt cx="25373" cy="25386"/>
                  </a:xfrm>
                  <a:solidFill>
                    <a:schemeClr val="accent1"/>
                  </a:solidFill>
                </p:grpSpPr>
                <p:sp>
                  <p:nvSpPr>
                    <p:cNvPr id="1201" name="자유형: 도형 1200">
                      <a:extLst>
                        <a:ext uri="{FF2B5EF4-FFF2-40B4-BE49-F238E27FC236}">
                          <a16:creationId xmlns:a16="http://schemas.microsoft.com/office/drawing/2014/main" id="{45933B64-6377-4946-82EC-4E19C76E83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78683" y="4211158"/>
                      <a:ext cx="25373" cy="25386"/>
                    </a:xfrm>
                    <a:custGeom>
                      <a:avLst/>
                      <a:gdLst>
                        <a:gd name="connsiteX0" fmla="*/ 0 w 25373"/>
                        <a:gd name="connsiteY0" fmla="*/ 0 h 25385"/>
                        <a:gd name="connsiteX1" fmla="*/ 29166 w 25373"/>
                        <a:gd name="connsiteY1" fmla="*/ 0 h 25385"/>
                        <a:gd name="connsiteX2" fmla="*/ 29166 w 25373"/>
                        <a:gd name="connsiteY2" fmla="*/ 29153 h 25385"/>
                        <a:gd name="connsiteX3" fmla="*/ 0 w 25373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 h="25385">
                          <a:moveTo>
                            <a:pt x="0" y="0"/>
                          </a:moveTo>
                          <a:lnTo>
                            <a:pt x="29166" y="0"/>
                          </a:lnTo>
                          <a:lnTo>
                            <a:pt x="29166" y="29153"/>
                          </a:lnTo>
                          <a:lnTo>
                            <a:pt x="0" y="29153"/>
                          </a:lnTo>
                          <a:close/>
                        </a:path>
                      </a:pathLst>
                    </a:custGeom>
                    <a:solidFill>
                      <a:srgbClr val="8D8C8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02" name="자유형: 도형 1201">
                      <a:extLst>
                        <a:ext uri="{FF2B5EF4-FFF2-40B4-BE49-F238E27FC236}">
                          <a16:creationId xmlns:a16="http://schemas.microsoft.com/office/drawing/2014/main" id="{6AFAA997-26C5-44AC-B37F-D9FB42E2B0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85800" y="4218227"/>
                      <a:ext cx="12687" cy="12693"/>
                    </a:xfrm>
                    <a:custGeom>
                      <a:avLst/>
                      <a:gdLst>
                        <a:gd name="connsiteX0" fmla="*/ 0 w 12686"/>
                        <a:gd name="connsiteY0" fmla="*/ 0 h 12692"/>
                        <a:gd name="connsiteX1" fmla="*/ 15021 w 12686"/>
                        <a:gd name="connsiteY1" fmla="*/ 0 h 12692"/>
                        <a:gd name="connsiteX2" fmla="*/ 15021 w 12686"/>
                        <a:gd name="connsiteY2" fmla="*/ 15002 h 12692"/>
                        <a:gd name="connsiteX3" fmla="*/ 0 w 12686"/>
                        <a:gd name="connsiteY3" fmla="*/ 15002 h 12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2686" h="12692">
                          <a:moveTo>
                            <a:pt x="0" y="0"/>
                          </a:moveTo>
                          <a:lnTo>
                            <a:pt x="15021" y="0"/>
                          </a:lnTo>
                          <a:lnTo>
                            <a:pt x="15021" y="15002"/>
                          </a:lnTo>
                          <a:lnTo>
                            <a:pt x="0" y="15002"/>
                          </a:lnTo>
                          <a:close/>
                        </a:path>
                      </a:pathLst>
                    </a:custGeom>
                    <a:solidFill>
                      <a:srgbClr val="8C866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03" name="자유형: 도형 1202">
                      <a:extLst>
                        <a:ext uri="{FF2B5EF4-FFF2-40B4-BE49-F238E27FC236}">
                          <a16:creationId xmlns:a16="http://schemas.microsoft.com/office/drawing/2014/main" id="{C8A954DE-A9CF-4BBA-8056-6A9C890D37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78683" y="4211158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9153 h 25385"/>
                        <a:gd name="connsiteX1" fmla="*/ 7117 w 0"/>
                        <a:gd name="connsiteY1" fmla="*/ 22058 h 25385"/>
                        <a:gd name="connsiteX2" fmla="*/ 7117 w 0"/>
                        <a:gd name="connsiteY2" fmla="*/ 6371 h 25385"/>
                        <a:gd name="connsiteX3" fmla="*/ 0 w 0"/>
                        <a:gd name="connsiteY3" fmla="*/ 0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9153"/>
                          </a:moveTo>
                          <a:lnTo>
                            <a:pt x="7117" y="22058"/>
                          </a:lnTo>
                          <a:lnTo>
                            <a:pt x="7117" y="637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8AF82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04" name="자유형: 도형 1203">
                      <a:extLst>
                        <a:ext uri="{FF2B5EF4-FFF2-40B4-BE49-F238E27FC236}">
                          <a16:creationId xmlns:a16="http://schemas.microsoft.com/office/drawing/2014/main" id="{0077A2DB-DFC4-4F22-9059-CFF84AE6B4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78683" y="4211158"/>
                      <a:ext cx="25373" cy="12693"/>
                    </a:xfrm>
                    <a:custGeom>
                      <a:avLst/>
                      <a:gdLst>
                        <a:gd name="connsiteX0" fmla="*/ 22112 w 25373"/>
                        <a:gd name="connsiteY0" fmla="*/ 7095 h 0"/>
                        <a:gd name="connsiteX1" fmla="*/ 7219 w 25373"/>
                        <a:gd name="connsiteY1" fmla="*/ 7095 h 0"/>
                        <a:gd name="connsiteX2" fmla="*/ 0 w 25373"/>
                        <a:gd name="connsiteY2" fmla="*/ 0 h 0"/>
                        <a:gd name="connsiteX3" fmla="*/ 29166 w 25373"/>
                        <a:gd name="connsiteY3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22112" y="7095"/>
                          </a:moveTo>
                          <a:lnTo>
                            <a:pt x="7219" y="7095"/>
                          </a:lnTo>
                          <a:lnTo>
                            <a:pt x="0" y="0"/>
                          </a:lnTo>
                          <a:lnTo>
                            <a:pt x="29166" y="0"/>
                          </a:lnTo>
                          <a:close/>
                        </a:path>
                      </a:pathLst>
                    </a:custGeom>
                    <a:solidFill>
                      <a:srgbClr val="80795B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05" name="자유형: 도형 1204">
                      <a:extLst>
                        <a:ext uri="{FF2B5EF4-FFF2-40B4-BE49-F238E27FC236}">
                          <a16:creationId xmlns:a16="http://schemas.microsoft.com/office/drawing/2014/main" id="{E6E99051-1F1B-444D-AB80-0F42B12C93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00795" y="4211158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2058 h 25385"/>
                        <a:gd name="connsiteX1" fmla="*/ 0 w 0"/>
                        <a:gd name="connsiteY1" fmla="*/ 7095 h 25385"/>
                        <a:gd name="connsiteX2" fmla="*/ 7054 w 0"/>
                        <a:gd name="connsiteY2" fmla="*/ 0 h 25385"/>
                        <a:gd name="connsiteX3" fmla="*/ 7054 w 0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2058"/>
                          </a:moveTo>
                          <a:lnTo>
                            <a:pt x="0" y="7095"/>
                          </a:lnTo>
                          <a:lnTo>
                            <a:pt x="7054" y="0"/>
                          </a:lnTo>
                          <a:lnTo>
                            <a:pt x="7054" y="29153"/>
                          </a:lnTo>
                          <a:close/>
                        </a:path>
                      </a:pathLst>
                    </a:custGeom>
                    <a:solidFill>
                      <a:srgbClr val="5E5B4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06" name="자유형: 도형 1205">
                      <a:extLst>
                        <a:ext uri="{FF2B5EF4-FFF2-40B4-BE49-F238E27FC236}">
                          <a16:creationId xmlns:a16="http://schemas.microsoft.com/office/drawing/2014/main" id="{97D1FA9C-BEEC-422D-8A30-A2DFBA57D6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78683" y="4233216"/>
                      <a:ext cx="25373" cy="12693"/>
                    </a:xfrm>
                    <a:custGeom>
                      <a:avLst/>
                      <a:gdLst>
                        <a:gd name="connsiteX0" fmla="*/ 0 w 25373"/>
                        <a:gd name="connsiteY0" fmla="*/ 7095 h 0"/>
                        <a:gd name="connsiteX1" fmla="*/ 7193 w 25373"/>
                        <a:gd name="connsiteY1" fmla="*/ 0 h 0"/>
                        <a:gd name="connsiteX2" fmla="*/ 22112 w 25373"/>
                        <a:gd name="connsiteY2" fmla="*/ 0 h 0"/>
                        <a:gd name="connsiteX3" fmla="*/ 29166 w 25373"/>
                        <a:gd name="connsiteY3" fmla="*/ 7095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0" y="7095"/>
                          </a:moveTo>
                          <a:lnTo>
                            <a:pt x="7193" y="0"/>
                          </a:lnTo>
                          <a:lnTo>
                            <a:pt x="22112" y="0"/>
                          </a:lnTo>
                          <a:lnTo>
                            <a:pt x="29166" y="7095"/>
                          </a:lnTo>
                          <a:close/>
                        </a:path>
                      </a:pathLst>
                    </a:custGeom>
                    <a:solidFill>
                      <a:srgbClr val="9A916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</p:grpSp>
              <p:grpSp>
                <p:nvGrpSpPr>
                  <p:cNvPr id="1207" name="그래픽 629">
                    <a:extLst>
                      <a:ext uri="{FF2B5EF4-FFF2-40B4-BE49-F238E27FC236}">
                        <a16:creationId xmlns:a16="http://schemas.microsoft.com/office/drawing/2014/main" id="{A057F0D5-7676-438C-8587-7F86F4A2B054}"/>
                      </a:ext>
                    </a:extLst>
                  </p:cNvPr>
                  <p:cNvGrpSpPr/>
                  <p:nvPr/>
                </p:nvGrpSpPr>
                <p:grpSpPr>
                  <a:xfrm>
                    <a:off x="8678683" y="3754213"/>
                    <a:ext cx="25373" cy="25386"/>
                    <a:chOff x="8678683" y="3754213"/>
                    <a:chExt cx="25373" cy="25386"/>
                  </a:xfrm>
                  <a:solidFill>
                    <a:schemeClr val="accent1"/>
                  </a:solidFill>
                </p:grpSpPr>
                <p:sp>
                  <p:nvSpPr>
                    <p:cNvPr id="1208" name="자유형: 도형 1207">
                      <a:extLst>
                        <a:ext uri="{FF2B5EF4-FFF2-40B4-BE49-F238E27FC236}">
                          <a16:creationId xmlns:a16="http://schemas.microsoft.com/office/drawing/2014/main" id="{7B2BCCBB-8B61-4A2C-85F5-73BDA658F7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78683" y="3754213"/>
                      <a:ext cx="25373" cy="25386"/>
                    </a:xfrm>
                    <a:custGeom>
                      <a:avLst/>
                      <a:gdLst>
                        <a:gd name="connsiteX0" fmla="*/ 0 w 25373"/>
                        <a:gd name="connsiteY0" fmla="*/ 0 h 25385"/>
                        <a:gd name="connsiteX1" fmla="*/ 29166 w 25373"/>
                        <a:gd name="connsiteY1" fmla="*/ 0 h 25385"/>
                        <a:gd name="connsiteX2" fmla="*/ 29166 w 25373"/>
                        <a:gd name="connsiteY2" fmla="*/ 29153 h 25385"/>
                        <a:gd name="connsiteX3" fmla="*/ 0 w 25373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 h="25385">
                          <a:moveTo>
                            <a:pt x="0" y="0"/>
                          </a:moveTo>
                          <a:lnTo>
                            <a:pt x="29166" y="0"/>
                          </a:lnTo>
                          <a:lnTo>
                            <a:pt x="29166" y="29153"/>
                          </a:lnTo>
                          <a:lnTo>
                            <a:pt x="0" y="29153"/>
                          </a:lnTo>
                          <a:close/>
                        </a:path>
                      </a:pathLst>
                    </a:custGeom>
                    <a:solidFill>
                      <a:srgbClr val="8D8C8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09" name="자유형: 도형 1208">
                      <a:extLst>
                        <a:ext uri="{FF2B5EF4-FFF2-40B4-BE49-F238E27FC236}">
                          <a16:creationId xmlns:a16="http://schemas.microsoft.com/office/drawing/2014/main" id="{CC6115C6-4A33-4068-882B-6F8E868963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85800" y="3761282"/>
                      <a:ext cx="12687" cy="12693"/>
                    </a:xfrm>
                    <a:custGeom>
                      <a:avLst/>
                      <a:gdLst>
                        <a:gd name="connsiteX0" fmla="*/ 0 w 12686"/>
                        <a:gd name="connsiteY0" fmla="*/ 0 h 12692"/>
                        <a:gd name="connsiteX1" fmla="*/ 15021 w 12686"/>
                        <a:gd name="connsiteY1" fmla="*/ 0 h 12692"/>
                        <a:gd name="connsiteX2" fmla="*/ 15021 w 12686"/>
                        <a:gd name="connsiteY2" fmla="*/ 15002 h 12692"/>
                        <a:gd name="connsiteX3" fmla="*/ 0 w 12686"/>
                        <a:gd name="connsiteY3" fmla="*/ 15002 h 12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2686" h="12692">
                          <a:moveTo>
                            <a:pt x="0" y="0"/>
                          </a:moveTo>
                          <a:lnTo>
                            <a:pt x="15021" y="0"/>
                          </a:lnTo>
                          <a:lnTo>
                            <a:pt x="15021" y="15002"/>
                          </a:lnTo>
                          <a:lnTo>
                            <a:pt x="0" y="15002"/>
                          </a:lnTo>
                          <a:close/>
                        </a:path>
                      </a:pathLst>
                    </a:custGeom>
                    <a:solidFill>
                      <a:srgbClr val="8C866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10" name="자유형: 도형 1209">
                      <a:extLst>
                        <a:ext uri="{FF2B5EF4-FFF2-40B4-BE49-F238E27FC236}">
                          <a16:creationId xmlns:a16="http://schemas.microsoft.com/office/drawing/2014/main" id="{F1089AB1-E299-415D-A715-EE614E86D2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78683" y="3754213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9153 h 25385"/>
                        <a:gd name="connsiteX1" fmla="*/ 7117 w 0"/>
                        <a:gd name="connsiteY1" fmla="*/ 22058 h 25385"/>
                        <a:gd name="connsiteX2" fmla="*/ 7117 w 0"/>
                        <a:gd name="connsiteY2" fmla="*/ 6371 h 25385"/>
                        <a:gd name="connsiteX3" fmla="*/ 0 w 0"/>
                        <a:gd name="connsiteY3" fmla="*/ 0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9153"/>
                          </a:moveTo>
                          <a:lnTo>
                            <a:pt x="7117" y="22058"/>
                          </a:lnTo>
                          <a:lnTo>
                            <a:pt x="7117" y="637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8AF82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11" name="자유형: 도형 1210">
                      <a:extLst>
                        <a:ext uri="{FF2B5EF4-FFF2-40B4-BE49-F238E27FC236}">
                          <a16:creationId xmlns:a16="http://schemas.microsoft.com/office/drawing/2014/main" id="{EA3AB1F1-1F27-491A-87D8-80AA27D284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78683" y="3754213"/>
                      <a:ext cx="25373" cy="12693"/>
                    </a:xfrm>
                    <a:custGeom>
                      <a:avLst/>
                      <a:gdLst>
                        <a:gd name="connsiteX0" fmla="*/ 22112 w 25373"/>
                        <a:gd name="connsiteY0" fmla="*/ 7095 h 0"/>
                        <a:gd name="connsiteX1" fmla="*/ 7219 w 25373"/>
                        <a:gd name="connsiteY1" fmla="*/ 7095 h 0"/>
                        <a:gd name="connsiteX2" fmla="*/ 0 w 25373"/>
                        <a:gd name="connsiteY2" fmla="*/ 0 h 0"/>
                        <a:gd name="connsiteX3" fmla="*/ 29166 w 25373"/>
                        <a:gd name="connsiteY3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22112" y="7095"/>
                          </a:moveTo>
                          <a:lnTo>
                            <a:pt x="7219" y="7095"/>
                          </a:lnTo>
                          <a:lnTo>
                            <a:pt x="0" y="0"/>
                          </a:lnTo>
                          <a:lnTo>
                            <a:pt x="29166" y="0"/>
                          </a:lnTo>
                          <a:close/>
                        </a:path>
                      </a:pathLst>
                    </a:custGeom>
                    <a:solidFill>
                      <a:srgbClr val="80795B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12" name="자유형: 도형 1211">
                      <a:extLst>
                        <a:ext uri="{FF2B5EF4-FFF2-40B4-BE49-F238E27FC236}">
                          <a16:creationId xmlns:a16="http://schemas.microsoft.com/office/drawing/2014/main" id="{B99C7404-365E-475C-8D75-4E486B4E002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00795" y="3754213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2058 h 25385"/>
                        <a:gd name="connsiteX1" fmla="*/ 0 w 0"/>
                        <a:gd name="connsiteY1" fmla="*/ 7095 h 25385"/>
                        <a:gd name="connsiteX2" fmla="*/ 7054 w 0"/>
                        <a:gd name="connsiteY2" fmla="*/ 0 h 25385"/>
                        <a:gd name="connsiteX3" fmla="*/ 7054 w 0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2058"/>
                          </a:moveTo>
                          <a:lnTo>
                            <a:pt x="0" y="7095"/>
                          </a:lnTo>
                          <a:lnTo>
                            <a:pt x="7054" y="0"/>
                          </a:lnTo>
                          <a:lnTo>
                            <a:pt x="7054" y="29153"/>
                          </a:lnTo>
                          <a:close/>
                        </a:path>
                      </a:pathLst>
                    </a:custGeom>
                    <a:solidFill>
                      <a:srgbClr val="5E5B4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13" name="자유형: 도형 1212">
                      <a:extLst>
                        <a:ext uri="{FF2B5EF4-FFF2-40B4-BE49-F238E27FC236}">
                          <a16:creationId xmlns:a16="http://schemas.microsoft.com/office/drawing/2014/main" id="{37F4A3BB-AF48-4063-894C-C00D0EC5D9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78683" y="3776271"/>
                      <a:ext cx="25373" cy="12693"/>
                    </a:xfrm>
                    <a:custGeom>
                      <a:avLst/>
                      <a:gdLst>
                        <a:gd name="connsiteX0" fmla="*/ 0 w 25373"/>
                        <a:gd name="connsiteY0" fmla="*/ 7095 h 0"/>
                        <a:gd name="connsiteX1" fmla="*/ 7193 w 25373"/>
                        <a:gd name="connsiteY1" fmla="*/ 0 h 0"/>
                        <a:gd name="connsiteX2" fmla="*/ 22112 w 25373"/>
                        <a:gd name="connsiteY2" fmla="*/ 0 h 0"/>
                        <a:gd name="connsiteX3" fmla="*/ 29166 w 25373"/>
                        <a:gd name="connsiteY3" fmla="*/ 7095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0" y="7095"/>
                          </a:moveTo>
                          <a:lnTo>
                            <a:pt x="7193" y="0"/>
                          </a:lnTo>
                          <a:lnTo>
                            <a:pt x="22112" y="0"/>
                          </a:lnTo>
                          <a:lnTo>
                            <a:pt x="29166" y="7095"/>
                          </a:lnTo>
                          <a:close/>
                        </a:path>
                      </a:pathLst>
                    </a:custGeom>
                    <a:solidFill>
                      <a:srgbClr val="9A916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</p:grpSp>
              <p:grpSp>
                <p:nvGrpSpPr>
                  <p:cNvPr id="1214" name="그래픽 629">
                    <a:extLst>
                      <a:ext uri="{FF2B5EF4-FFF2-40B4-BE49-F238E27FC236}">
                        <a16:creationId xmlns:a16="http://schemas.microsoft.com/office/drawing/2014/main" id="{A057F0D5-7676-438C-8587-7F86F4A2B054}"/>
                      </a:ext>
                    </a:extLst>
                  </p:cNvPr>
                  <p:cNvGrpSpPr/>
                  <p:nvPr/>
                </p:nvGrpSpPr>
                <p:grpSpPr>
                  <a:xfrm>
                    <a:off x="8770026" y="4211158"/>
                    <a:ext cx="25373" cy="25386"/>
                    <a:chOff x="8770026" y="4211158"/>
                    <a:chExt cx="25373" cy="25386"/>
                  </a:xfrm>
                  <a:solidFill>
                    <a:schemeClr val="accent1"/>
                  </a:solidFill>
                </p:grpSpPr>
                <p:sp>
                  <p:nvSpPr>
                    <p:cNvPr id="1215" name="자유형: 도형 1214">
                      <a:extLst>
                        <a:ext uri="{FF2B5EF4-FFF2-40B4-BE49-F238E27FC236}">
                          <a16:creationId xmlns:a16="http://schemas.microsoft.com/office/drawing/2014/main" id="{6FF7BAF9-4E93-4114-8E01-10A607FD700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70026" y="4211158"/>
                      <a:ext cx="25373" cy="25386"/>
                    </a:xfrm>
                    <a:custGeom>
                      <a:avLst/>
                      <a:gdLst>
                        <a:gd name="connsiteX0" fmla="*/ 0 w 25373"/>
                        <a:gd name="connsiteY0" fmla="*/ 0 h 25385"/>
                        <a:gd name="connsiteX1" fmla="*/ 29166 w 25373"/>
                        <a:gd name="connsiteY1" fmla="*/ 0 h 25385"/>
                        <a:gd name="connsiteX2" fmla="*/ 29166 w 25373"/>
                        <a:gd name="connsiteY2" fmla="*/ 29153 h 25385"/>
                        <a:gd name="connsiteX3" fmla="*/ 0 w 25373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 h="25385">
                          <a:moveTo>
                            <a:pt x="0" y="0"/>
                          </a:moveTo>
                          <a:lnTo>
                            <a:pt x="29166" y="0"/>
                          </a:lnTo>
                          <a:lnTo>
                            <a:pt x="29166" y="29153"/>
                          </a:lnTo>
                          <a:lnTo>
                            <a:pt x="0" y="29153"/>
                          </a:lnTo>
                          <a:close/>
                        </a:path>
                      </a:pathLst>
                    </a:custGeom>
                    <a:solidFill>
                      <a:srgbClr val="8D8C8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16" name="자유형: 도형 1215">
                      <a:extLst>
                        <a:ext uri="{FF2B5EF4-FFF2-40B4-BE49-F238E27FC236}">
                          <a16:creationId xmlns:a16="http://schemas.microsoft.com/office/drawing/2014/main" id="{B4AA0CD2-EABF-4A0C-AEC3-F4ED5F16B5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77143" y="4218227"/>
                      <a:ext cx="12687" cy="12693"/>
                    </a:xfrm>
                    <a:custGeom>
                      <a:avLst/>
                      <a:gdLst>
                        <a:gd name="connsiteX0" fmla="*/ 0 w 12686"/>
                        <a:gd name="connsiteY0" fmla="*/ 0 h 12692"/>
                        <a:gd name="connsiteX1" fmla="*/ 15021 w 12686"/>
                        <a:gd name="connsiteY1" fmla="*/ 0 h 12692"/>
                        <a:gd name="connsiteX2" fmla="*/ 15021 w 12686"/>
                        <a:gd name="connsiteY2" fmla="*/ 15002 h 12692"/>
                        <a:gd name="connsiteX3" fmla="*/ 0 w 12686"/>
                        <a:gd name="connsiteY3" fmla="*/ 15002 h 12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2686" h="12692">
                          <a:moveTo>
                            <a:pt x="0" y="0"/>
                          </a:moveTo>
                          <a:lnTo>
                            <a:pt x="15021" y="0"/>
                          </a:lnTo>
                          <a:lnTo>
                            <a:pt x="15021" y="15002"/>
                          </a:lnTo>
                          <a:lnTo>
                            <a:pt x="0" y="15002"/>
                          </a:lnTo>
                          <a:close/>
                        </a:path>
                      </a:pathLst>
                    </a:custGeom>
                    <a:solidFill>
                      <a:srgbClr val="8C866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17" name="자유형: 도형 1216">
                      <a:extLst>
                        <a:ext uri="{FF2B5EF4-FFF2-40B4-BE49-F238E27FC236}">
                          <a16:creationId xmlns:a16="http://schemas.microsoft.com/office/drawing/2014/main" id="{95F456CF-E356-4470-A5F9-358E0D9C56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70026" y="4211158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9153 h 25385"/>
                        <a:gd name="connsiteX1" fmla="*/ 7117 w 0"/>
                        <a:gd name="connsiteY1" fmla="*/ 22058 h 25385"/>
                        <a:gd name="connsiteX2" fmla="*/ 7117 w 0"/>
                        <a:gd name="connsiteY2" fmla="*/ 6371 h 25385"/>
                        <a:gd name="connsiteX3" fmla="*/ 0 w 0"/>
                        <a:gd name="connsiteY3" fmla="*/ 0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9153"/>
                          </a:moveTo>
                          <a:lnTo>
                            <a:pt x="7117" y="22058"/>
                          </a:lnTo>
                          <a:lnTo>
                            <a:pt x="7117" y="637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8AF82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18" name="자유형: 도형 1217">
                      <a:extLst>
                        <a:ext uri="{FF2B5EF4-FFF2-40B4-BE49-F238E27FC236}">
                          <a16:creationId xmlns:a16="http://schemas.microsoft.com/office/drawing/2014/main" id="{E77C654A-5AD1-4E53-B887-9B9726A64D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70026" y="4211158"/>
                      <a:ext cx="25373" cy="12693"/>
                    </a:xfrm>
                    <a:custGeom>
                      <a:avLst/>
                      <a:gdLst>
                        <a:gd name="connsiteX0" fmla="*/ 22112 w 25373"/>
                        <a:gd name="connsiteY0" fmla="*/ 7095 h 0"/>
                        <a:gd name="connsiteX1" fmla="*/ 7219 w 25373"/>
                        <a:gd name="connsiteY1" fmla="*/ 7095 h 0"/>
                        <a:gd name="connsiteX2" fmla="*/ 0 w 25373"/>
                        <a:gd name="connsiteY2" fmla="*/ 0 h 0"/>
                        <a:gd name="connsiteX3" fmla="*/ 29166 w 25373"/>
                        <a:gd name="connsiteY3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22112" y="7095"/>
                          </a:moveTo>
                          <a:lnTo>
                            <a:pt x="7219" y="7095"/>
                          </a:lnTo>
                          <a:lnTo>
                            <a:pt x="0" y="0"/>
                          </a:lnTo>
                          <a:lnTo>
                            <a:pt x="29166" y="0"/>
                          </a:lnTo>
                          <a:close/>
                        </a:path>
                      </a:pathLst>
                    </a:custGeom>
                    <a:solidFill>
                      <a:srgbClr val="80795B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19" name="자유형: 도형 1218">
                      <a:extLst>
                        <a:ext uri="{FF2B5EF4-FFF2-40B4-BE49-F238E27FC236}">
                          <a16:creationId xmlns:a16="http://schemas.microsoft.com/office/drawing/2014/main" id="{A23B2199-FD54-4629-BCA8-A7BCCA3AEB0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92138" y="4211158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2058 h 25385"/>
                        <a:gd name="connsiteX1" fmla="*/ 0 w 0"/>
                        <a:gd name="connsiteY1" fmla="*/ 7095 h 25385"/>
                        <a:gd name="connsiteX2" fmla="*/ 7054 w 0"/>
                        <a:gd name="connsiteY2" fmla="*/ 0 h 25385"/>
                        <a:gd name="connsiteX3" fmla="*/ 7054 w 0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2058"/>
                          </a:moveTo>
                          <a:lnTo>
                            <a:pt x="0" y="7095"/>
                          </a:lnTo>
                          <a:lnTo>
                            <a:pt x="7054" y="0"/>
                          </a:lnTo>
                          <a:lnTo>
                            <a:pt x="7054" y="29153"/>
                          </a:lnTo>
                          <a:close/>
                        </a:path>
                      </a:pathLst>
                    </a:custGeom>
                    <a:solidFill>
                      <a:srgbClr val="5E5B4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20" name="자유형: 도형 1219">
                      <a:extLst>
                        <a:ext uri="{FF2B5EF4-FFF2-40B4-BE49-F238E27FC236}">
                          <a16:creationId xmlns:a16="http://schemas.microsoft.com/office/drawing/2014/main" id="{BB661525-0946-4B19-A259-DFBB18B06E9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70026" y="4233216"/>
                      <a:ext cx="25373" cy="12693"/>
                    </a:xfrm>
                    <a:custGeom>
                      <a:avLst/>
                      <a:gdLst>
                        <a:gd name="connsiteX0" fmla="*/ 0 w 25373"/>
                        <a:gd name="connsiteY0" fmla="*/ 7095 h 0"/>
                        <a:gd name="connsiteX1" fmla="*/ 7193 w 25373"/>
                        <a:gd name="connsiteY1" fmla="*/ 0 h 0"/>
                        <a:gd name="connsiteX2" fmla="*/ 22112 w 25373"/>
                        <a:gd name="connsiteY2" fmla="*/ 0 h 0"/>
                        <a:gd name="connsiteX3" fmla="*/ 29166 w 25373"/>
                        <a:gd name="connsiteY3" fmla="*/ 7095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0" y="7095"/>
                          </a:moveTo>
                          <a:lnTo>
                            <a:pt x="7193" y="0"/>
                          </a:lnTo>
                          <a:lnTo>
                            <a:pt x="22112" y="0"/>
                          </a:lnTo>
                          <a:lnTo>
                            <a:pt x="29166" y="7095"/>
                          </a:lnTo>
                          <a:close/>
                        </a:path>
                      </a:pathLst>
                    </a:custGeom>
                    <a:solidFill>
                      <a:srgbClr val="9A916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</p:grpSp>
              <p:grpSp>
                <p:nvGrpSpPr>
                  <p:cNvPr id="1221" name="그래픽 629">
                    <a:extLst>
                      <a:ext uri="{FF2B5EF4-FFF2-40B4-BE49-F238E27FC236}">
                        <a16:creationId xmlns:a16="http://schemas.microsoft.com/office/drawing/2014/main" id="{A057F0D5-7676-438C-8587-7F86F4A2B054}"/>
                      </a:ext>
                    </a:extLst>
                  </p:cNvPr>
                  <p:cNvGrpSpPr/>
                  <p:nvPr/>
                </p:nvGrpSpPr>
                <p:grpSpPr>
                  <a:xfrm>
                    <a:off x="8770026" y="3754213"/>
                    <a:ext cx="25373" cy="25386"/>
                    <a:chOff x="8770026" y="3754213"/>
                    <a:chExt cx="25373" cy="25386"/>
                  </a:xfrm>
                  <a:solidFill>
                    <a:schemeClr val="accent1"/>
                  </a:solidFill>
                </p:grpSpPr>
                <p:sp>
                  <p:nvSpPr>
                    <p:cNvPr id="1222" name="자유형: 도형 1221">
                      <a:extLst>
                        <a:ext uri="{FF2B5EF4-FFF2-40B4-BE49-F238E27FC236}">
                          <a16:creationId xmlns:a16="http://schemas.microsoft.com/office/drawing/2014/main" id="{B7DF7989-4ECE-4B22-A169-FABB2A93239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70026" y="3754213"/>
                      <a:ext cx="25373" cy="25386"/>
                    </a:xfrm>
                    <a:custGeom>
                      <a:avLst/>
                      <a:gdLst>
                        <a:gd name="connsiteX0" fmla="*/ 0 w 25373"/>
                        <a:gd name="connsiteY0" fmla="*/ 0 h 25385"/>
                        <a:gd name="connsiteX1" fmla="*/ 29166 w 25373"/>
                        <a:gd name="connsiteY1" fmla="*/ 0 h 25385"/>
                        <a:gd name="connsiteX2" fmla="*/ 29166 w 25373"/>
                        <a:gd name="connsiteY2" fmla="*/ 29153 h 25385"/>
                        <a:gd name="connsiteX3" fmla="*/ 0 w 25373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 h="25385">
                          <a:moveTo>
                            <a:pt x="0" y="0"/>
                          </a:moveTo>
                          <a:lnTo>
                            <a:pt x="29166" y="0"/>
                          </a:lnTo>
                          <a:lnTo>
                            <a:pt x="29166" y="29153"/>
                          </a:lnTo>
                          <a:lnTo>
                            <a:pt x="0" y="29153"/>
                          </a:lnTo>
                          <a:close/>
                        </a:path>
                      </a:pathLst>
                    </a:custGeom>
                    <a:solidFill>
                      <a:srgbClr val="8D8C8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23" name="자유형: 도형 1222">
                      <a:extLst>
                        <a:ext uri="{FF2B5EF4-FFF2-40B4-BE49-F238E27FC236}">
                          <a16:creationId xmlns:a16="http://schemas.microsoft.com/office/drawing/2014/main" id="{DF37FE3A-6735-4A9C-8E90-09EAC050BE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77143" y="3761282"/>
                      <a:ext cx="12687" cy="12693"/>
                    </a:xfrm>
                    <a:custGeom>
                      <a:avLst/>
                      <a:gdLst>
                        <a:gd name="connsiteX0" fmla="*/ 0 w 12686"/>
                        <a:gd name="connsiteY0" fmla="*/ 0 h 12692"/>
                        <a:gd name="connsiteX1" fmla="*/ 15021 w 12686"/>
                        <a:gd name="connsiteY1" fmla="*/ 0 h 12692"/>
                        <a:gd name="connsiteX2" fmla="*/ 15021 w 12686"/>
                        <a:gd name="connsiteY2" fmla="*/ 15002 h 12692"/>
                        <a:gd name="connsiteX3" fmla="*/ 0 w 12686"/>
                        <a:gd name="connsiteY3" fmla="*/ 15002 h 12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2686" h="12692">
                          <a:moveTo>
                            <a:pt x="0" y="0"/>
                          </a:moveTo>
                          <a:lnTo>
                            <a:pt x="15021" y="0"/>
                          </a:lnTo>
                          <a:lnTo>
                            <a:pt x="15021" y="15002"/>
                          </a:lnTo>
                          <a:lnTo>
                            <a:pt x="0" y="15002"/>
                          </a:lnTo>
                          <a:close/>
                        </a:path>
                      </a:pathLst>
                    </a:custGeom>
                    <a:solidFill>
                      <a:srgbClr val="8C866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24" name="자유형: 도형 1223">
                      <a:extLst>
                        <a:ext uri="{FF2B5EF4-FFF2-40B4-BE49-F238E27FC236}">
                          <a16:creationId xmlns:a16="http://schemas.microsoft.com/office/drawing/2014/main" id="{6EA46ADF-D269-47C1-9DFC-CDFB9930169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70026" y="3754213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9153 h 25385"/>
                        <a:gd name="connsiteX1" fmla="*/ 7117 w 0"/>
                        <a:gd name="connsiteY1" fmla="*/ 22058 h 25385"/>
                        <a:gd name="connsiteX2" fmla="*/ 7117 w 0"/>
                        <a:gd name="connsiteY2" fmla="*/ 6371 h 25385"/>
                        <a:gd name="connsiteX3" fmla="*/ 0 w 0"/>
                        <a:gd name="connsiteY3" fmla="*/ 0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9153"/>
                          </a:moveTo>
                          <a:lnTo>
                            <a:pt x="7117" y="22058"/>
                          </a:lnTo>
                          <a:lnTo>
                            <a:pt x="7117" y="637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8AF82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25" name="자유형: 도형 1224">
                      <a:extLst>
                        <a:ext uri="{FF2B5EF4-FFF2-40B4-BE49-F238E27FC236}">
                          <a16:creationId xmlns:a16="http://schemas.microsoft.com/office/drawing/2014/main" id="{73419430-5098-401B-BE73-2A4022957B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70026" y="3754213"/>
                      <a:ext cx="25373" cy="12693"/>
                    </a:xfrm>
                    <a:custGeom>
                      <a:avLst/>
                      <a:gdLst>
                        <a:gd name="connsiteX0" fmla="*/ 22112 w 25373"/>
                        <a:gd name="connsiteY0" fmla="*/ 7095 h 0"/>
                        <a:gd name="connsiteX1" fmla="*/ 7219 w 25373"/>
                        <a:gd name="connsiteY1" fmla="*/ 7095 h 0"/>
                        <a:gd name="connsiteX2" fmla="*/ 0 w 25373"/>
                        <a:gd name="connsiteY2" fmla="*/ 0 h 0"/>
                        <a:gd name="connsiteX3" fmla="*/ 29166 w 25373"/>
                        <a:gd name="connsiteY3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22112" y="7095"/>
                          </a:moveTo>
                          <a:lnTo>
                            <a:pt x="7219" y="7095"/>
                          </a:lnTo>
                          <a:lnTo>
                            <a:pt x="0" y="0"/>
                          </a:lnTo>
                          <a:lnTo>
                            <a:pt x="29166" y="0"/>
                          </a:lnTo>
                          <a:close/>
                        </a:path>
                      </a:pathLst>
                    </a:custGeom>
                    <a:solidFill>
                      <a:srgbClr val="80795B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26" name="자유형: 도형 1225">
                      <a:extLst>
                        <a:ext uri="{FF2B5EF4-FFF2-40B4-BE49-F238E27FC236}">
                          <a16:creationId xmlns:a16="http://schemas.microsoft.com/office/drawing/2014/main" id="{17882FA0-0F00-4FBA-AE9A-05D60C0DD7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92138" y="3754213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2058 h 25385"/>
                        <a:gd name="connsiteX1" fmla="*/ 0 w 0"/>
                        <a:gd name="connsiteY1" fmla="*/ 7095 h 25385"/>
                        <a:gd name="connsiteX2" fmla="*/ 7054 w 0"/>
                        <a:gd name="connsiteY2" fmla="*/ 0 h 25385"/>
                        <a:gd name="connsiteX3" fmla="*/ 7054 w 0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2058"/>
                          </a:moveTo>
                          <a:lnTo>
                            <a:pt x="0" y="7095"/>
                          </a:lnTo>
                          <a:lnTo>
                            <a:pt x="7054" y="0"/>
                          </a:lnTo>
                          <a:lnTo>
                            <a:pt x="7054" y="29153"/>
                          </a:lnTo>
                          <a:close/>
                        </a:path>
                      </a:pathLst>
                    </a:custGeom>
                    <a:solidFill>
                      <a:srgbClr val="5E5B4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27" name="자유형: 도형 1226">
                      <a:extLst>
                        <a:ext uri="{FF2B5EF4-FFF2-40B4-BE49-F238E27FC236}">
                          <a16:creationId xmlns:a16="http://schemas.microsoft.com/office/drawing/2014/main" id="{4B96BC8F-E4D6-44F0-B969-4005FA9A661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70026" y="3776271"/>
                      <a:ext cx="25373" cy="12693"/>
                    </a:xfrm>
                    <a:custGeom>
                      <a:avLst/>
                      <a:gdLst>
                        <a:gd name="connsiteX0" fmla="*/ 0 w 25373"/>
                        <a:gd name="connsiteY0" fmla="*/ 7095 h 0"/>
                        <a:gd name="connsiteX1" fmla="*/ 7193 w 25373"/>
                        <a:gd name="connsiteY1" fmla="*/ 0 h 0"/>
                        <a:gd name="connsiteX2" fmla="*/ 22112 w 25373"/>
                        <a:gd name="connsiteY2" fmla="*/ 0 h 0"/>
                        <a:gd name="connsiteX3" fmla="*/ 29166 w 25373"/>
                        <a:gd name="connsiteY3" fmla="*/ 7095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0" y="7095"/>
                          </a:moveTo>
                          <a:lnTo>
                            <a:pt x="7193" y="0"/>
                          </a:lnTo>
                          <a:lnTo>
                            <a:pt x="22112" y="0"/>
                          </a:lnTo>
                          <a:lnTo>
                            <a:pt x="29166" y="7095"/>
                          </a:lnTo>
                          <a:close/>
                        </a:path>
                      </a:pathLst>
                    </a:custGeom>
                    <a:solidFill>
                      <a:srgbClr val="9A916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</p:grpSp>
              <p:grpSp>
                <p:nvGrpSpPr>
                  <p:cNvPr id="1228" name="그래픽 629">
                    <a:extLst>
                      <a:ext uri="{FF2B5EF4-FFF2-40B4-BE49-F238E27FC236}">
                        <a16:creationId xmlns:a16="http://schemas.microsoft.com/office/drawing/2014/main" id="{A057F0D5-7676-438C-8587-7F86F4A2B054}"/>
                      </a:ext>
                    </a:extLst>
                  </p:cNvPr>
                  <p:cNvGrpSpPr/>
                  <p:nvPr/>
                </p:nvGrpSpPr>
                <p:grpSpPr>
                  <a:xfrm>
                    <a:off x="8861369" y="4211158"/>
                    <a:ext cx="25373" cy="25386"/>
                    <a:chOff x="8861369" y="4211158"/>
                    <a:chExt cx="25373" cy="25386"/>
                  </a:xfrm>
                  <a:solidFill>
                    <a:schemeClr val="accent1"/>
                  </a:solidFill>
                </p:grpSpPr>
                <p:sp>
                  <p:nvSpPr>
                    <p:cNvPr id="1229" name="자유형: 도형 1228">
                      <a:extLst>
                        <a:ext uri="{FF2B5EF4-FFF2-40B4-BE49-F238E27FC236}">
                          <a16:creationId xmlns:a16="http://schemas.microsoft.com/office/drawing/2014/main" id="{9E68F1B5-BF0D-4BF9-AE65-445489D01C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61369" y="4211158"/>
                      <a:ext cx="25373" cy="25386"/>
                    </a:xfrm>
                    <a:custGeom>
                      <a:avLst/>
                      <a:gdLst>
                        <a:gd name="connsiteX0" fmla="*/ 0 w 25373"/>
                        <a:gd name="connsiteY0" fmla="*/ 0 h 25385"/>
                        <a:gd name="connsiteX1" fmla="*/ 29166 w 25373"/>
                        <a:gd name="connsiteY1" fmla="*/ 0 h 25385"/>
                        <a:gd name="connsiteX2" fmla="*/ 29166 w 25373"/>
                        <a:gd name="connsiteY2" fmla="*/ 29153 h 25385"/>
                        <a:gd name="connsiteX3" fmla="*/ 0 w 25373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 h="25385">
                          <a:moveTo>
                            <a:pt x="0" y="0"/>
                          </a:moveTo>
                          <a:lnTo>
                            <a:pt x="29166" y="0"/>
                          </a:lnTo>
                          <a:lnTo>
                            <a:pt x="29166" y="29153"/>
                          </a:lnTo>
                          <a:lnTo>
                            <a:pt x="0" y="29153"/>
                          </a:lnTo>
                          <a:close/>
                        </a:path>
                      </a:pathLst>
                    </a:custGeom>
                    <a:solidFill>
                      <a:srgbClr val="8D8C8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30" name="자유형: 도형 1229">
                      <a:extLst>
                        <a:ext uri="{FF2B5EF4-FFF2-40B4-BE49-F238E27FC236}">
                          <a16:creationId xmlns:a16="http://schemas.microsoft.com/office/drawing/2014/main" id="{C050B757-5DAC-43FE-AE02-ED41CAEDDA9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68486" y="4218227"/>
                      <a:ext cx="12687" cy="12693"/>
                    </a:xfrm>
                    <a:custGeom>
                      <a:avLst/>
                      <a:gdLst>
                        <a:gd name="connsiteX0" fmla="*/ 0 w 12686"/>
                        <a:gd name="connsiteY0" fmla="*/ 0 h 12692"/>
                        <a:gd name="connsiteX1" fmla="*/ 15021 w 12686"/>
                        <a:gd name="connsiteY1" fmla="*/ 0 h 12692"/>
                        <a:gd name="connsiteX2" fmla="*/ 15021 w 12686"/>
                        <a:gd name="connsiteY2" fmla="*/ 15002 h 12692"/>
                        <a:gd name="connsiteX3" fmla="*/ 0 w 12686"/>
                        <a:gd name="connsiteY3" fmla="*/ 15002 h 12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2686" h="12692">
                          <a:moveTo>
                            <a:pt x="0" y="0"/>
                          </a:moveTo>
                          <a:lnTo>
                            <a:pt x="15021" y="0"/>
                          </a:lnTo>
                          <a:lnTo>
                            <a:pt x="15021" y="15002"/>
                          </a:lnTo>
                          <a:lnTo>
                            <a:pt x="0" y="15002"/>
                          </a:lnTo>
                          <a:close/>
                        </a:path>
                      </a:pathLst>
                    </a:custGeom>
                    <a:solidFill>
                      <a:srgbClr val="8C866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31" name="자유형: 도형 1230">
                      <a:extLst>
                        <a:ext uri="{FF2B5EF4-FFF2-40B4-BE49-F238E27FC236}">
                          <a16:creationId xmlns:a16="http://schemas.microsoft.com/office/drawing/2014/main" id="{74B0CF26-B393-4421-81C3-98EB33AB327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61369" y="4211158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9153 h 25385"/>
                        <a:gd name="connsiteX1" fmla="*/ 7117 w 0"/>
                        <a:gd name="connsiteY1" fmla="*/ 22058 h 25385"/>
                        <a:gd name="connsiteX2" fmla="*/ 7117 w 0"/>
                        <a:gd name="connsiteY2" fmla="*/ 6371 h 25385"/>
                        <a:gd name="connsiteX3" fmla="*/ 0 w 0"/>
                        <a:gd name="connsiteY3" fmla="*/ 0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9153"/>
                          </a:moveTo>
                          <a:lnTo>
                            <a:pt x="7117" y="22058"/>
                          </a:lnTo>
                          <a:lnTo>
                            <a:pt x="7117" y="637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8AF82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32" name="자유형: 도형 1231">
                      <a:extLst>
                        <a:ext uri="{FF2B5EF4-FFF2-40B4-BE49-F238E27FC236}">
                          <a16:creationId xmlns:a16="http://schemas.microsoft.com/office/drawing/2014/main" id="{BAB4F4AE-0621-40AC-9C22-CF5180B99BE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61369" y="4211158"/>
                      <a:ext cx="25373" cy="12693"/>
                    </a:xfrm>
                    <a:custGeom>
                      <a:avLst/>
                      <a:gdLst>
                        <a:gd name="connsiteX0" fmla="*/ 22112 w 25373"/>
                        <a:gd name="connsiteY0" fmla="*/ 7095 h 0"/>
                        <a:gd name="connsiteX1" fmla="*/ 7219 w 25373"/>
                        <a:gd name="connsiteY1" fmla="*/ 7095 h 0"/>
                        <a:gd name="connsiteX2" fmla="*/ 0 w 25373"/>
                        <a:gd name="connsiteY2" fmla="*/ 0 h 0"/>
                        <a:gd name="connsiteX3" fmla="*/ 29166 w 25373"/>
                        <a:gd name="connsiteY3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22112" y="7095"/>
                          </a:moveTo>
                          <a:lnTo>
                            <a:pt x="7219" y="7095"/>
                          </a:lnTo>
                          <a:lnTo>
                            <a:pt x="0" y="0"/>
                          </a:lnTo>
                          <a:lnTo>
                            <a:pt x="29166" y="0"/>
                          </a:lnTo>
                          <a:close/>
                        </a:path>
                      </a:pathLst>
                    </a:custGeom>
                    <a:solidFill>
                      <a:srgbClr val="80795B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33" name="자유형: 도형 1232">
                      <a:extLst>
                        <a:ext uri="{FF2B5EF4-FFF2-40B4-BE49-F238E27FC236}">
                          <a16:creationId xmlns:a16="http://schemas.microsoft.com/office/drawing/2014/main" id="{8ECAEA34-9A35-406F-B112-8273ABBFDD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3482" y="4211158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2058 h 25385"/>
                        <a:gd name="connsiteX1" fmla="*/ 0 w 0"/>
                        <a:gd name="connsiteY1" fmla="*/ 7095 h 25385"/>
                        <a:gd name="connsiteX2" fmla="*/ 7054 w 0"/>
                        <a:gd name="connsiteY2" fmla="*/ 0 h 25385"/>
                        <a:gd name="connsiteX3" fmla="*/ 7054 w 0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2058"/>
                          </a:moveTo>
                          <a:lnTo>
                            <a:pt x="0" y="7095"/>
                          </a:lnTo>
                          <a:lnTo>
                            <a:pt x="7054" y="0"/>
                          </a:lnTo>
                          <a:lnTo>
                            <a:pt x="7054" y="29153"/>
                          </a:lnTo>
                          <a:close/>
                        </a:path>
                      </a:pathLst>
                    </a:custGeom>
                    <a:solidFill>
                      <a:srgbClr val="5E5B4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34" name="자유형: 도형 1233">
                      <a:extLst>
                        <a:ext uri="{FF2B5EF4-FFF2-40B4-BE49-F238E27FC236}">
                          <a16:creationId xmlns:a16="http://schemas.microsoft.com/office/drawing/2014/main" id="{60AA9B82-005F-45FE-8BB0-087F83C28F3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61369" y="4233216"/>
                      <a:ext cx="25373" cy="12693"/>
                    </a:xfrm>
                    <a:custGeom>
                      <a:avLst/>
                      <a:gdLst>
                        <a:gd name="connsiteX0" fmla="*/ 0 w 25373"/>
                        <a:gd name="connsiteY0" fmla="*/ 7095 h 0"/>
                        <a:gd name="connsiteX1" fmla="*/ 7193 w 25373"/>
                        <a:gd name="connsiteY1" fmla="*/ 0 h 0"/>
                        <a:gd name="connsiteX2" fmla="*/ 22112 w 25373"/>
                        <a:gd name="connsiteY2" fmla="*/ 0 h 0"/>
                        <a:gd name="connsiteX3" fmla="*/ 29166 w 25373"/>
                        <a:gd name="connsiteY3" fmla="*/ 7095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0" y="7095"/>
                          </a:moveTo>
                          <a:lnTo>
                            <a:pt x="7193" y="0"/>
                          </a:lnTo>
                          <a:lnTo>
                            <a:pt x="22112" y="0"/>
                          </a:lnTo>
                          <a:lnTo>
                            <a:pt x="29166" y="7095"/>
                          </a:lnTo>
                          <a:close/>
                        </a:path>
                      </a:pathLst>
                    </a:custGeom>
                    <a:solidFill>
                      <a:srgbClr val="9A916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</p:grpSp>
              <p:grpSp>
                <p:nvGrpSpPr>
                  <p:cNvPr id="1235" name="그래픽 629">
                    <a:extLst>
                      <a:ext uri="{FF2B5EF4-FFF2-40B4-BE49-F238E27FC236}">
                        <a16:creationId xmlns:a16="http://schemas.microsoft.com/office/drawing/2014/main" id="{A057F0D5-7676-438C-8587-7F86F4A2B054}"/>
                      </a:ext>
                    </a:extLst>
                  </p:cNvPr>
                  <p:cNvGrpSpPr/>
                  <p:nvPr/>
                </p:nvGrpSpPr>
                <p:grpSpPr>
                  <a:xfrm>
                    <a:off x="8861369" y="3754213"/>
                    <a:ext cx="25373" cy="25386"/>
                    <a:chOff x="8861369" y="3754213"/>
                    <a:chExt cx="25373" cy="25386"/>
                  </a:xfrm>
                  <a:solidFill>
                    <a:schemeClr val="accent1"/>
                  </a:solidFill>
                </p:grpSpPr>
                <p:sp>
                  <p:nvSpPr>
                    <p:cNvPr id="1236" name="자유형: 도형 1235">
                      <a:extLst>
                        <a:ext uri="{FF2B5EF4-FFF2-40B4-BE49-F238E27FC236}">
                          <a16:creationId xmlns:a16="http://schemas.microsoft.com/office/drawing/2014/main" id="{879561FF-C4DF-4F39-A0E9-327315573B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61369" y="3754213"/>
                      <a:ext cx="25373" cy="25386"/>
                    </a:xfrm>
                    <a:custGeom>
                      <a:avLst/>
                      <a:gdLst>
                        <a:gd name="connsiteX0" fmla="*/ 0 w 25373"/>
                        <a:gd name="connsiteY0" fmla="*/ 0 h 25385"/>
                        <a:gd name="connsiteX1" fmla="*/ 29166 w 25373"/>
                        <a:gd name="connsiteY1" fmla="*/ 0 h 25385"/>
                        <a:gd name="connsiteX2" fmla="*/ 29166 w 25373"/>
                        <a:gd name="connsiteY2" fmla="*/ 29153 h 25385"/>
                        <a:gd name="connsiteX3" fmla="*/ 0 w 25373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 h="25385">
                          <a:moveTo>
                            <a:pt x="0" y="0"/>
                          </a:moveTo>
                          <a:lnTo>
                            <a:pt x="29166" y="0"/>
                          </a:lnTo>
                          <a:lnTo>
                            <a:pt x="29166" y="29153"/>
                          </a:lnTo>
                          <a:lnTo>
                            <a:pt x="0" y="29153"/>
                          </a:lnTo>
                          <a:close/>
                        </a:path>
                      </a:pathLst>
                    </a:custGeom>
                    <a:solidFill>
                      <a:srgbClr val="8D8C8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37" name="자유형: 도형 1236">
                      <a:extLst>
                        <a:ext uri="{FF2B5EF4-FFF2-40B4-BE49-F238E27FC236}">
                          <a16:creationId xmlns:a16="http://schemas.microsoft.com/office/drawing/2014/main" id="{AE5F395C-490D-4D14-8050-9B24C0359F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68486" y="3761282"/>
                      <a:ext cx="12687" cy="12693"/>
                    </a:xfrm>
                    <a:custGeom>
                      <a:avLst/>
                      <a:gdLst>
                        <a:gd name="connsiteX0" fmla="*/ 0 w 12686"/>
                        <a:gd name="connsiteY0" fmla="*/ 0 h 12692"/>
                        <a:gd name="connsiteX1" fmla="*/ 15021 w 12686"/>
                        <a:gd name="connsiteY1" fmla="*/ 0 h 12692"/>
                        <a:gd name="connsiteX2" fmla="*/ 15021 w 12686"/>
                        <a:gd name="connsiteY2" fmla="*/ 15002 h 12692"/>
                        <a:gd name="connsiteX3" fmla="*/ 0 w 12686"/>
                        <a:gd name="connsiteY3" fmla="*/ 15002 h 12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2686" h="12692">
                          <a:moveTo>
                            <a:pt x="0" y="0"/>
                          </a:moveTo>
                          <a:lnTo>
                            <a:pt x="15021" y="0"/>
                          </a:lnTo>
                          <a:lnTo>
                            <a:pt x="15021" y="15002"/>
                          </a:lnTo>
                          <a:lnTo>
                            <a:pt x="0" y="15002"/>
                          </a:lnTo>
                          <a:close/>
                        </a:path>
                      </a:pathLst>
                    </a:custGeom>
                    <a:solidFill>
                      <a:srgbClr val="8C866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38" name="자유형: 도형 1237">
                      <a:extLst>
                        <a:ext uri="{FF2B5EF4-FFF2-40B4-BE49-F238E27FC236}">
                          <a16:creationId xmlns:a16="http://schemas.microsoft.com/office/drawing/2014/main" id="{3A51ED08-5027-4761-893D-049F2DD2B6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61369" y="3754213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9153 h 25385"/>
                        <a:gd name="connsiteX1" fmla="*/ 7117 w 0"/>
                        <a:gd name="connsiteY1" fmla="*/ 22058 h 25385"/>
                        <a:gd name="connsiteX2" fmla="*/ 7117 w 0"/>
                        <a:gd name="connsiteY2" fmla="*/ 6371 h 25385"/>
                        <a:gd name="connsiteX3" fmla="*/ 0 w 0"/>
                        <a:gd name="connsiteY3" fmla="*/ 0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9153"/>
                          </a:moveTo>
                          <a:lnTo>
                            <a:pt x="7117" y="22058"/>
                          </a:lnTo>
                          <a:lnTo>
                            <a:pt x="7117" y="637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8AF82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39" name="자유형: 도형 1238">
                      <a:extLst>
                        <a:ext uri="{FF2B5EF4-FFF2-40B4-BE49-F238E27FC236}">
                          <a16:creationId xmlns:a16="http://schemas.microsoft.com/office/drawing/2014/main" id="{CC24AB8C-0991-4C7A-AC8D-7250A44975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61369" y="3754213"/>
                      <a:ext cx="25373" cy="12693"/>
                    </a:xfrm>
                    <a:custGeom>
                      <a:avLst/>
                      <a:gdLst>
                        <a:gd name="connsiteX0" fmla="*/ 22112 w 25373"/>
                        <a:gd name="connsiteY0" fmla="*/ 7095 h 0"/>
                        <a:gd name="connsiteX1" fmla="*/ 7219 w 25373"/>
                        <a:gd name="connsiteY1" fmla="*/ 7095 h 0"/>
                        <a:gd name="connsiteX2" fmla="*/ 0 w 25373"/>
                        <a:gd name="connsiteY2" fmla="*/ 0 h 0"/>
                        <a:gd name="connsiteX3" fmla="*/ 29166 w 25373"/>
                        <a:gd name="connsiteY3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22112" y="7095"/>
                          </a:moveTo>
                          <a:lnTo>
                            <a:pt x="7219" y="7095"/>
                          </a:lnTo>
                          <a:lnTo>
                            <a:pt x="0" y="0"/>
                          </a:lnTo>
                          <a:lnTo>
                            <a:pt x="29166" y="0"/>
                          </a:lnTo>
                          <a:close/>
                        </a:path>
                      </a:pathLst>
                    </a:custGeom>
                    <a:solidFill>
                      <a:srgbClr val="80795B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40" name="자유형: 도형 1239">
                      <a:extLst>
                        <a:ext uri="{FF2B5EF4-FFF2-40B4-BE49-F238E27FC236}">
                          <a16:creationId xmlns:a16="http://schemas.microsoft.com/office/drawing/2014/main" id="{B485F072-DB79-439B-A492-105E09DC4B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3482" y="3754213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2058 h 25385"/>
                        <a:gd name="connsiteX1" fmla="*/ 0 w 0"/>
                        <a:gd name="connsiteY1" fmla="*/ 7095 h 25385"/>
                        <a:gd name="connsiteX2" fmla="*/ 7054 w 0"/>
                        <a:gd name="connsiteY2" fmla="*/ 0 h 25385"/>
                        <a:gd name="connsiteX3" fmla="*/ 7054 w 0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2058"/>
                          </a:moveTo>
                          <a:lnTo>
                            <a:pt x="0" y="7095"/>
                          </a:lnTo>
                          <a:lnTo>
                            <a:pt x="7054" y="0"/>
                          </a:lnTo>
                          <a:lnTo>
                            <a:pt x="7054" y="29153"/>
                          </a:lnTo>
                          <a:close/>
                        </a:path>
                      </a:pathLst>
                    </a:custGeom>
                    <a:solidFill>
                      <a:srgbClr val="5E5B4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41" name="자유형: 도형 1240">
                      <a:extLst>
                        <a:ext uri="{FF2B5EF4-FFF2-40B4-BE49-F238E27FC236}">
                          <a16:creationId xmlns:a16="http://schemas.microsoft.com/office/drawing/2014/main" id="{4C960819-7990-4744-B75B-E4C2BE19E0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61369" y="3776271"/>
                      <a:ext cx="25373" cy="12693"/>
                    </a:xfrm>
                    <a:custGeom>
                      <a:avLst/>
                      <a:gdLst>
                        <a:gd name="connsiteX0" fmla="*/ 0 w 25373"/>
                        <a:gd name="connsiteY0" fmla="*/ 7095 h 0"/>
                        <a:gd name="connsiteX1" fmla="*/ 7193 w 25373"/>
                        <a:gd name="connsiteY1" fmla="*/ 0 h 0"/>
                        <a:gd name="connsiteX2" fmla="*/ 22112 w 25373"/>
                        <a:gd name="connsiteY2" fmla="*/ 0 h 0"/>
                        <a:gd name="connsiteX3" fmla="*/ 29166 w 25373"/>
                        <a:gd name="connsiteY3" fmla="*/ 7095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0" y="7095"/>
                          </a:moveTo>
                          <a:lnTo>
                            <a:pt x="7193" y="0"/>
                          </a:lnTo>
                          <a:lnTo>
                            <a:pt x="22112" y="0"/>
                          </a:lnTo>
                          <a:lnTo>
                            <a:pt x="29166" y="7095"/>
                          </a:lnTo>
                          <a:close/>
                        </a:path>
                      </a:pathLst>
                    </a:custGeom>
                    <a:solidFill>
                      <a:srgbClr val="9A916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</p:grpSp>
              <p:grpSp>
                <p:nvGrpSpPr>
                  <p:cNvPr id="1242" name="그래픽 629">
                    <a:extLst>
                      <a:ext uri="{FF2B5EF4-FFF2-40B4-BE49-F238E27FC236}">
                        <a16:creationId xmlns:a16="http://schemas.microsoft.com/office/drawing/2014/main" id="{A057F0D5-7676-438C-8587-7F86F4A2B054}"/>
                      </a:ext>
                    </a:extLst>
                  </p:cNvPr>
                  <p:cNvGrpSpPr/>
                  <p:nvPr/>
                </p:nvGrpSpPr>
                <p:grpSpPr>
                  <a:xfrm>
                    <a:off x="8952713" y="4211158"/>
                    <a:ext cx="25373" cy="25386"/>
                    <a:chOff x="8952713" y="4211158"/>
                    <a:chExt cx="25373" cy="25386"/>
                  </a:xfrm>
                  <a:solidFill>
                    <a:schemeClr val="accent1"/>
                  </a:solidFill>
                </p:grpSpPr>
                <p:sp>
                  <p:nvSpPr>
                    <p:cNvPr id="1243" name="자유형: 도형 1242">
                      <a:extLst>
                        <a:ext uri="{FF2B5EF4-FFF2-40B4-BE49-F238E27FC236}">
                          <a16:creationId xmlns:a16="http://schemas.microsoft.com/office/drawing/2014/main" id="{AFC98688-FDEE-4070-8E75-4506554138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52713" y="4211158"/>
                      <a:ext cx="25373" cy="25386"/>
                    </a:xfrm>
                    <a:custGeom>
                      <a:avLst/>
                      <a:gdLst>
                        <a:gd name="connsiteX0" fmla="*/ 0 w 25373"/>
                        <a:gd name="connsiteY0" fmla="*/ 0 h 25385"/>
                        <a:gd name="connsiteX1" fmla="*/ 29166 w 25373"/>
                        <a:gd name="connsiteY1" fmla="*/ 0 h 25385"/>
                        <a:gd name="connsiteX2" fmla="*/ 29166 w 25373"/>
                        <a:gd name="connsiteY2" fmla="*/ 29153 h 25385"/>
                        <a:gd name="connsiteX3" fmla="*/ 0 w 25373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 h="25385">
                          <a:moveTo>
                            <a:pt x="0" y="0"/>
                          </a:moveTo>
                          <a:lnTo>
                            <a:pt x="29166" y="0"/>
                          </a:lnTo>
                          <a:lnTo>
                            <a:pt x="29166" y="29153"/>
                          </a:lnTo>
                          <a:lnTo>
                            <a:pt x="0" y="29153"/>
                          </a:lnTo>
                          <a:close/>
                        </a:path>
                      </a:pathLst>
                    </a:custGeom>
                    <a:solidFill>
                      <a:srgbClr val="8D8C8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44" name="자유형: 도형 1243">
                      <a:extLst>
                        <a:ext uri="{FF2B5EF4-FFF2-40B4-BE49-F238E27FC236}">
                          <a16:creationId xmlns:a16="http://schemas.microsoft.com/office/drawing/2014/main" id="{49A5796D-BE81-4A27-91CB-E4CB0421E0A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59830" y="4218227"/>
                      <a:ext cx="12687" cy="12693"/>
                    </a:xfrm>
                    <a:custGeom>
                      <a:avLst/>
                      <a:gdLst>
                        <a:gd name="connsiteX0" fmla="*/ 0 w 12686"/>
                        <a:gd name="connsiteY0" fmla="*/ 0 h 12692"/>
                        <a:gd name="connsiteX1" fmla="*/ 15021 w 12686"/>
                        <a:gd name="connsiteY1" fmla="*/ 0 h 12692"/>
                        <a:gd name="connsiteX2" fmla="*/ 15021 w 12686"/>
                        <a:gd name="connsiteY2" fmla="*/ 15002 h 12692"/>
                        <a:gd name="connsiteX3" fmla="*/ 0 w 12686"/>
                        <a:gd name="connsiteY3" fmla="*/ 15002 h 12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2686" h="12692">
                          <a:moveTo>
                            <a:pt x="0" y="0"/>
                          </a:moveTo>
                          <a:lnTo>
                            <a:pt x="15021" y="0"/>
                          </a:lnTo>
                          <a:lnTo>
                            <a:pt x="15021" y="15002"/>
                          </a:lnTo>
                          <a:lnTo>
                            <a:pt x="0" y="15002"/>
                          </a:lnTo>
                          <a:close/>
                        </a:path>
                      </a:pathLst>
                    </a:custGeom>
                    <a:solidFill>
                      <a:srgbClr val="8C866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45" name="자유형: 도형 1244">
                      <a:extLst>
                        <a:ext uri="{FF2B5EF4-FFF2-40B4-BE49-F238E27FC236}">
                          <a16:creationId xmlns:a16="http://schemas.microsoft.com/office/drawing/2014/main" id="{5D4705A3-1B40-468F-AFEB-FF28AC4360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52713" y="4211158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9153 h 25385"/>
                        <a:gd name="connsiteX1" fmla="*/ 7117 w 0"/>
                        <a:gd name="connsiteY1" fmla="*/ 22058 h 25385"/>
                        <a:gd name="connsiteX2" fmla="*/ 7117 w 0"/>
                        <a:gd name="connsiteY2" fmla="*/ 6371 h 25385"/>
                        <a:gd name="connsiteX3" fmla="*/ 0 w 0"/>
                        <a:gd name="connsiteY3" fmla="*/ 0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9153"/>
                          </a:moveTo>
                          <a:lnTo>
                            <a:pt x="7117" y="22058"/>
                          </a:lnTo>
                          <a:lnTo>
                            <a:pt x="7117" y="637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8AF82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46" name="자유형: 도형 1245">
                      <a:extLst>
                        <a:ext uri="{FF2B5EF4-FFF2-40B4-BE49-F238E27FC236}">
                          <a16:creationId xmlns:a16="http://schemas.microsoft.com/office/drawing/2014/main" id="{878CB637-2C53-47BB-BE72-C45126050D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52713" y="4211158"/>
                      <a:ext cx="25373" cy="12693"/>
                    </a:xfrm>
                    <a:custGeom>
                      <a:avLst/>
                      <a:gdLst>
                        <a:gd name="connsiteX0" fmla="*/ 22112 w 25373"/>
                        <a:gd name="connsiteY0" fmla="*/ 7095 h 0"/>
                        <a:gd name="connsiteX1" fmla="*/ 7219 w 25373"/>
                        <a:gd name="connsiteY1" fmla="*/ 7095 h 0"/>
                        <a:gd name="connsiteX2" fmla="*/ 0 w 25373"/>
                        <a:gd name="connsiteY2" fmla="*/ 0 h 0"/>
                        <a:gd name="connsiteX3" fmla="*/ 29166 w 25373"/>
                        <a:gd name="connsiteY3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22112" y="7095"/>
                          </a:moveTo>
                          <a:lnTo>
                            <a:pt x="7219" y="7095"/>
                          </a:lnTo>
                          <a:lnTo>
                            <a:pt x="0" y="0"/>
                          </a:lnTo>
                          <a:lnTo>
                            <a:pt x="29166" y="0"/>
                          </a:lnTo>
                          <a:close/>
                        </a:path>
                      </a:pathLst>
                    </a:custGeom>
                    <a:solidFill>
                      <a:srgbClr val="80795B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47" name="자유형: 도형 1246">
                      <a:extLst>
                        <a:ext uri="{FF2B5EF4-FFF2-40B4-BE49-F238E27FC236}">
                          <a16:creationId xmlns:a16="http://schemas.microsoft.com/office/drawing/2014/main" id="{A6A4F205-C0D3-4FBE-B63B-5F794D23AC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74825" y="4211158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2058 h 25385"/>
                        <a:gd name="connsiteX1" fmla="*/ 0 w 0"/>
                        <a:gd name="connsiteY1" fmla="*/ 7095 h 25385"/>
                        <a:gd name="connsiteX2" fmla="*/ 7054 w 0"/>
                        <a:gd name="connsiteY2" fmla="*/ 0 h 25385"/>
                        <a:gd name="connsiteX3" fmla="*/ 7054 w 0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2058"/>
                          </a:moveTo>
                          <a:lnTo>
                            <a:pt x="0" y="7095"/>
                          </a:lnTo>
                          <a:lnTo>
                            <a:pt x="7054" y="0"/>
                          </a:lnTo>
                          <a:lnTo>
                            <a:pt x="7054" y="29153"/>
                          </a:lnTo>
                          <a:close/>
                        </a:path>
                      </a:pathLst>
                    </a:custGeom>
                    <a:solidFill>
                      <a:srgbClr val="5E5B4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48" name="자유형: 도형 1247">
                      <a:extLst>
                        <a:ext uri="{FF2B5EF4-FFF2-40B4-BE49-F238E27FC236}">
                          <a16:creationId xmlns:a16="http://schemas.microsoft.com/office/drawing/2014/main" id="{99D901B3-6ADE-4D55-9B12-633C4A0C2F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52713" y="4233216"/>
                      <a:ext cx="25373" cy="12693"/>
                    </a:xfrm>
                    <a:custGeom>
                      <a:avLst/>
                      <a:gdLst>
                        <a:gd name="connsiteX0" fmla="*/ 0 w 25373"/>
                        <a:gd name="connsiteY0" fmla="*/ 7095 h 0"/>
                        <a:gd name="connsiteX1" fmla="*/ 7193 w 25373"/>
                        <a:gd name="connsiteY1" fmla="*/ 0 h 0"/>
                        <a:gd name="connsiteX2" fmla="*/ 22112 w 25373"/>
                        <a:gd name="connsiteY2" fmla="*/ 0 h 0"/>
                        <a:gd name="connsiteX3" fmla="*/ 29166 w 25373"/>
                        <a:gd name="connsiteY3" fmla="*/ 7095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0" y="7095"/>
                          </a:moveTo>
                          <a:lnTo>
                            <a:pt x="7193" y="0"/>
                          </a:lnTo>
                          <a:lnTo>
                            <a:pt x="22112" y="0"/>
                          </a:lnTo>
                          <a:lnTo>
                            <a:pt x="29166" y="7095"/>
                          </a:lnTo>
                          <a:close/>
                        </a:path>
                      </a:pathLst>
                    </a:custGeom>
                    <a:solidFill>
                      <a:srgbClr val="9A916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</p:grpSp>
              <p:grpSp>
                <p:nvGrpSpPr>
                  <p:cNvPr id="1249" name="그래픽 629">
                    <a:extLst>
                      <a:ext uri="{FF2B5EF4-FFF2-40B4-BE49-F238E27FC236}">
                        <a16:creationId xmlns:a16="http://schemas.microsoft.com/office/drawing/2014/main" id="{A057F0D5-7676-438C-8587-7F86F4A2B054}"/>
                      </a:ext>
                    </a:extLst>
                  </p:cNvPr>
                  <p:cNvGrpSpPr/>
                  <p:nvPr/>
                </p:nvGrpSpPr>
                <p:grpSpPr>
                  <a:xfrm>
                    <a:off x="8952713" y="3754213"/>
                    <a:ext cx="25373" cy="25386"/>
                    <a:chOff x="8952713" y="3754213"/>
                    <a:chExt cx="25373" cy="25386"/>
                  </a:xfrm>
                  <a:solidFill>
                    <a:schemeClr val="accent1"/>
                  </a:solidFill>
                </p:grpSpPr>
                <p:sp>
                  <p:nvSpPr>
                    <p:cNvPr id="1250" name="자유형: 도형 1249">
                      <a:extLst>
                        <a:ext uri="{FF2B5EF4-FFF2-40B4-BE49-F238E27FC236}">
                          <a16:creationId xmlns:a16="http://schemas.microsoft.com/office/drawing/2014/main" id="{7558D301-B19B-40CF-A195-EF7C9CAA60E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52713" y="3754213"/>
                      <a:ext cx="25373" cy="25386"/>
                    </a:xfrm>
                    <a:custGeom>
                      <a:avLst/>
                      <a:gdLst>
                        <a:gd name="connsiteX0" fmla="*/ 0 w 25373"/>
                        <a:gd name="connsiteY0" fmla="*/ 0 h 25385"/>
                        <a:gd name="connsiteX1" fmla="*/ 29166 w 25373"/>
                        <a:gd name="connsiteY1" fmla="*/ 0 h 25385"/>
                        <a:gd name="connsiteX2" fmla="*/ 29166 w 25373"/>
                        <a:gd name="connsiteY2" fmla="*/ 29153 h 25385"/>
                        <a:gd name="connsiteX3" fmla="*/ 0 w 25373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 h="25385">
                          <a:moveTo>
                            <a:pt x="0" y="0"/>
                          </a:moveTo>
                          <a:lnTo>
                            <a:pt x="29166" y="0"/>
                          </a:lnTo>
                          <a:lnTo>
                            <a:pt x="29166" y="29153"/>
                          </a:lnTo>
                          <a:lnTo>
                            <a:pt x="0" y="29153"/>
                          </a:lnTo>
                          <a:close/>
                        </a:path>
                      </a:pathLst>
                    </a:custGeom>
                    <a:solidFill>
                      <a:srgbClr val="8D8C8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51" name="자유형: 도형 1250">
                      <a:extLst>
                        <a:ext uri="{FF2B5EF4-FFF2-40B4-BE49-F238E27FC236}">
                          <a16:creationId xmlns:a16="http://schemas.microsoft.com/office/drawing/2014/main" id="{1AF330AE-51D4-4E84-811D-03CA920681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59830" y="3761282"/>
                      <a:ext cx="12687" cy="12693"/>
                    </a:xfrm>
                    <a:custGeom>
                      <a:avLst/>
                      <a:gdLst>
                        <a:gd name="connsiteX0" fmla="*/ 0 w 12686"/>
                        <a:gd name="connsiteY0" fmla="*/ 0 h 12692"/>
                        <a:gd name="connsiteX1" fmla="*/ 15021 w 12686"/>
                        <a:gd name="connsiteY1" fmla="*/ 0 h 12692"/>
                        <a:gd name="connsiteX2" fmla="*/ 15021 w 12686"/>
                        <a:gd name="connsiteY2" fmla="*/ 15002 h 12692"/>
                        <a:gd name="connsiteX3" fmla="*/ 0 w 12686"/>
                        <a:gd name="connsiteY3" fmla="*/ 15002 h 12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2686" h="12692">
                          <a:moveTo>
                            <a:pt x="0" y="0"/>
                          </a:moveTo>
                          <a:lnTo>
                            <a:pt x="15021" y="0"/>
                          </a:lnTo>
                          <a:lnTo>
                            <a:pt x="15021" y="15002"/>
                          </a:lnTo>
                          <a:lnTo>
                            <a:pt x="0" y="15002"/>
                          </a:lnTo>
                          <a:close/>
                        </a:path>
                      </a:pathLst>
                    </a:custGeom>
                    <a:solidFill>
                      <a:srgbClr val="8C866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52" name="자유형: 도형 1251">
                      <a:extLst>
                        <a:ext uri="{FF2B5EF4-FFF2-40B4-BE49-F238E27FC236}">
                          <a16:creationId xmlns:a16="http://schemas.microsoft.com/office/drawing/2014/main" id="{F37B3817-CCDF-4DEA-89C5-990A9B32CA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52713" y="3754213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9153 h 25385"/>
                        <a:gd name="connsiteX1" fmla="*/ 7117 w 0"/>
                        <a:gd name="connsiteY1" fmla="*/ 22058 h 25385"/>
                        <a:gd name="connsiteX2" fmla="*/ 7117 w 0"/>
                        <a:gd name="connsiteY2" fmla="*/ 6371 h 25385"/>
                        <a:gd name="connsiteX3" fmla="*/ 0 w 0"/>
                        <a:gd name="connsiteY3" fmla="*/ 0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9153"/>
                          </a:moveTo>
                          <a:lnTo>
                            <a:pt x="7117" y="22058"/>
                          </a:lnTo>
                          <a:lnTo>
                            <a:pt x="7117" y="637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8AF82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53" name="자유형: 도형 1252">
                      <a:extLst>
                        <a:ext uri="{FF2B5EF4-FFF2-40B4-BE49-F238E27FC236}">
                          <a16:creationId xmlns:a16="http://schemas.microsoft.com/office/drawing/2014/main" id="{24AFF348-93DD-4112-91CD-D2FD32006A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52713" y="3754213"/>
                      <a:ext cx="25373" cy="12693"/>
                    </a:xfrm>
                    <a:custGeom>
                      <a:avLst/>
                      <a:gdLst>
                        <a:gd name="connsiteX0" fmla="*/ 22112 w 25373"/>
                        <a:gd name="connsiteY0" fmla="*/ 7095 h 0"/>
                        <a:gd name="connsiteX1" fmla="*/ 7219 w 25373"/>
                        <a:gd name="connsiteY1" fmla="*/ 7095 h 0"/>
                        <a:gd name="connsiteX2" fmla="*/ 0 w 25373"/>
                        <a:gd name="connsiteY2" fmla="*/ 0 h 0"/>
                        <a:gd name="connsiteX3" fmla="*/ 29166 w 25373"/>
                        <a:gd name="connsiteY3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22112" y="7095"/>
                          </a:moveTo>
                          <a:lnTo>
                            <a:pt x="7219" y="7095"/>
                          </a:lnTo>
                          <a:lnTo>
                            <a:pt x="0" y="0"/>
                          </a:lnTo>
                          <a:lnTo>
                            <a:pt x="29166" y="0"/>
                          </a:lnTo>
                          <a:close/>
                        </a:path>
                      </a:pathLst>
                    </a:custGeom>
                    <a:solidFill>
                      <a:srgbClr val="80795B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54" name="자유형: 도형 1253">
                      <a:extLst>
                        <a:ext uri="{FF2B5EF4-FFF2-40B4-BE49-F238E27FC236}">
                          <a16:creationId xmlns:a16="http://schemas.microsoft.com/office/drawing/2014/main" id="{2178A326-2220-4B52-80E6-44DB2F1B5F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74825" y="3754213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2058 h 25385"/>
                        <a:gd name="connsiteX1" fmla="*/ 0 w 0"/>
                        <a:gd name="connsiteY1" fmla="*/ 7095 h 25385"/>
                        <a:gd name="connsiteX2" fmla="*/ 7054 w 0"/>
                        <a:gd name="connsiteY2" fmla="*/ 0 h 25385"/>
                        <a:gd name="connsiteX3" fmla="*/ 7054 w 0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2058"/>
                          </a:moveTo>
                          <a:lnTo>
                            <a:pt x="0" y="7095"/>
                          </a:lnTo>
                          <a:lnTo>
                            <a:pt x="7054" y="0"/>
                          </a:lnTo>
                          <a:lnTo>
                            <a:pt x="7054" y="29153"/>
                          </a:lnTo>
                          <a:close/>
                        </a:path>
                      </a:pathLst>
                    </a:custGeom>
                    <a:solidFill>
                      <a:srgbClr val="5E5B4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55" name="자유형: 도형 1254">
                      <a:extLst>
                        <a:ext uri="{FF2B5EF4-FFF2-40B4-BE49-F238E27FC236}">
                          <a16:creationId xmlns:a16="http://schemas.microsoft.com/office/drawing/2014/main" id="{BE3A7126-F330-4510-BDE3-8F08806A90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52713" y="3776271"/>
                      <a:ext cx="25373" cy="12693"/>
                    </a:xfrm>
                    <a:custGeom>
                      <a:avLst/>
                      <a:gdLst>
                        <a:gd name="connsiteX0" fmla="*/ 0 w 25373"/>
                        <a:gd name="connsiteY0" fmla="*/ 7095 h 0"/>
                        <a:gd name="connsiteX1" fmla="*/ 7193 w 25373"/>
                        <a:gd name="connsiteY1" fmla="*/ 0 h 0"/>
                        <a:gd name="connsiteX2" fmla="*/ 22112 w 25373"/>
                        <a:gd name="connsiteY2" fmla="*/ 0 h 0"/>
                        <a:gd name="connsiteX3" fmla="*/ 29166 w 25373"/>
                        <a:gd name="connsiteY3" fmla="*/ 7095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0" y="7095"/>
                          </a:moveTo>
                          <a:lnTo>
                            <a:pt x="7193" y="0"/>
                          </a:lnTo>
                          <a:lnTo>
                            <a:pt x="22112" y="0"/>
                          </a:lnTo>
                          <a:lnTo>
                            <a:pt x="29166" y="7095"/>
                          </a:lnTo>
                          <a:close/>
                        </a:path>
                      </a:pathLst>
                    </a:custGeom>
                    <a:solidFill>
                      <a:srgbClr val="9A916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</p:grpSp>
              <p:grpSp>
                <p:nvGrpSpPr>
                  <p:cNvPr id="1256" name="그래픽 629">
                    <a:extLst>
                      <a:ext uri="{FF2B5EF4-FFF2-40B4-BE49-F238E27FC236}">
                        <a16:creationId xmlns:a16="http://schemas.microsoft.com/office/drawing/2014/main" id="{A057F0D5-7676-438C-8587-7F86F4A2B054}"/>
                      </a:ext>
                    </a:extLst>
                  </p:cNvPr>
                  <p:cNvGrpSpPr/>
                  <p:nvPr/>
                </p:nvGrpSpPr>
                <p:grpSpPr>
                  <a:xfrm>
                    <a:off x="9044052" y="4211158"/>
                    <a:ext cx="25373" cy="25386"/>
                    <a:chOff x="9044052" y="4211158"/>
                    <a:chExt cx="25373" cy="25386"/>
                  </a:xfrm>
                  <a:solidFill>
                    <a:schemeClr val="accent1"/>
                  </a:solidFill>
                </p:grpSpPr>
                <p:sp>
                  <p:nvSpPr>
                    <p:cNvPr id="1257" name="자유형: 도형 1256">
                      <a:extLst>
                        <a:ext uri="{FF2B5EF4-FFF2-40B4-BE49-F238E27FC236}">
                          <a16:creationId xmlns:a16="http://schemas.microsoft.com/office/drawing/2014/main" id="{6BB485EB-042B-4A2E-ADB7-FFBAF02474D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44052" y="4211158"/>
                      <a:ext cx="25373" cy="25386"/>
                    </a:xfrm>
                    <a:custGeom>
                      <a:avLst/>
                      <a:gdLst>
                        <a:gd name="connsiteX0" fmla="*/ 0 w 25373"/>
                        <a:gd name="connsiteY0" fmla="*/ 0 h 25385"/>
                        <a:gd name="connsiteX1" fmla="*/ 29166 w 25373"/>
                        <a:gd name="connsiteY1" fmla="*/ 0 h 25385"/>
                        <a:gd name="connsiteX2" fmla="*/ 29166 w 25373"/>
                        <a:gd name="connsiteY2" fmla="*/ 29153 h 25385"/>
                        <a:gd name="connsiteX3" fmla="*/ 0 w 25373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 h="25385">
                          <a:moveTo>
                            <a:pt x="0" y="0"/>
                          </a:moveTo>
                          <a:lnTo>
                            <a:pt x="29166" y="0"/>
                          </a:lnTo>
                          <a:lnTo>
                            <a:pt x="29166" y="29153"/>
                          </a:lnTo>
                          <a:lnTo>
                            <a:pt x="0" y="29153"/>
                          </a:lnTo>
                          <a:close/>
                        </a:path>
                      </a:pathLst>
                    </a:custGeom>
                    <a:solidFill>
                      <a:srgbClr val="8D8C8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58" name="자유형: 도형 1257">
                      <a:extLst>
                        <a:ext uri="{FF2B5EF4-FFF2-40B4-BE49-F238E27FC236}">
                          <a16:creationId xmlns:a16="http://schemas.microsoft.com/office/drawing/2014/main" id="{CFD457DB-120E-427E-AF2D-20B05950D01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51169" y="4218227"/>
                      <a:ext cx="12687" cy="12693"/>
                    </a:xfrm>
                    <a:custGeom>
                      <a:avLst/>
                      <a:gdLst>
                        <a:gd name="connsiteX0" fmla="*/ 0 w 12686"/>
                        <a:gd name="connsiteY0" fmla="*/ 0 h 12692"/>
                        <a:gd name="connsiteX1" fmla="*/ 15021 w 12686"/>
                        <a:gd name="connsiteY1" fmla="*/ 0 h 12692"/>
                        <a:gd name="connsiteX2" fmla="*/ 15021 w 12686"/>
                        <a:gd name="connsiteY2" fmla="*/ 15002 h 12692"/>
                        <a:gd name="connsiteX3" fmla="*/ 0 w 12686"/>
                        <a:gd name="connsiteY3" fmla="*/ 15002 h 12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2686" h="12692">
                          <a:moveTo>
                            <a:pt x="0" y="0"/>
                          </a:moveTo>
                          <a:lnTo>
                            <a:pt x="15021" y="0"/>
                          </a:lnTo>
                          <a:lnTo>
                            <a:pt x="15021" y="15002"/>
                          </a:lnTo>
                          <a:lnTo>
                            <a:pt x="0" y="15002"/>
                          </a:lnTo>
                          <a:close/>
                        </a:path>
                      </a:pathLst>
                    </a:custGeom>
                    <a:solidFill>
                      <a:srgbClr val="8C866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59" name="자유형: 도형 1258">
                      <a:extLst>
                        <a:ext uri="{FF2B5EF4-FFF2-40B4-BE49-F238E27FC236}">
                          <a16:creationId xmlns:a16="http://schemas.microsoft.com/office/drawing/2014/main" id="{0DF0376B-685C-4CB4-8EBA-70FD1D0717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44052" y="4211158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9153 h 25385"/>
                        <a:gd name="connsiteX1" fmla="*/ 7117 w 0"/>
                        <a:gd name="connsiteY1" fmla="*/ 22058 h 25385"/>
                        <a:gd name="connsiteX2" fmla="*/ 7117 w 0"/>
                        <a:gd name="connsiteY2" fmla="*/ 6371 h 25385"/>
                        <a:gd name="connsiteX3" fmla="*/ 0 w 0"/>
                        <a:gd name="connsiteY3" fmla="*/ 0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9153"/>
                          </a:moveTo>
                          <a:lnTo>
                            <a:pt x="7117" y="22058"/>
                          </a:lnTo>
                          <a:lnTo>
                            <a:pt x="7117" y="637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8AF82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60" name="자유형: 도형 1259">
                      <a:extLst>
                        <a:ext uri="{FF2B5EF4-FFF2-40B4-BE49-F238E27FC236}">
                          <a16:creationId xmlns:a16="http://schemas.microsoft.com/office/drawing/2014/main" id="{E776517B-021D-4616-AE66-97E7827B3A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44052" y="4211158"/>
                      <a:ext cx="25373" cy="12693"/>
                    </a:xfrm>
                    <a:custGeom>
                      <a:avLst/>
                      <a:gdLst>
                        <a:gd name="connsiteX0" fmla="*/ 22112 w 25373"/>
                        <a:gd name="connsiteY0" fmla="*/ 7095 h 0"/>
                        <a:gd name="connsiteX1" fmla="*/ 7219 w 25373"/>
                        <a:gd name="connsiteY1" fmla="*/ 7095 h 0"/>
                        <a:gd name="connsiteX2" fmla="*/ 0 w 25373"/>
                        <a:gd name="connsiteY2" fmla="*/ 0 h 0"/>
                        <a:gd name="connsiteX3" fmla="*/ 29166 w 25373"/>
                        <a:gd name="connsiteY3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22112" y="7095"/>
                          </a:moveTo>
                          <a:lnTo>
                            <a:pt x="7219" y="7095"/>
                          </a:lnTo>
                          <a:lnTo>
                            <a:pt x="0" y="0"/>
                          </a:lnTo>
                          <a:lnTo>
                            <a:pt x="29166" y="0"/>
                          </a:lnTo>
                          <a:close/>
                        </a:path>
                      </a:pathLst>
                    </a:custGeom>
                    <a:solidFill>
                      <a:srgbClr val="80795B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61" name="자유형: 도형 1260">
                      <a:extLst>
                        <a:ext uri="{FF2B5EF4-FFF2-40B4-BE49-F238E27FC236}">
                          <a16:creationId xmlns:a16="http://schemas.microsoft.com/office/drawing/2014/main" id="{D41BAD67-69B1-4AC9-9A19-04D4555DAC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66165" y="4211158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2058 h 25385"/>
                        <a:gd name="connsiteX1" fmla="*/ 0 w 0"/>
                        <a:gd name="connsiteY1" fmla="*/ 7095 h 25385"/>
                        <a:gd name="connsiteX2" fmla="*/ 7054 w 0"/>
                        <a:gd name="connsiteY2" fmla="*/ 0 h 25385"/>
                        <a:gd name="connsiteX3" fmla="*/ 7054 w 0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2058"/>
                          </a:moveTo>
                          <a:lnTo>
                            <a:pt x="0" y="7095"/>
                          </a:lnTo>
                          <a:lnTo>
                            <a:pt x="7054" y="0"/>
                          </a:lnTo>
                          <a:lnTo>
                            <a:pt x="7054" y="29153"/>
                          </a:lnTo>
                          <a:close/>
                        </a:path>
                      </a:pathLst>
                    </a:custGeom>
                    <a:solidFill>
                      <a:srgbClr val="5E5B4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62" name="자유형: 도형 1261">
                      <a:extLst>
                        <a:ext uri="{FF2B5EF4-FFF2-40B4-BE49-F238E27FC236}">
                          <a16:creationId xmlns:a16="http://schemas.microsoft.com/office/drawing/2014/main" id="{6854D146-7B4E-4895-82D1-AB1E2EB933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44052" y="4233216"/>
                      <a:ext cx="25373" cy="12693"/>
                    </a:xfrm>
                    <a:custGeom>
                      <a:avLst/>
                      <a:gdLst>
                        <a:gd name="connsiteX0" fmla="*/ 0 w 25373"/>
                        <a:gd name="connsiteY0" fmla="*/ 7095 h 0"/>
                        <a:gd name="connsiteX1" fmla="*/ 7193 w 25373"/>
                        <a:gd name="connsiteY1" fmla="*/ 0 h 0"/>
                        <a:gd name="connsiteX2" fmla="*/ 22112 w 25373"/>
                        <a:gd name="connsiteY2" fmla="*/ 0 h 0"/>
                        <a:gd name="connsiteX3" fmla="*/ 29166 w 25373"/>
                        <a:gd name="connsiteY3" fmla="*/ 7095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0" y="7095"/>
                          </a:moveTo>
                          <a:lnTo>
                            <a:pt x="7193" y="0"/>
                          </a:lnTo>
                          <a:lnTo>
                            <a:pt x="22112" y="0"/>
                          </a:lnTo>
                          <a:lnTo>
                            <a:pt x="29166" y="7095"/>
                          </a:lnTo>
                          <a:close/>
                        </a:path>
                      </a:pathLst>
                    </a:custGeom>
                    <a:solidFill>
                      <a:srgbClr val="9A916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</p:grpSp>
              <p:grpSp>
                <p:nvGrpSpPr>
                  <p:cNvPr id="1263" name="그래픽 629">
                    <a:extLst>
                      <a:ext uri="{FF2B5EF4-FFF2-40B4-BE49-F238E27FC236}">
                        <a16:creationId xmlns:a16="http://schemas.microsoft.com/office/drawing/2014/main" id="{A057F0D5-7676-438C-8587-7F86F4A2B054}"/>
                      </a:ext>
                    </a:extLst>
                  </p:cNvPr>
                  <p:cNvGrpSpPr/>
                  <p:nvPr/>
                </p:nvGrpSpPr>
                <p:grpSpPr>
                  <a:xfrm>
                    <a:off x="9044052" y="3754213"/>
                    <a:ext cx="25373" cy="25386"/>
                    <a:chOff x="9044052" y="3754213"/>
                    <a:chExt cx="25373" cy="25386"/>
                  </a:xfrm>
                  <a:solidFill>
                    <a:schemeClr val="accent1"/>
                  </a:solidFill>
                </p:grpSpPr>
                <p:sp>
                  <p:nvSpPr>
                    <p:cNvPr id="1264" name="자유형: 도형 1263">
                      <a:extLst>
                        <a:ext uri="{FF2B5EF4-FFF2-40B4-BE49-F238E27FC236}">
                          <a16:creationId xmlns:a16="http://schemas.microsoft.com/office/drawing/2014/main" id="{1229338B-0E80-47A1-A161-402746B303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44052" y="3754213"/>
                      <a:ext cx="25373" cy="25386"/>
                    </a:xfrm>
                    <a:custGeom>
                      <a:avLst/>
                      <a:gdLst>
                        <a:gd name="connsiteX0" fmla="*/ 0 w 25373"/>
                        <a:gd name="connsiteY0" fmla="*/ 0 h 25385"/>
                        <a:gd name="connsiteX1" fmla="*/ 29166 w 25373"/>
                        <a:gd name="connsiteY1" fmla="*/ 0 h 25385"/>
                        <a:gd name="connsiteX2" fmla="*/ 29166 w 25373"/>
                        <a:gd name="connsiteY2" fmla="*/ 29153 h 25385"/>
                        <a:gd name="connsiteX3" fmla="*/ 0 w 25373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 h="25385">
                          <a:moveTo>
                            <a:pt x="0" y="0"/>
                          </a:moveTo>
                          <a:lnTo>
                            <a:pt x="29166" y="0"/>
                          </a:lnTo>
                          <a:lnTo>
                            <a:pt x="29166" y="29153"/>
                          </a:lnTo>
                          <a:lnTo>
                            <a:pt x="0" y="29153"/>
                          </a:lnTo>
                          <a:close/>
                        </a:path>
                      </a:pathLst>
                    </a:custGeom>
                    <a:solidFill>
                      <a:srgbClr val="8D8C8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65" name="자유형: 도형 1264">
                      <a:extLst>
                        <a:ext uri="{FF2B5EF4-FFF2-40B4-BE49-F238E27FC236}">
                          <a16:creationId xmlns:a16="http://schemas.microsoft.com/office/drawing/2014/main" id="{C6D845CE-817D-4B73-8215-97C9B48463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51169" y="3761282"/>
                      <a:ext cx="12687" cy="12693"/>
                    </a:xfrm>
                    <a:custGeom>
                      <a:avLst/>
                      <a:gdLst>
                        <a:gd name="connsiteX0" fmla="*/ 0 w 12686"/>
                        <a:gd name="connsiteY0" fmla="*/ 0 h 12692"/>
                        <a:gd name="connsiteX1" fmla="*/ 15021 w 12686"/>
                        <a:gd name="connsiteY1" fmla="*/ 0 h 12692"/>
                        <a:gd name="connsiteX2" fmla="*/ 15021 w 12686"/>
                        <a:gd name="connsiteY2" fmla="*/ 15002 h 12692"/>
                        <a:gd name="connsiteX3" fmla="*/ 0 w 12686"/>
                        <a:gd name="connsiteY3" fmla="*/ 15002 h 12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2686" h="12692">
                          <a:moveTo>
                            <a:pt x="0" y="0"/>
                          </a:moveTo>
                          <a:lnTo>
                            <a:pt x="15021" y="0"/>
                          </a:lnTo>
                          <a:lnTo>
                            <a:pt x="15021" y="15002"/>
                          </a:lnTo>
                          <a:lnTo>
                            <a:pt x="0" y="15002"/>
                          </a:lnTo>
                          <a:close/>
                        </a:path>
                      </a:pathLst>
                    </a:custGeom>
                    <a:solidFill>
                      <a:srgbClr val="8C866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66" name="자유형: 도형 1265">
                      <a:extLst>
                        <a:ext uri="{FF2B5EF4-FFF2-40B4-BE49-F238E27FC236}">
                          <a16:creationId xmlns:a16="http://schemas.microsoft.com/office/drawing/2014/main" id="{EE2F7048-5702-4EF1-B34D-D7AC04D8CA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44052" y="3754213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9153 h 25385"/>
                        <a:gd name="connsiteX1" fmla="*/ 7117 w 0"/>
                        <a:gd name="connsiteY1" fmla="*/ 22058 h 25385"/>
                        <a:gd name="connsiteX2" fmla="*/ 7117 w 0"/>
                        <a:gd name="connsiteY2" fmla="*/ 6371 h 25385"/>
                        <a:gd name="connsiteX3" fmla="*/ 0 w 0"/>
                        <a:gd name="connsiteY3" fmla="*/ 0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9153"/>
                          </a:moveTo>
                          <a:lnTo>
                            <a:pt x="7117" y="22058"/>
                          </a:lnTo>
                          <a:lnTo>
                            <a:pt x="7117" y="637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8AF82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67" name="자유형: 도형 1266">
                      <a:extLst>
                        <a:ext uri="{FF2B5EF4-FFF2-40B4-BE49-F238E27FC236}">
                          <a16:creationId xmlns:a16="http://schemas.microsoft.com/office/drawing/2014/main" id="{813AEE17-DA1A-405A-801A-9EBB7DC9746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44052" y="3754213"/>
                      <a:ext cx="25373" cy="12693"/>
                    </a:xfrm>
                    <a:custGeom>
                      <a:avLst/>
                      <a:gdLst>
                        <a:gd name="connsiteX0" fmla="*/ 22112 w 25373"/>
                        <a:gd name="connsiteY0" fmla="*/ 7095 h 0"/>
                        <a:gd name="connsiteX1" fmla="*/ 7219 w 25373"/>
                        <a:gd name="connsiteY1" fmla="*/ 7095 h 0"/>
                        <a:gd name="connsiteX2" fmla="*/ 0 w 25373"/>
                        <a:gd name="connsiteY2" fmla="*/ 0 h 0"/>
                        <a:gd name="connsiteX3" fmla="*/ 29166 w 25373"/>
                        <a:gd name="connsiteY3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22112" y="7095"/>
                          </a:moveTo>
                          <a:lnTo>
                            <a:pt x="7219" y="7095"/>
                          </a:lnTo>
                          <a:lnTo>
                            <a:pt x="0" y="0"/>
                          </a:lnTo>
                          <a:lnTo>
                            <a:pt x="29166" y="0"/>
                          </a:lnTo>
                          <a:close/>
                        </a:path>
                      </a:pathLst>
                    </a:custGeom>
                    <a:solidFill>
                      <a:srgbClr val="80795B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68" name="자유형: 도형 1267">
                      <a:extLst>
                        <a:ext uri="{FF2B5EF4-FFF2-40B4-BE49-F238E27FC236}">
                          <a16:creationId xmlns:a16="http://schemas.microsoft.com/office/drawing/2014/main" id="{70F23F8B-0184-4F05-8164-B8F2C1AFA2A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66165" y="3754213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2058 h 25385"/>
                        <a:gd name="connsiteX1" fmla="*/ 0 w 0"/>
                        <a:gd name="connsiteY1" fmla="*/ 7095 h 25385"/>
                        <a:gd name="connsiteX2" fmla="*/ 7054 w 0"/>
                        <a:gd name="connsiteY2" fmla="*/ 0 h 25385"/>
                        <a:gd name="connsiteX3" fmla="*/ 7054 w 0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2058"/>
                          </a:moveTo>
                          <a:lnTo>
                            <a:pt x="0" y="7095"/>
                          </a:lnTo>
                          <a:lnTo>
                            <a:pt x="7054" y="0"/>
                          </a:lnTo>
                          <a:lnTo>
                            <a:pt x="7054" y="29153"/>
                          </a:lnTo>
                          <a:close/>
                        </a:path>
                      </a:pathLst>
                    </a:custGeom>
                    <a:solidFill>
                      <a:srgbClr val="5E5B4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69" name="자유형: 도형 1268">
                      <a:extLst>
                        <a:ext uri="{FF2B5EF4-FFF2-40B4-BE49-F238E27FC236}">
                          <a16:creationId xmlns:a16="http://schemas.microsoft.com/office/drawing/2014/main" id="{1ED98D5C-E384-4209-A130-41BD5AE95B2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44052" y="3776271"/>
                      <a:ext cx="25373" cy="12693"/>
                    </a:xfrm>
                    <a:custGeom>
                      <a:avLst/>
                      <a:gdLst>
                        <a:gd name="connsiteX0" fmla="*/ 0 w 25373"/>
                        <a:gd name="connsiteY0" fmla="*/ 7095 h 0"/>
                        <a:gd name="connsiteX1" fmla="*/ 7193 w 25373"/>
                        <a:gd name="connsiteY1" fmla="*/ 0 h 0"/>
                        <a:gd name="connsiteX2" fmla="*/ 22112 w 25373"/>
                        <a:gd name="connsiteY2" fmla="*/ 0 h 0"/>
                        <a:gd name="connsiteX3" fmla="*/ 29166 w 25373"/>
                        <a:gd name="connsiteY3" fmla="*/ 7095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0" y="7095"/>
                          </a:moveTo>
                          <a:lnTo>
                            <a:pt x="7193" y="0"/>
                          </a:lnTo>
                          <a:lnTo>
                            <a:pt x="22112" y="0"/>
                          </a:lnTo>
                          <a:lnTo>
                            <a:pt x="29166" y="7095"/>
                          </a:lnTo>
                          <a:close/>
                        </a:path>
                      </a:pathLst>
                    </a:custGeom>
                    <a:solidFill>
                      <a:srgbClr val="9A916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</p:grpSp>
              <p:grpSp>
                <p:nvGrpSpPr>
                  <p:cNvPr id="1270" name="그래픽 629">
                    <a:extLst>
                      <a:ext uri="{FF2B5EF4-FFF2-40B4-BE49-F238E27FC236}">
                        <a16:creationId xmlns:a16="http://schemas.microsoft.com/office/drawing/2014/main" id="{A057F0D5-7676-438C-8587-7F86F4A2B054}"/>
                      </a:ext>
                    </a:extLst>
                  </p:cNvPr>
                  <p:cNvGrpSpPr/>
                  <p:nvPr/>
                </p:nvGrpSpPr>
                <p:grpSpPr>
                  <a:xfrm>
                    <a:off x="9135396" y="4211158"/>
                    <a:ext cx="25373" cy="25386"/>
                    <a:chOff x="9135396" y="4211158"/>
                    <a:chExt cx="25373" cy="25386"/>
                  </a:xfrm>
                  <a:solidFill>
                    <a:schemeClr val="accent1"/>
                  </a:solidFill>
                </p:grpSpPr>
                <p:sp>
                  <p:nvSpPr>
                    <p:cNvPr id="1271" name="자유형: 도형 1270">
                      <a:extLst>
                        <a:ext uri="{FF2B5EF4-FFF2-40B4-BE49-F238E27FC236}">
                          <a16:creationId xmlns:a16="http://schemas.microsoft.com/office/drawing/2014/main" id="{694DF3F0-00B9-4E2E-910B-EAA33EEC07F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35396" y="4211158"/>
                      <a:ext cx="25373" cy="25386"/>
                    </a:xfrm>
                    <a:custGeom>
                      <a:avLst/>
                      <a:gdLst>
                        <a:gd name="connsiteX0" fmla="*/ 0 w 25373"/>
                        <a:gd name="connsiteY0" fmla="*/ 0 h 25385"/>
                        <a:gd name="connsiteX1" fmla="*/ 29166 w 25373"/>
                        <a:gd name="connsiteY1" fmla="*/ 0 h 25385"/>
                        <a:gd name="connsiteX2" fmla="*/ 29166 w 25373"/>
                        <a:gd name="connsiteY2" fmla="*/ 29153 h 25385"/>
                        <a:gd name="connsiteX3" fmla="*/ 0 w 25373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 h="25385">
                          <a:moveTo>
                            <a:pt x="0" y="0"/>
                          </a:moveTo>
                          <a:lnTo>
                            <a:pt x="29166" y="0"/>
                          </a:lnTo>
                          <a:lnTo>
                            <a:pt x="29166" y="29153"/>
                          </a:lnTo>
                          <a:lnTo>
                            <a:pt x="0" y="29153"/>
                          </a:lnTo>
                          <a:close/>
                        </a:path>
                      </a:pathLst>
                    </a:custGeom>
                    <a:solidFill>
                      <a:srgbClr val="8D8C8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72" name="자유형: 도형 1271">
                      <a:extLst>
                        <a:ext uri="{FF2B5EF4-FFF2-40B4-BE49-F238E27FC236}">
                          <a16:creationId xmlns:a16="http://schemas.microsoft.com/office/drawing/2014/main" id="{D2ABFC56-0FA6-4DEA-B8E0-B7EDBC2FE49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42513" y="4218227"/>
                      <a:ext cx="12687" cy="12693"/>
                    </a:xfrm>
                    <a:custGeom>
                      <a:avLst/>
                      <a:gdLst>
                        <a:gd name="connsiteX0" fmla="*/ 0 w 12686"/>
                        <a:gd name="connsiteY0" fmla="*/ 0 h 12692"/>
                        <a:gd name="connsiteX1" fmla="*/ 15021 w 12686"/>
                        <a:gd name="connsiteY1" fmla="*/ 0 h 12692"/>
                        <a:gd name="connsiteX2" fmla="*/ 15021 w 12686"/>
                        <a:gd name="connsiteY2" fmla="*/ 15002 h 12692"/>
                        <a:gd name="connsiteX3" fmla="*/ 0 w 12686"/>
                        <a:gd name="connsiteY3" fmla="*/ 15002 h 12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2686" h="12692">
                          <a:moveTo>
                            <a:pt x="0" y="0"/>
                          </a:moveTo>
                          <a:lnTo>
                            <a:pt x="15021" y="0"/>
                          </a:lnTo>
                          <a:lnTo>
                            <a:pt x="15021" y="15002"/>
                          </a:lnTo>
                          <a:lnTo>
                            <a:pt x="0" y="15002"/>
                          </a:lnTo>
                          <a:close/>
                        </a:path>
                      </a:pathLst>
                    </a:custGeom>
                    <a:solidFill>
                      <a:srgbClr val="8C866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73" name="자유형: 도형 1272">
                      <a:extLst>
                        <a:ext uri="{FF2B5EF4-FFF2-40B4-BE49-F238E27FC236}">
                          <a16:creationId xmlns:a16="http://schemas.microsoft.com/office/drawing/2014/main" id="{C43D43D4-01CB-4020-842B-11F0B3B7E20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35396" y="4211158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9153 h 25385"/>
                        <a:gd name="connsiteX1" fmla="*/ 7117 w 0"/>
                        <a:gd name="connsiteY1" fmla="*/ 22058 h 25385"/>
                        <a:gd name="connsiteX2" fmla="*/ 7117 w 0"/>
                        <a:gd name="connsiteY2" fmla="*/ 6371 h 25385"/>
                        <a:gd name="connsiteX3" fmla="*/ 0 w 0"/>
                        <a:gd name="connsiteY3" fmla="*/ 0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9153"/>
                          </a:moveTo>
                          <a:lnTo>
                            <a:pt x="7117" y="22058"/>
                          </a:lnTo>
                          <a:lnTo>
                            <a:pt x="7117" y="637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8AF82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74" name="자유형: 도형 1273">
                      <a:extLst>
                        <a:ext uri="{FF2B5EF4-FFF2-40B4-BE49-F238E27FC236}">
                          <a16:creationId xmlns:a16="http://schemas.microsoft.com/office/drawing/2014/main" id="{DAEB06F4-5A95-4901-9047-D7FA643721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35396" y="4211158"/>
                      <a:ext cx="25373" cy="12693"/>
                    </a:xfrm>
                    <a:custGeom>
                      <a:avLst/>
                      <a:gdLst>
                        <a:gd name="connsiteX0" fmla="*/ 22112 w 25373"/>
                        <a:gd name="connsiteY0" fmla="*/ 7095 h 0"/>
                        <a:gd name="connsiteX1" fmla="*/ 7219 w 25373"/>
                        <a:gd name="connsiteY1" fmla="*/ 7095 h 0"/>
                        <a:gd name="connsiteX2" fmla="*/ 0 w 25373"/>
                        <a:gd name="connsiteY2" fmla="*/ 0 h 0"/>
                        <a:gd name="connsiteX3" fmla="*/ 29166 w 25373"/>
                        <a:gd name="connsiteY3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22112" y="7095"/>
                          </a:moveTo>
                          <a:lnTo>
                            <a:pt x="7219" y="7095"/>
                          </a:lnTo>
                          <a:lnTo>
                            <a:pt x="0" y="0"/>
                          </a:lnTo>
                          <a:lnTo>
                            <a:pt x="29166" y="0"/>
                          </a:lnTo>
                          <a:close/>
                        </a:path>
                      </a:pathLst>
                    </a:custGeom>
                    <a:solidFill>
                      <a:srgbClr val="80795B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75" name="자유형: 도형 1274">
                      <a:extLst>
                        <a:ext uri="{FF2B5EF4-FFF2-40B4-BE49-F238E27FC236}">
                          <a16:creationId xmlns:a16="http://schemas.microsoft.com/office/drawing/2014/main" id="{F58B1A17-6676-4DAF-B659-5A6509A8841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57508" y="4211158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2058 h 25385"/>
                        <a:gd name="connsiteX1" fmla="*/ 0 w 0"/>
                        <a:gd name="connsiteY1" fmla="*/ 7095 h 25385"/>
                        <a:gd name="connsiteX2" fmla="*/ 7054 w 0"/>
                        <a:gd name="connsiteY2" fmla="*/ 0 h 25385"/>
                        <a:gd name="connsiteX3" fmla="*/ 7054 w 0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2058"/>
                          </a:moveTo>
                          <a:lnTo>
                            <a:pt x="0" y="7095"/>
                          </a:lnTo>
                          <a:lnTo>
                            <a:pt x="7054" y="0"/>
                          </a:lnTo>
                          <a:lnTo>
                            <a:pt x="7054" y="29153"/>
                          </a:lnTo>
                          <a:close/>
                        </a:path>
                      </a:pathLst>
                    </a:custGeom>
                    <a:solidFill>
                      <a:srgbClr val="5E5B4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76" name="자유형: 도형 1275">
                      <a:extLst>
                        <a:ext uri="{FF2B5EF4-FFF2-40B4-BE49-F238E27FC236}">
                          <a16:creationId xmlns:a16="http://schemas.microsoft.com/office/drawing/2014/main" id="{A5CBB77C-DEF2-47E4-B035-3946C7FC16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35396" y="4233216"/>
                      <a:ext cx="25373" cy="12693"/>
                    </a:xfrm>
                    <a:custGeom>
                      <a:avLst/>
                      <a:gdLst>
                        <a:gd name="connsiteX0" fmla="*/ 0 w 25373"/>
                        <a:gd name="connsiteY0" fmla="*/ 7095 h 0"/>
                        <a:gd name="connsiteX1" fmla="*/ 7193 w 25373"/>
                        <a:gd name="connsiteY1" fmla="*/ 0 h 0"/>
                        <a:gd name="connsiteX2" fmla="*/ 22112 w 25373"/>
                        <a:gd name="connsiteY2" fmla="*/ 0 h 0"/>
                        <a:gd name="connsiteX3" fmla="*/ 29166 w 25373"/>
                        <a:gd name="connsiteY3" fmla="*/ 7095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0" y="7095"/>
                          </a:moveTo>
                          <a:lnTo>
                            <a:pt x="7193" y="0"/>
                          </a:lnTo>
                          <a:lnTo>
                            <a:pt x="22112" y="0"/>
                          </a:lnTo>
                          <a:lnTo>
                            <a:pt x="29166" y="7095"/>
                          </a:lnTo>
                          <a:close/>
                        </a:path>
                      </a:pathLst>
                    </a:custGeom>
                    <a:solidFill>
                      <a:srgbClr val="9A916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</p:grpSp>
              <p:grpSp>
                <p:nvGrpSpPr>
                  <p:cNvPr id="1277" name="그래픽 629">
                    <a:extLst>
                      <a:ext uri="{FF2B5EF4-FFF2-40B4-BE49-F238E27FC236}">
                        <a16:creationId xmlns:a16="http://schemas.microsoft.com/office/drawing/2014/main" id="{A057F0D5-7676-438C-8587-7F86F4A2B054}"/>
                      </a:ext>
                    </a:extLst>
                  </p:cNvPr>
                  <p:cNvGrpSpPr/>
                  <p:nvPr/>
                </p:nvGrpSpPr>
                <p:grpSpPr>
                  <a:xfrm>
                    <a:off x="9135396" y="3754213"/>
                    <a:ext cx="25373" cy="25386"/>
                    <a:chOff x="9135396" y="3754213"/>
                    <a:chExt cx="25373" cy="25386"/>
                  </a:xfrm>
                  <a:solidFill>
                    <a:schemeClr val="accent1"/>
                  </a:solidFill>
                </p:grpSpPr>
                <p:sp>
                  <p:nvSpPr>
                    <p:cNvPr id="1278" name="자유형: 도형 1277">
                      <a:extLst>
                        <a:ext uri="{FF2B5EF4-FFF2-40B4-BE49-F238E27FC236}">
                          <a16:creationId xmlns:a16="http://schemas.microsoft.com/office/drawing/2014/main" id="{C9D5FB2A-8A20-4400-B493-1CFAF7EED60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35396" y="3754213"/>
                      <a:ext cx="25373" cy="25386"/>
                    </a:xfrm>
                    <a:custGeom>
                      <a:avLst/>
                      <a:gdLst>
                        <a:gd name="connsiteX0" fmla="*/ 0 w 25373"/>
                        <a:gd name="connsiteY0" fmla="*/ 0 h 25385"/>
                        <a:gd name="connsiteX1" fmla="*/ 29166 w 25373"/>
                        <a:gd name="connsiteY1" fmla="*/ 0 h 25385"/>
                        <a:gd name="connsiteX2" fmla="*/ 29166 w 25373"/>
                        <a:gd name="connsiteY2" fmla="*/ 29153 h 25385"/>
                        <a:gd name="connsiteX3" fmla="*/ 0 w 25373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 h="25385">
                          <a:moveTo>
                            <a:pt x="0" y="0"/>
                          </a:moveTo>
                          <a:lnTo>
                            <a:pt x="29166" y="0"/>
                          </a:lnTo>
                          <a:lnTo>
                            <a:pt x="29166" y="29153"/>
                          </a:lnTo>
                          <a:lnTo>
                            <a:pt x="0" y="29153"/>
                          </a:lnTo>
                          <a:close/>
                        </a:path>
                      </a:pathLst>
                    </a:custGeom>
                    <a:solidFill>
                      <a:srgbClr val="8D8C8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79" name="자유형: 도형 1278">
                      <a:extLst>
                        <a:ext uri="{FF2B5EF4-FFF2-40B4-BE49-F238E27FC236}">
                          <a16:creationId xmlns:a16="http://schemas.microsoft.com/office/drawing/2014/main" id="{D4D6C237-47A3-4FD1-918D-3ACBF0CE76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42513" y="3761282"/>
                      <a:ext cx="12687" cy="12693"/>
                    </a:xfrm>
                    <a:custGeom>
                      <a:avLst/>
                      <a:gdLst>
                        <a:gd name="connsiteX0" fmla="*/ 0 w 12686"/>
                        <a:gd name="connsiteY0" fmla="*/ 0 h 12692"/>
                        <a:gd name="connsiteX1" fmla="*/ 15021 w 12686"/>
                        <a:gd name="connsiteY1" fmla="*/ 0 h 12692"/>
                        <a:gd name="connsiteX2" fmla="*/ 15021 w 12686"/>
                        <a:gd name="connsiteY2" fmla="*/ 15002 h 12692"/>
                        <a:gd name="connsiteX3" fmla="*/ 0 w 12686"/>
                        <a:gd name="connsiteY3" fmla="*/ 15002 h 12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2686" h="12692">
                          <a:moveTo>
                            <a:pt x="0" y="0"/>
                          </a:moveTo>
                          <a:lnTo>
                            <a:pt x="15021" y="0"/>
                          </a:lnTo>
                          <a:lnTo>
                            <a:pt x="15021" y="15002"/>
                          </a:lnTo>
                          <a:lnTo>
                            <a:pt x="0" y="15002"/>
                          </a:lnTo>
                          <a:close/>
                        </a:path>
                      </a:pathLst>
                    </a:custGeom>
                    <a:solidFill>
                      <a:srgbClr val="8C866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80" name="자유형: 도형 1279">
                      <a:extLst>
                        <a:ext uri="{FF2B5EF4-FFF2-40B4-BE49-F238E27FC236}">
                          <a16:creationId xmlns:a16="http://schemas.microsoft.com/office/drawing/2014/main" id="{6DBE097B-40D4-48E8-BF71-BA52C5F9E42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35396" y="3754213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9153 h 25385"/>
                        <a:gd name="connsiteX1" fmla="*/ 7117 w 0"/>
                        <a:gd name="connsiteY1" fmla="*/ 22058 h 25385"/>
                        <a:gd name="connsiteX2" fmla="*/ 7117 w 0"/>
                        <a:gd name="connsiteY2" fmla="*/ 6371 h 25385"/>
                        <a:gd name="connsiteX3" fmla="*/ 0 w 0"/>
                        <a:gd name="connsiteY3" fmla="*/ 0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9153"/>
                          </a:moveTo>
                          <a:lnTo>
                            <a:pt x="7117" y="22058"/>
                          </a:lnTo>
                          <a:lnTo>
                            <a:pt x="7117" y="637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8AF82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81" name="자유형: 도형 1280">
                      <a:extLst>
                        <a:ext uri="{FF2B5EF4-FFF2-40B4-BE49-F238E27FC236}">
                          <a16:creationId xmlns:a16="http://schemas.microsoft.com/office/drawing/2014/main" id="{1ABC15DD-84CE-46A2-9C57-4C9DF99F98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35396" y="3754213"/>
                      <a:ext cx="25373" cy="12693"/>
                    </a:xfrm>
                    <a:custGeom>
                      <a:avLst/>
                      <a:gdLst>
                        <a:gd name="connsiteX0" fmla="*/ 22112 w 25373"/>
                        <a:gd name="connsiteY0" fmla="*/ 7095 h 0"/>
                        <a:gd name="connsiteX1" fmla="*/ 7219 w 25373"/>
                        <a:gd name="connsiteY1" fmla="*/ 7095 h 0"/>
                        <a:gd name="connsiteX2" fmla="*/ 0 w 25373"/>
                        <a:gd name="connsiteY2" fmla="*/ 0 h 0"/>
                        <a:gd name="connsiteX3" fmla="*/ 29166 w 25373"/>
                        <a:gd name="connsiteY3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22112" y="7095"/>
                          </a:moveTo>
                          <a:lnTo>
                            <a:pt x="7219" y="7095"/>
                          </a:lnTo>
                          <a:lnTo>
                            <a:pt x="0" y="0"/>
                          </a:lnTo>
                          <a:lnTo>
                            <a:pt x="29166" y="0"/>
                          </a:lnTo>
                          <a:close/>
                        </a:path>
                      </a:pathLst>
                    </a:custGeom>
                    <a:solidFill>
                      <a:srgbClr val="80795B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82" name="자유형: 도형 1281">
                      <a:extLst>
                        <a:ext uri="{FF2B5EF4-FFF2-40B4-BE49-F238E27FC236}">
                          <a16:creationId xmlns:a16="http://schemas.microsoft.com/office/drawing/2014/main" id="{428476FE-E78E-4976-8B7E-43505C01BC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57508" y="3754213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2058 h 25385"/>
                        <a:gd name="connsiteX1" fmla="*/ 0 w 0"/>
                        <a:gd name="connsiteY1" fmla="*/ 7095 h 25385"/>
                        <a:gd name="connsiteX2" fmla="*/ 7054 w 0"/>
                        <a:gd name="connsiteY2" fmla="*/ 0 h 25385"/>
                        <a:gd name="connsiteX3" fmla="*/ 7054 w 0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2058"/>
                          </a:moveTo>
                          <a:lnTo>
                            <a:pt x="0" y="7095"/>
                          </a:lnTo>
                          <a:lnTo>
                            <a:pt x="7054" y="0"/>
                          </a:lnTo>
                          <a:lnTo>
                            <a:pt x="7054" y="29153"/>
                          </a:lnTo>
                          <a:close/>
                        </a:path>
                      </a:pathLst>
                    </a:custGeom>
                    <a:solidFill>
                      <a:srgbClr val="5E5B4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83" name="자유형: 도형 1282">
                      <a:extLst>
                        <a:ext uri="{FF2B5EF4-FFF2-40B4-BE49-F238E27FC236}">
                          <a16:creationId xmlns:a16="http://schemas.microsoft.com/office/drawing/2014/main" id="{84ACBE7A-1156-4ACE-8F7D-073CDE6190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35396" y="3776271"/>
                      <a:ext cx="25373" cy="12693"/>
                    </a:xfrm>
                    <a:custGeom>
                      <a:avLst/>
                      <a:gdLst>
                        <a:gd name="connsiteX0" fmla="*/ 0 w 25373"/>
                        <a:gd name="connsiteY0" fmla="*/ 7095 h 0"/>
                        <a:gd name="connsiteX1" fmla="*/ 7193 w 25373"/>
                        <a:gd name="connsiteY1" fmla="*/ 0 h 0"/>
                        <a:gd name="connsiteX2" fmla="*/ 22112 w 25373"/>
                        <a:gd name="connsiteY2" fmla="*/ 0 h 0"/>
                        <a:gd name="connsiteX3" fmla="*/ 29166 w 25373"/>
                        <a:gd name="connsiteY3" fmla="*/ 7095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0" y="7095"/>
                          </a:moveTo>
                          <a:lnTo>
                            <a:pt x="7193" y="0"/>
                          </a:lnTo>
                          <a:lnTo>
                            <a:pt x="22112" y="0"/>
                          </a:lnTo>
                          <a:lnTo>
                            <a:pt x="29166" y="7095"/>
                          </a:lnTo>
                          <a:close/>
                        </a:path>
                      </a:pathLst>
                    </a:custGeom>
                    <a:solidFill>
                      <a:srgbClr val="9A916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</p:grpSp>
              <p:grpSp>
                <p:nvGrpSpPr>
                  <p:cNvPr id="1284" name="그래픽 629">
                    <a:extLst>
                      <a:ext uri="{FF2B5EF4-FFF2-40B4-BE49-F238E27FC236}">
                        <a16:creationId xmlns:a16="http://schemas.microsoft.com/office/drawing/2014/main" id="{A057F0D5-7676-438C-8587-7F86F4A2B054}"/>
                      </a:ext>
                    </a:extLst>
                  </p:cNvPr>
                  <p:cNvGrpSpPr/>
                  <p:nvPr/>
                </p:nvGrpSpPr>
                <p:grpSpPr>
                  <a:xfrm>
                    <a:off x="9226739" y="4211158"/>
                    <a:ext cx="25373" cy="25386"/>
                    <a:chOff x="9226739" y="4211158"/>
                    <a:chExt cx="25373" cy="25386"/>
                  </a:xfrm>
                  <a:solidFill>
                    <a:schemeClr val="accent1"/>
                  </a:solidFill>
                </p:grpSpPr>
                <p:sp>
                  <p:nvSpPr>
                    <p:cNvPr id="1285" name="자유형: 도형 1284">
                      <a:extLst>
                        <a:ext uri="{FF2B5EF4-FFF2-40B4-BE49-F238E27FC236}">
                          <a16:creationId xmlns:a16="http://schemas.microsoft.com/office/drawing/2014/main" id="{759C5626-FA43-4ED2-A879-56B3DBF6024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26739" y="4211158"/>
                      <a:ext cx="25373" cy="25386"/>
                    </a:xfrm>
                    <a:custGeom>
                      <a:avLst/>
                      <a:gdLst>
                        <a:gd name="connsiteX0" fmla="*/ 0 w 25373"/>
                        <a:gd name="connsiteY0" fmla="*/ 0 h 25385"/>
                        <a:gd name="connsiteX1" fmla="*/ 29166 w 25373"/>
                        <a:gd name="connsiteY1" fmla="*/ 0 h 25385"/>
                        <a:gd name="connsiteX2" fmla="*/ 29166 w 25373"/>
                        <a:gd name="connsiteY2" fmla="*/ 29153 h 25385"/>
                        <a:gd name="connsiteX3" fmla="*/ 0 w 25373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 h="25385">
                          <a:moveTo>
                            <a:pt x="0" y="0"/>
                          </a:moveTo>
                          <a:lnTo>
                            <a:pt x="29166" y="0"/>
                          </a:lnTo>
                          <a:lnTo>
                            <a:pt x="29166" y="29153"/>
                          </a:lnTo>
                          <a:lnTo>
                            <a:pt x="0" y="29153"/>
                          </a:lnTo>
                          <a:close/>
                        </a:path>
                      </a:pathLst>
                    </a:custGeom>
                    <a:solidFill>
                      <a:srgbClr val="8D8C8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86" name="자유형: 도형 1285">
                      <a:extLst>
                        <a:ext uri="{FF2B5EF4-FFF2-40B4-BE49-F238E27FC236}">
                          <a16:creationId xmlns:a16="http://schemas.microsoft.com/office/drawing/2014/main" id="{47834229-73C8-4C67-84B4-1131927F05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33856" y="4218227"/>
                      <a:ext cx="12687" cy="12693"/>
                    </a:xfrm>
                    <a:custGeom>
                      <a:avLst/>
                      <a:gdLst>
                        <a:gd name="connsiteX0" fmla="*/ 0 w 12686"/>
                        <a:gd name="connsiteY0" fmla="*/ 0 h 12692"/>
                        <a:gd name="connsiteX1" fmla="*/ 15021 w 12686"/>
                        <a:gd name="connsiteY1" fmla="*/ 0 h 12692"/>
                        <a:gd name="connsiteX2" fmla="*/ 15021 w 12686"/>
                        <a:gd name="connsiteY2" fmla="*/ 15002 h 12692"/>
                        <a:gd name="connsiteX3" fmla="*/ 0 w 12686"/>
                        <a:gd name="connsiteY3" fmla="*/ 15002 h 12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2686" h="12692">
                          <a:moveTo>
                            <a:pt x="0" y="0"/>
                          </a:moveTo>
                          <a:lnTo>
                            <a:pt x="15021" y="0"/>
                          </a:lnTo>
                          <a:lnTo>
                            <a:pt x="15021" y="15002"/>
                          </a:lnTo>
                          <a:lnTo>
                            <a:pt x="0" y="15002"/>
                          </a:lnTo>
                          <a:close/>
                        </a:path>
                      </a:pathLst>
                    </a:custGeom>
                    <a:solidFill>
                      <a:srgbClr val="8C866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87" name="자유형: 도형 1286">
                      <a:extLst>
                        <a:ext uri="{FF2B5EF4-FFF2-40B4-BE49-F238E27FC236}">
                          <a16:creationId xmlns:a16="http://schemas.microsoft.com/office/drawing/2014/main" id="{3FD92A66-110D-4AD6-AB01-A05F7C9EC6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26739" y="4211158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9153 h 25385"/>
                        <a:gd name="connsiteX1" fmla="*/ 7117 w 0"/>
                        <a:gd name="connsiteY1" fmla="*/ 22058 h 25385"/>
                        <a:gd name="connsiteX2" fmla="*/ 7117 w 0"/>
                        <a:gd name="connsiteY2" fmla="*/ 6371 h 25385"/>
                        <a:gd name="connsiteX3" fmla="*/ 0 w 0"/>
                        <a:gd name="connsiteY3" fmla="*/ 0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9153"/>
                          </a:moveTo>
                          <a:lnTo>
                            <a:pt x="7117" y="22058"/>
                          </a:lnTo>
                          <a:lnTo>
                            <a:pt x="7117" y="637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8AF82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88" name="자유형: 도형 1287">
                      <a:extLst>
                        <a:ext uri="{FF2B5EF4-FFF2-40B4-BE49-F238E27FC236}">
                          <a16:creationId xmlns:a16="http://schemas.microsoft.com/office/drawing/2014/main" id="{2DA4E981-01A9-42CD-95D6-4BFFFB6948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26739" y="4211158"/>
                      <a:ext cx="25373" cy="12693"/>
                    </a:xfrm>
                    <a:custGeom>
                      <a:avLst/>
                      <a:gdLst>
                        <a:gd name="connsiteX0" fmla="*/ 22112 w 25373"/>
                        <a:gd name="connsiteY0" fmla="*/ 7095 h 0"/>
                        <a:gd name="connsiteX1" fmla="*/ 7219 w 25373"/>
                        <a:gd name="connsiteY1" fmla="*/ 7095 h 0"/>
                        <a:gd name="connsiteX2" fmla="*/ 0 w 25373"/>
                        <a:gd name="connsiteY2" fmla="*/ 0 h 0"/>
                        <a:gd name="connsiteX3" fmla="*/ 29166 w 25373"/>
                        <a:gd name="connsiteY3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22112" y="7095"/>
                          </a:moveTo>
                          <a:lnTo>
                            <a:pt x="7219" y="7095"/>
                          </a:lnTo>
                          <a:lnTo>
                            <a:pt x="0" y="0"/>
                          </a:lnTo>
                          <a:lnTo>
                            <a:pt x="29166" y="0"/>
                          </a:lnTo>
                          <a:close/>
                        </a:path>
                      </a:pathLst>
                    </a:custGeom>
                    <a:solidFill>
                      <a:srgbClr val="80795B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89" name="자유형: 도형 1288">
                      <a:extLst>
                        <a:ext uri="{FF2B5EF4-FFF2-40B4-BE49-F238E27FC236}">
                          <a16:creationId xmlns:a16="http://schemas.microsoft.com/office/drawing/2014/main" id="{79201BA3-0B0C-4006-8600-CB598BF9C1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48851" y="4211158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2058 h 25385"/>
                        <a:gd name="connsiteX1" fmla="*/ 0 w 0"/>
                        <a:gd name="connsiteY1" fmla="*/ 7095 h 25385"/>
                        <a:gd name="connsiteX2" fmla="*/ 7054 w 0"/>
                        <a:gd name="connsiteY2" fmla="*/ 0 h 25385"/>
                        <a:gd name="connsiteX3" fmla="*/ 7054 w 0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2058"/>
                          </a:moveTo>
                          <a:lnTo>
                            <a:pt x="0" y="7095"/>
                          </a:lnTo>
                          <a:lnTo>
                            <a:pt x="7054" y="0"/>
                          </a:lnTo>
                          <a:lnTo>
                            <a:pt x="7054" y="29153"/>
                          </a:lnTo>
                          <a:close/>
                        </a:path>
                      </a:pathLst>
                    </a:custGeom>
                    <a:solidFill>
                      <a:srgbClr val="5E5B4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90" name="자유형: 도형 1289">
                      <a:extLst>
                        <a:ext uri="{FF2B5EF4-FFF2-40B4-BE49-F238E27FC236}">
                          <a16:creationId xmlns:a16="http://schemas.microsoft.com/office/drawing/2014/main" id="{830B1E9B-817C-4EB4-B1A6-4B503208AB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26739" y="4233216"/>
                      <a:ext cx="25373" cy="12693"/>
                    </a:xfrm>
                    <a:custGeom>
                      <a:avLst/>
                      <a:gdLst>
                        <a:gd name="connsiteX0" fmla="*/ 0 w 25373"/>
                        <a:gd name="connsiteY0" fmla="*/ 7095 h 0"/>
                        <a:gd name="connsiteX1" fmla="*/ 7193 w 25373"/>
                        <a:gd name="connsiteY1" fmla="*/ 0 h 0"/>
                        <a:gd name="connsiteX2" fmla="*/ 22112 w 25373"/>
                        <a:gd name="connsiteY2" fmla="*/ 0 h 0"/>
                        <a:gd name="connsiteX3" fmla="*/ 29166 w 25373"/>
                        <a:gd name="connsiteY3" fmla="*/ 7095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0" y="7095"/>
                          </a:moveTo>
                          <a:lnTo>
                            <a:pt x="7193" y="0"/>
                          </a:lnTo>
                          <a:lnTo>
                            <a:pt x="22112" y="0"/>
                          </a:lnTo>
                          <a:lnTo>
                            <a:pt x="29166" y="7095"/>
                          </a:lnTo>
                          <a:close/>
                        </a:path>
                      </a:pathLst>
                    </a:custGeom>
                    <a:solidFill>
                      <a:srgbClr val="9A916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</p:grpSp>
              <p:grpSp>
                <p:nvGrpSpPr>
                  <p:cNvPr id="1291" name="그래픽 629">
                    <a:extLst>
                      <a:ext uri="{FF2B5EF4-FFF2-40B4-BE49-F238E27FC236}">
                        <a16:creationId xmlns:a16="http://schemas.microsoft.com/office/drawing/2014/main" id="{A057F0D5-7676-438C-8587-7F86F4A2B054}"/>
                      </a:ext>
                    </a:extLst>
                  </p:cNvPr>
                  <p:cNvGrpSpPr/>
                  <p:nvPr/>
                </p:nvGrpSpPr>
                <p:grpSpPr>
                  <a:xfrm>
                    <a:off x="9226739" y="3754213"/>
                    <a:ext cx="25373" cy="25386"/>
                    <a:chOff x="9226739" y="3754213"/>
                    <a:chExt cx="25373" cy="25386"/>
                  </a:xfrm>
                  <a:solidFill>
                    <a:schemeClr val="accent1"/>
                  </a:solidFill>
                </p:grpSpPr>
                <p:sp>
                  <p:nvSpPr>
                    <p:cNvPr id="1292" name="자유형: 도형 1291">
                      <a:extLst>
                        <a:ext uri="{FF2B5EF4-FFF2-40B4-BE49-F238E27FC236}">
                          <a16:creationId xmlns:a16="http://schemas.microsoft.com/office/drawing/2014/main" id="{F3CE5795-CC2F-47C2-835B-1E9FB4C597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26739" y="3754213"/>
                      <a:ext cx="25373" cy="25386"/>
                    </a:xfrm>
                    <a:custGeom>
                      <a:avLst/>
                      <a:gdLst>
                        <a:gd name="connsiteX0" fmla="*/ 0 w 25373"/>
                        <a:gd name="connsiteY0" fmla="*/ 0 h 25385"/>
                        <a:gd name="connsiteX1" fmla="*/ 29166 w 25373"/>
                        <a:gd name="connsiteY1" fmla="*/ 0 h 25385"/>
                        <a:gd name="connsiteX2" fmla="*/ 29166 w 25373"/>
                        <a:gd name="connsiteY2" fmla="*/ 29153 h 25385"/>
                        <a:gd name="connsiteX3" fmla="*/ 0 w 25373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 h="25385">
                          <a:moveTo>
                            <a:pt x="0" y="0"/>
                          </a:moveTo>
                          <a:lnTo>
                            <a:pt x="29166" y="0"/>
                          </a:lnTo>
                          <a:lnTo>
                            <a:pt x="29166" y="29153"/>
                          </a:lnTo>
                          <a:lnTo>
                            <a:pt x="0" y="29153"/>
                          </a:lnTo>
                          <a:close/>
                        </a:path>
                      </a:pathLst>
                    </a:custGeom>
                    <a:solidFill>
                      <a:srgbClr val="8D8C8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93" name="자유형: 도형 1292">
                      <a:extLst>
                        <a:ext uri="{FF2B5EF4-FFF2-40B4-BE49-F238E27FC236}">
                          <a16:creationId xmlns:a16="http://schemas.microsoft.com/office/drawing/2014/main" id="{7EC1AEB2-882A-4AFC-B391-F47861D6AAA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33856" y="3761282"/>
                      <a:ext cx="12687" cy="12693"/>
                    </a:xfrm>
                    <a:custGeom>
                      <a:avLst/>
                      <a:gdLst>
                        <a:gd name="connsiteX0" fmla="*/ 0 w 12686"/>
                        <a:gd name="connsiteY0" fmla="*/ 0 h 12692"/>
                        <a:gd name="connsiteX1" fmla="*/ 15021 w 12686"/>
                        <a:gd name="connsiteY1" fmla="*/ 0 h 12692"/>
                        <a:gd name="connsiteX2" fmla="*/ 15021 w 12686"/>
                        <a:gd name="connsiteY2" fmla="*/ 15002 h 12692"/>
                        <a:gd name="connsiteX3" fmla="*/ 0 w 12686"/>
                        <a:gd name="connsiteY3" fmla="*/ 15002 h 12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2686" h="12692">
                          <a:moveTo>
                            <a:pt x="0" y="0"/>
                          </a:moveTo>
                          <a:lnTo>
                            <a:pt x="15021" y="0"/>
                          </a:lnTo>
                          <a:lnTo>
                            <a:pt x="15021" y="15002"/>
                          </a:lnTo>
                          <a:lnTo>
                            <a:pt x="0" y="15002"/>
                          </a:lnTo>
                          <a:close/>
                        </a:path>
                      </a:pathLst>
                    </a:custGeom>
                    <a:solidFill>
                      <a:srgbClr val="8C866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94" name="자유형: 도형 1293">
                      <a:extLst>
                        <a:ext uri="{FF2B5EF4-FFF2-40B4-BE49-F238E27FC236}">
                          <a16:creationId xmlns:a16="http://schemas.microsoft.com/office/drawing/2014/main" id="{655B22D1-F5F3-4676-A638-DFA14E25665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26739" y="3754213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9153 h 25385"/>
                        <a:gd name="connsiteX1" fmla="*/ 7117 w 0"/>
                        <a:gd name="connsiteY1" fmla="*/ 22058 h 25385"/>
                        <a:gd name="connsiteX2" fmla="*/ 7117 w 0"/>
                        <a:gd name="connsiteY2" fmla="*/ 6371 h 25385"/>
                        <a:gd name="connsiteX3" fmla="*/ 0 w 0"/>
                        <a:gd name="connsiteY3" fmla="*/ 0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9153"/>
                          </a:moveTo>
                          <a:lnTo>
                            <a:pt x="7117" y="22058"/>
                          </a:lnTo>
                          <a:lnTo>
                            <a:pt x="7117" y="637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8AF82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95" name="자유형: 도형 1294">
                      <a:extLst>
                        <a:ext uri="{FF2B5EF4-FFF2-40B4-BE49-F238E27FC236}">
                          <a16:creationId xmlns:a16="http://schemas.microsoft.com/office/drawing/2014/main" id="{D89B9A05-F549-45C3-9E54-A6C95213AF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26739" y="3754213"/>
                      <a:ext cx="25373" cy="12693"/>
                    </a:xfrm>
                    <a:custGeom>
                      <a:avLst/>
                      <a:gdLst>
                        <a:gd name="connsiteX0" fmla="*/ 22112 w 25373"/>
                        <a:gd name="connsiteY0" fmla="*/ 7095 h 0"/>
                        <a:gd name="connsiteX1" fmla="*/ 7219 w 25373"/>
                        <a:gd name="connsiteY1" fmla="*/ 7095 h 0"/>
                        <a:gd name="connsiteX2" fmla="*/ 0 w 25373"/>
                        <a:gd name="connsiteY2" fmla="*/ 0 h 0"/>
                        <a:gd name="connsiteX3" fmla="*/ 29166 w 25373"/>
                        <a:gd name="connsiteY3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22112" y="7095"/>
                          </a:moveTo>
                          <a:lnTo>
                            <a:pt x="7219" y="7095"/>
                          </a:lnTo>
                          <a:lnTo>
                            <a:pt x="0" y="0"/>
                          </a:lnTo>
                          <a:lnTo>
                            <a:pt x="29166" y="0"/>
                          </a:lnTo>
                          <a:close/>
                        </a:path>
                      </a:pathLst>
                    </a:custGeom>
                    <a:solidFill>
                      <a:srgbClr val="80795B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96" name="자유형: 도형 1295">
                      <a:extLst>
                        <a:ext uri="{FF2B5EF4-FFF2-40B4-BE49-F238E27FC236}">
                          <a16:creationId xmlns:a16="http://schemas.microsoft.com/office/drawing/2014/main" id="{5A94C1C7-A655-4867-B139-E237FC456D2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48851" y="3754213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2058 h 25385"/>
                        <a:gd name="connsiteX1" fmla="*/ 0 w 0"/>
                        <a:gd name="connsiteY1" fmla="*/ 7095 h 25385"/>
                        <a:gd name="connsiteX2" fmla="*/ 7054 w 0"/>
                        <a:gd name="connsiteY2" fmla="*/ 0 h 25385"/>
                        <a:gd name="connsiteX3" fmla="*/ 7054 w 0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2058"/>
                          </a:moveTo>
                          <a:lnTo>
                            <a:pt x="0" y="7095"/>
                          </a:lnTo>
                          <a:lnTo>
                            <a:pt x="7054" y="0"/>
                          </a:lnTo>
                          <a:lnTo>
                            <a:pt x="7054" y="29153"/>
                          </a:lnTo>
                          <a:close/>
                        </a:path>
                      </a:pathLst>
                    </a:custGeom>
                    <a:solidFill>
                      <a:srgbClr val="5E5B4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297" name="자유형: 도형 1296">
                      <a:extLst>
                        <a:ext uri="{FF2B5EF4-FFF2-40B4-BE49-F238E27FC236}">
                          <a16:creationId xmlns:a16="http://schemas.microsoft.com/office/drawing/2014/main" id="{2A0912D0-2E68-4C58-80E7-68668F9E59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26739" y="3776271"/>
                      <a:ext cx="25373" cy="12693"/>
                    </a:xfrm>
                    <a:custGeom>
                      <a:avLst/>
                      <a:gdLst>
                        <a:gd name="connsiteX0" fmla="*/ 0 w 25373"/>
                        <a:gd name="connsiteY0" fmla="*/ 7095 h 0"/>
                        <a:gd name="connsiteX1" fmla="*/ 7193 w 25373"/>
                        <a:gd name="connsiteY1" fmla="*/ 0 h 0"/>
                        <a:gd name="connsiteX2" fmla="*/ 22112 w 25373"/>
                        <a:gd name="connsiteY2" fmla="*/ 0 h 0"/>
                        <a:gd name="connsiteX3" fmla="*/ 29166 w 25373"/>
                        <a:gd name="connsiteY3" fmla="*/ 7095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0" y="7095"/>
                          </a:moveTo>
                          <a:lnTo>
                            <a:pt x="7193" y="0"/>
                          </a:lnTo>
                          <a:lnTo>
                            <a:pt x="22112" y="0"/>
                          </a:lnTo>
                          <a:lnTo>
                            <a:pt x="29166" y="7095"/>
                          </a:lnTo>
                          <a:close/>
                        </a:path>
                      </a:pathLst>
                    </a:custGeom>
                    <a:solidFill>
                      <a:srgbClr val="9A916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</p:grpSp>
              <p:grpSp>
                <p:nvGrpSpPr>
                  <p:cNvPr id="1298" name="그래픽 629">
                    <a:extLst>
                      <a:ext uri="{FF2B5EF4-FFF2-40B4-BE49-F238E27FC236}">
                        <a16:creationId xmlns:a16="http://schemas.microsoft.com/office/drawing/2014/main" id="{A057F0D5-7676-438C-8587-7F86F4A2B054}"/>
                      </a:ext>
                    </a:extLst>
                  </p:cNvPr>
                  <p:cNvGrpSpPr/>
                  <p:nvPr/>
                </p:nvGrpSpPr>
                <p:grpSpPr>
                  <a:xfrm>
                    <a:off x="9318082" y="4211158"/>
                    <a:ext cx="25373" cy="25386"/>
                    <a:chOff x="9318082" y="4211158"/>
                    <a:chExt cx="25373" cy="25386"/>
                  </a:xfrm>
                  <a:solidFill>
                    <a:schemeClr val="accent1"/>
                  </a:solidFill>
                </p:grpSpPr>
                <p:sp>
                  <p:nvSpPr>
                    <p:cNvPr id="1299" name="자유형: 도형 1298">
                      <a:extLst>
                        <a:ext uri="{FF2B5EF4-FFF2-40B4-BE49-F238E27FC236}">
                          <a16:creationId xmlns:a16="http://schemas.microsoft.com/office/drawing/2014/main" id="{B6212693-089D-4F20-9CE1-6C5028D5CBB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18082" y="4211158"/>
                      <a:ext cx="25373" cy="25386"/>
                    </a:xfrm>
                    <a:custGeom>
                      <a:avLst/>
                      <a:gdLst>
                        <a:gd name="connsiteX0" fmla="*/ 0 w 25373"/>
                        <a:gd name="connsiteY0" fmla="*/ 0 h 25385"/>
                        <a:gd name="connsiteX1" fmla="*/ 29166 w 25373"/>
                        <a:gd name="connsiteY1" fmla="*/ 0 h 25385"/>
                        <a:gd name="connsiteX2" fmla="*/ 29166 w 25373"/>
                        <a:gd name="connsiteY2" fmla="*/ 29153 h 25385"/>
                        <a:gd name="connsiteX3" fmla="*/ 0 w 25373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 h="25385">
                          <a:moveTo>
                            <a:pt x="0" y="0"/>
                          </a:moveTo>
                          <a:lnTo>
                            <a:pt x="29166" y="0"/>
                          </a:lnTo>
                          <a:lnTo>
                            <a:pt x="29166" y="29153"/>
                          </a:lnTo>
                          <a:lnTo>
                            <a:pt x="0" y="29153"/>
                          </a:lnTo>
                          <a:close/>
                        </a:path>
                      </a:pathLst>
                    </a:custGeom>
                    <a:solidFill>
                      <a:srgbClr val="8D8C8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300" name="자유형: 도형 1299">
                      <a:extLst>
                        <a:ext uri="{FF2B5EF4-FFF2-40B4-BE49-F238E27FC236}">
                          <a16:creationId xmlns:a16="http://schemas.microsoft.com/office/drawing/2014/main" id="{35FA31FA-D6D1-4042-9269-88D20BBCEEB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25199" y="4218227"/>
                      <a:ext cx="12687" cy="12693"/>
                    </a:xfrm>
                    <a:custGeom>
                      <a:avLst/>
                      <a:gdLst>
                        <a:gd name="connsiteX0" fmla="*/ 0 w 12686"/>
                        <a:gd name="connsiteY0" fmla="*/ 0 h 12692"/>
                        <a:gd name="connsiteX1" fmla="*/ 15021 w 12686"/>
                        <a:gd name="connsiteY1" fmla="*/ 0 h 12692"/>
                        <a:gd name="connsiteX2" fmla="*/ 15021 w 12686"/>
                        <a:gd name="connsiteY2" fmla="*/ 15002 h 12692"/>
                        <a:gd name="connsiteX3" fmla="*/ 0 w 12686"/>
                        <a:gd name="connsiteY3" fmla="*/ 15002 h 12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2686" h="12692">
                          <a:moveTo>
                            <a:pt x="0" y="0"/>
                          </a:moveTo>
                          <a:lnTo>
                            <a:pt x="15021" y="0"/>
                          </a:lnTo>
                          <a:lnTo>
                            <a:pt x="15021" y="15002"/>
                          </a:lnTo>
                          <a:lnTo>
                            <a:pt x="0" y="15002"/>
                          </a:lnTo>
                          <a:close/>
                        </a:path>
                      </a:pathLst>
                    </a:custGeom>
                    <a:solidFill>
                      <a:srgbClr val="8C866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301" name="자유형: 도형 1300">
                      <a:extLst>
                        <a:ext uri="{FF2B5EF4-FFF2-40B4-BE49-F238E27FC236}">
                          <a16:creationId xmlns:a16="http://schemas.microsoft.com/office/drawing/2014/main" id="{4D56CEAC-1B62-4A8D-BDFE-650ABD1DCA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18082" y="4211158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9153 h 25385"/>
                        <a:gd name="connsiteX1" fmla="*/ 7117 w 0"/>
                        <a:gd name="connsiteY1" fmla="*/ 22058 h 25385"/>
                        <a:gd name="connsiteX2" fmla="*/ 7117 w 0"/>
                        <a:gd name="connsiteY2" fmla="*/ 6371 h 25385"/>
                        <a:gd name="connsiteX3" fmla="*/ 0 w 0"/>
                        <a:gd name="connsiteY3" fmla="*/ 0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9153"/>
                          </a:moveTo>
                          <a:lnTo>
                            <a:pt x="7117" y="22058"/>
                          </a:lnTo>
                          <a:lnTo>
                            <a:pt x="7117" y="637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8AF82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302" name="자유형: 도형 1301">
                      <a:extLst>
                        <a:ext uri="{FF2B5EF4-FFF2-40B4-BE49-F238E27FC236}">
                          <a16:creationId xmlns:a16="http://schemas.microsoft.com/office/drawing/2014/main" id="{D50E01ED-8F98-490E-B705-ADA9044DDB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18082" y="4211158"/>
                      <a:ext cx="25373" cy="12693"/>
                    </a:xfrm>
                    <a:custGeom>
                      <a:avLst/>
                      <a:gdLst>
                        <a:gd name="connsiteX0" fmla="*/ 22112 w 25373"/>
                        <a:gd name="connsiteY0" fmla="*/ 7095 h 0"/>
                        <a:gd name="connsiteX1" fmla="*/ 7219 w 25373"/>
                        <a:gd name="connsiteY1" fmla="*/ 7095 h 0"/>
                        <a:gd name="connsiteX2" fmla="*/ 0 w 25373"/>
                        <a:gd name="connsiteY2" fmla="*/ 0 h 0"/>
                        <a:gd name="connsiteX3" fmla="*/ 29166 w 25373"/>
                        <a:gd name="connsiteY3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22112" y="7095"/>
                          </a:moveTo>
                          <a:lnTo>
                            <a:pt x="7219" y="7095"/>
                          </a:lnTo>
                          <a:lnTo>
                            <a:pt x="0" y="0"/>
                          </a:lnTo>
                          <a:lnTo>
                            <a:pt x="29166" y="0"/>
                          </a:lnTo>
                          <a:close/>
                        </a:path>
                      </a:pathLst>
                    </a:custGeom>
                    <a:solidFill>
                      <a:srgbClr val="80795B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303" name="자유형: 도형 1302">
                      <a:extLst>
                        <a:ext uri="{FF2B5EF4-FFF2-40B4-BE49-F238E27FC236}">
                          <a16:creationId xmlns:a16="http://schemas.microsoft.com/office/drawing/2014/main" id="{374982DC-A2FB-4A2D-9D88-0294B86B47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40195" y="4211158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2058 h 25385"/>
                        <a:gd name="connsiteX1" fmla="*/ 0 w 0"/>
                        <a:gd name="connsiteY1" fmla="*/ 7095 h 25385"/>
                        <a:gd name="connsiteX2" fmla="*/ 7054 w 0"/>
                        <a:gd name="connsiteY2" fmla="*/ 0 h 25385"/>
                        <a:gd name="connsiteX3" fmla="*/ 7054 w 0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2058"/>
                          </a:moveTo>
                          <a:lnTo>
                            <a:pt x="0" y="7095"/>
                          </a:lnTo>
                          <a:lnTo>
                            <a:pt x="7054" y="0"/>
                          </a:lnTo>
                          <a:lnTo>
                            <a:pt x="7054" y="29153"/>
                          </a:lnTo>
                          <a:close/>
                        </a:path>
                      </a:pathLst>
                    </a:custGeom>
                    <a:solidFill>
                      <a:srgbClr val="5E5B4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304" name="자유형: 도형 1303">
                      <a:extLst>
                        <a:ext uri="{FF2B5EF4-FFF2-40B4-BE49-F238E27FC236}">
                          <a16:creationId xmlns:a16="http://schemas.microsoft.com/office/drawing/2014/main" id="{5FFEB3F7-605A-42FB-9185-AD12FF3D73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18082" y="4233216"/>
                      <a:ext cx="25373" cy="12693"/>
                    </a:xfrm>
                    <a:custGeom>
                      <a:avLst/>
                      <a:gdLst>
                        <a:gd name="connsiteX0" fmla="*/ 0 w 25373"/>
                        <a:gd name="connsiteY0" fmla="*/ 7095 h 0"/>
                        <a:gd name="connsiteX1" fmla="*/ 7193 w 25373"/>
                        <a:gd name="connsiteY1" fmla="*/ 0 h 0"/>
                        <a:gd name="connsiteX2" fmla="*/ 22112 w 25373"/>
                        <a:gd name="connsiteY2" fmla="*/ 0 h 0"/>
                        <a:gd name="connsiteX3" fmla="*/ 29166 w 25373"/>
                        <a:gd name="connsiteY3" fmla="*/ 7095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0" y="7095"/>
                          </a:moveTo>
                          <a:lnTo>
                            <a:pt x="7193" y="0"/>
                          </a:lnTo>
                          <a:lnTo>
                            <a:pt x="22112" y="0"/>
                          </a:lnTo>
                          <a:lnTo>
                            <a:pt x="29166" y="7095"/>
                          </a:lnTo>
                          <a:close/>
                        </a:path>
                      </a:pathLst>
                    </a:custGeom>
                    <a:solidFill>
                      <a:srgbClr val="9A916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</p:grpSp>
              <p:grpSp>
                <p:nvGrpSpPr>
                  <p:cNvPr id="1305" name="그래픽 629">
                    <a:extLst>
                      <a:ext uri="{FF2B5EF4-FFF2-40B4-BE49-F238E27FC236}">
                        <a16:creationId xmlns:a16="http://schemas.microsoft.com/office/drawing/2014/main" id="{A057F0D5-7676-438C-8587-7F86F4A2B054}"/>
                      </a:ext>
                    </a:extLst>
                  </p:cNvPr>
                  <p:cNvGrpSpPr/>
                  <p:nvPr/>
                </p:nvGrpSpPr>
                <p:grpSpPr>
                  <a:xfrm>
                    <a:off x="9318082" y="3754213"/>
                    <a:ext cx="25373" cy="25386"/>
                    <a:chOff x="9318082" y="3754213"/>
                    <a:chExt cx="25373" cy="25386"/>
                  </a:xfrm>
                  <a:solidFill>
                    <a:schemeClr val="accent1"/>
                  </a:solidFill>
                </p:grpSpPr>
                <p:sp>
                  <p:nvSpPr>
                    <p:cNvPr id="1306" name="자유형: 도형 1305">
                      <a:extLst>
                        <a:ext uri="{FF2B5EF4-FFF2-40B4-BE49-F238E27FC236}">
                          <a16:creationId xmlns:a16="http://schemas.microsoft.com/office/drawing/2014/main" id="{E5A6C876-AE89-4F91-BB1C-F4877D92A5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18082" y="3754213"/>
                      <a:ext cx="25373" cy="25386"/>
                    </a:xfrm>
                    <a:custGeom>
                      <a:avLst/>
                      <a:gdLst>
                        <a:gd name="connsiteX0" fmla="*/ 0 w 25373"/>
                        <a:gd name="connsiteY0" fmla="*/ 0 h 25385"/>
                        <a:gd name="connsiteX1" fmla="*/ 29166 w 25373"/>
                        <a:gd name="connsiteY1" fmla="*/ 0 h 25385"/>
                        <a:gd name="connsiteX2" fmla="*/ 29166 w 25373"/>
                        <a:gd name="connsiteY2" fmla="*/ 29153 h 25385"/>
                        <a:gd name="connsiteX3" fmla="*/ 0 w 25373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 h="25385">
                          <a:moveTo>
                            <a:pt x="0" y="0"/>
                          </a:moveTo>
                          <a:lnTo>
                            <a:pt x="29166" y="0"/>
                          </a:lnTo>
                          <a:lnTo>
                            <a:pt x="29166" y="29153"/>
                          </a:lnTo>
                          <a:lnTo>
                            <a:pt x="0" y="29153"/>
                          </a:lnTo>
                          <a:close/>
                        </a:path>
                      </a:pathLst>
                    </a:custGeom>
                    <a:solidFill>
                      <a:srgbClr val="8D8C8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307" name="자유형: 도형 1306">
                      <a:extLst>
                        <a:ext uri="{FF2B5EF4-FFF2-40B4-BE49-F238E27FC236}">
                          <a16:creationId xmlns:a16="http://schemas.microsoft.com/office/drawing/2014/main" id="{18D95448-8A87-4414-965A-6DE1985AA2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25199" y="3761282"/>
                      <a:ext cx="12687" cy="12693"/>
                    </a:xfrm>
                    <a:custGeom>
                      <a:avLst/>
                      <a:gdLst>
                        <a:gd name="connsiteX0" fmla="*/ 0 w 12686"/>
                        <a:gd name="connsiteY0" fmla="*/ 0 h 12692"/>
                        <a:gd name="connsiteX1" fmla="*/ 15021 w 12686"/>
                        <a:gd name="connsiteY1" fmla="*/ 0 h 12692"/>
                        <a:gd name="connsiteX2" fmla="*/ 15021 w 12686"/>
                        <a:gd name="connsiteY2" fmla="*/ 15002 h 12692"/>
                        <a:gd name="connsiteX3" fmla="*/ 0 w 12686"/>
                        <a:gd name="connsiteY3" fmla="*/ 15002 h 12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2686" h="12692">
                          <a:moveTo>
                            <a:pt x="0" y="0"/>
                          </a:moveTo>
                          <a:lnTo>
                            <a:pt x="15021" y="0"/>
                          </a:lnTo>
                          <a:lnTo>
                            <a:pt x="15021" y="15002"/>
                          </a:lnTo>
                          <a:lnTo>
                            <a:pt x="0" y="15002"/>
                          </a:lnTo>
                          <a:close/>
                        </a:path>
                      </a:pathLst>
                    </a:custGeom>
                    <a:solidFill>
                      <a:srgbClr val="8C866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308" name="자유형: 도형 1307">
                      <a:extLst>
                        <a:ext uri="{FF2B5EF4-FFF2-40B4-BE49-F238E27FC236}">
                          <a16:creationId xmlns:a16="http://schemas.microsoft.com/office/drawing/2014/main" id="{761C42C5-1E92-451F-9B04-917CB5DC7B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18082" y="3754213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9153 h 25385"/>
                        <a:gd name="connsiteX1" fmla="*/ 7117 w 0"/>
                        <a:gd name="connsiteY1" fmla="*/ 22058 h 25385"/>
                        <a:gd name="connsiteX2" fmla="*/ 7117 w 0"/>
                        <a:gd name="connsiteY2" fmla="*/ 6371 h 25385"/>
                        <a:gd name="connsiteX3" fmla="*/ 0 w 0"/>
                        <a:gd name="connsiteY3" fmla="*/ 0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9153"/>
                          </a:moveTo>
                          <a:lnTo>
                            <a:pt x="7117" y="22058"/>
                          </a:lnTo>
                          <a:lnTo>
                            <a:pt x="7117" y="637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8AF82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309" name="자유형: 도형 1308">
                      <a:extLst>
                        <a:ext uri="{FF2B5EF4-FFF2-40B4-BE49-F238E27FC236}">
                          <a16:creationId xmlns:a16="http://schemas.microsoft.com/office/drawing/2014/main" id="{C2A96270-A5B6-456D-A9DC-5E42D2B406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18082" y="3754213"/>
                      <a:ext cx="25373" cy="12693"/>
                    </a:xfrm>
                    <a:custGeom>
                      <a:avLst/>
                      <a:gdLst>
                        <a:gd name="connsiteX0" fmla="*/ 22112 w 25373"/>
                        <a:gd name="connsiteY0" fmla="*/ 7095 h 0"/>
                        <a:gd name="connsiteX1" fmla="*/ 7219 w 25373"/>
                        <a:gd name="connsiteY1" fmla="*/ 7095 h 0"/>
                        <a:gd name="connsiteX2" fmla="*/ 0 w 25373"/>
                        <a:gd name="connsiteY2" fmla="*/ 0 h 0"/>
                        <a:gd name="connsiteX3" fmla="*/ 29166 w 25373"/>
                        <a:gd name="connsiteY3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22112" y="7095"/>
                          </a:moveTo>
                          <a:lnTo>
                            <a:pt x="7219" y="7095"/>
                          </a:lnTo>
                          <a:lnTo>
                            <a:pt x="0" y="0"/>
                          </a:lnTo>
                          <a:lnTo>
                            <a:pt x="29166" y="0"/>
                          </a:lnTo>
                          <a:close/>
                        </a:path>
                      </a:pathLst>
                    </a:custGeom>
                    <a:solidFill>
                      <a:srgbClr val="80795B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310" name="자유형: 도형 1309">
                      <a:extLst>
                        <a:ext uri="{FF2B5EF4-FFF2-40B4-BE49-F238E27FC236}">
                          <a16:creationId xmlns:a16="http://schemas.microsoft.com/office/drawing/2014/main" id="{A895C057-7BB9-44DC-8304-5FCD31DDB2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40195" y="3754213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2058 h 25385"/>
                        <a:gd name="connsiteX1" fmla="*/ 0 w 0"/>
                        <a:gd name="connsiteY1" fmla="*/ 7095 h 25385"/>
                        <a:gd name="connsiteX2" fmla="*/ 7054 w 0"/>
                        <a:gd name="connsiteY2" fmla="*/ 0 h 25385"/>
                        <a:gd name="connsiteX3" fmla="*/ 7054 w 0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2058"/>
                          </a:moveTo>
                          <a:lnTo>
                            <a:pt x="0" y="7095"/>
                          </a:lnTo>
                          <a:lnTo>
                            <a:pt x="7054" y="0"/>
                          </a:lnTo>
                          <a:lnTo>
                            <a:pt x="7054" y="29153"/>
                          </a:lnTo>
                          <a:close/>
                        </a:path>
                      </a:pathLst>
                    </a:custGeom>
                    <a:solidFill>
                      <a:srgbClr val="5E5B4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311" name="자유형: 도형 1310">
                      <a:extLst>
                        <a:ext uri="{FF2B5EF4-FFF2-40B4-BE49-F238E27FC236}">
                          <a16:creationId xmlns:a16="http://schemas.microsoft.com/office/drawing/2014/main" id="{DEC65B65-7592-4B97-9587-E67A7C552B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18082" y="3776271"/>
                      <a:ext cx="25373" cy="12693"/>
                    </a:xfrm>
                    <a:custGeom>
                      <a:avLst/>
                      <a:gdLst>
                        <a:gd name="connsiteX0" fmla="*/ 0 w 25373"/>
                        <a:gd name="connsiteY0" fmla="*/ 7095 h 0"/>
                        <a:gd name="connsiteX1" fmla="*/ 7193 w 25373"/>
                        <a:gd name="connsiteY1" fmla="*/ 0 h 0"/>
                        <a:gd name="connsiteX2" fmla="*/ 22112 w 25373"/>
                        <a:gd name="connsiteY2" fmla="*/ 0 h 0"/>
                        <a:gd name="connsiteX3" fmla="*/ 29166 w 25373"/>
                        <a:gd name="connsiteY3" fmla="*/ 7095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0" y="7095"/>
                          </a:moveTo>
                          <a:lnTo>
                            <a:pt x="7193" y="0"/>
                          </a:lnTo>
                          <a:lnTo>
                            <a:pt x="22112" y="0"/>
                          </a:lnTo>
                          <a:lnTo>
                            <a:pt x="29166" y="7095"/>
                          </a:lnTo>
                          <a:close/>
                        </a:path>
                      </a:pathLst>
                    </a:custGeom>
                    <a:solidFill>
                      <a:srgbClr val="9A916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</p:grpSp>
              <p:grpSp>
                <p:nvGrpSpPr>
                  <p:cNvPr id="1312" name="그래픽 629">
                    <a:extLst>
                      <a:ext uri="{FF2B5EF4-FFF2-40B4-BE49-F238E27FC236}">
                        <a16:creationId xmlns:a16="http://schemas.microsoft.com/office/drawing/2014/main" id="{A057F0D5-7676-438C-8587-7F86F4A2B054}"/>
                      </a:ext>
                    </a:extLst>
                  </p:cNvPr>
                  <p:cNvGrpSpPr/>
                  <p:nvPr/>
                </p:nvGrpSpPr>
                <p:grpSpPr>
                  <a:xfrm>
                    <a:off x="9409424" y="4211158"/>
                    <a:ext cx="25373" cy="25386"/>
                    <a:chOff x="9409424" y="4211158"/>
                    <a:chExt cx="25373" cy="25386"/>
                  </a:xfrm>
                  <a:solidFill>
                    <a:schemeClr val="accent1"/>
                  </a:solidFill>
                </p:grpSpPr>
                <p:sp>
                  <p:nvSpPr>
                    <p:cNvPr id="1313" name="자유형: 도형 1312">
                      <a:extLst>
                        <a:ext uri="{FF2B5EF4-FFF2-40B4-BE49-F238E27FC236}">
                          <a16:creationId xmlns:a16="http://schemas.microsoft.com/office/drawing/2014/main" id="{A53368E7-388C-46BB-B4B4-334C35D6A5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09424" y="4211158"/>
                      <a:ext cx="25373" cy="25386"/>
                    </a:xfrm>
                    <a:custGeom>
                      <a:avLst/>
                      <a:gdLst>
                        <a:gd name="connsiteX0" fmla="*/ 0 w 25373"/>
                        <a:gd name="connsiteY0" fmla="*/ 0 h 25385"/>
                        <a:gd name="connsiteX1" fmla="*/ 29166 w 25373"/>
                        <a:gd name="connsiteY1" fmla="*/ 0 h 25385"/>
                        <a:gd name="connsiteX2" fmla="*/ 29166 w 25373"/>
                        <a:gd name="connsiteY2" fmla="*/ 29153 h 25385"/>
                        <a:gd name="connsiteX3" fmla="*/ 0 w 25373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 h="25385">
                          <a:moveTo>
                            <a:pt x="0" y="0"/>
                          </a:moveTo>
                          <a:lnTo>
                            <a:pt x="29166" y="0"/>
                          </a:lnTo>
                          <a:lnTo>
                            <a:pt x="29166" y="29153"/>
                          </a:lnTo>
                          <a:lnTo>
                            <a:pt x="0" y="29153"/>
                          </a:lnTo>
                          <a:close/>
                        </a:path>
                      </a:pathLst>
                    </a:custGeom>
                    <a:solidFill>
                      <a:srgbClr val="8D8C8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314" name="자유형: 도형 1313">
                      <a:extLst>
                        <a:ext uri="{FF2B5EF4-FFF2-40B4-BE49-F238E27FC236}">
                          <a16:creationId xmlns:a16="http://schemas.microsoft.com/office/drawing/2014/main" id="{7C06B4B9-42E7-486D-955C-5DB6FAE4C4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16541" y="4218227"/>
                      <a:ext cx="12687" cy="12693"/>
                    </a:xfrm>
                    <a:custGeom>
                      <a:avLst/>
                      <a:gdLst>
                        <a:gd name="connsiteX0" fmla="*/ 0 w 12686"/>
                        <a:gd name="connsiteY0" fmla="*/ 0 h 12692"/>
                        <a:gd name="connsiteX1" fmla="*/ 15021 w 12686"/>
                        <a:gd name="connsiteY1" fmla="*/ 0 h 12692"/>
                        <a:gd name="connsiteX2" fmla="*/ 15021 w 12686"/>
                        <a:gd name="connsiteY2" fmla="*/ 15002 h 12692"/>
                        <a:gd name="connsiteX3" fmla="*/ 0 w 12686"/>
                        <a:gd name="connsiteY3" fmla="*/ 15002 h 12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2686" h="12692">
                          <a:moveTo>
                            <a:pt x="0" y="0"/>
                          </a:moveTo>
                          <a:lnTo>
                            <a:pt x="15021" y="0"/>
                          </a:lnTo>
                          <a:lnTo>
                            <a:pt x="15021" y="15002"/>
                          </a:lnTo>
                          <a:lnTo>
                            <a:pt x="0" y="15002"/>
                          </a:lnTo>
                          <a:close/>
                        </a:path>
                      </a:pathLst>
                    </a:custGeom>
                    <a:solidFill>
                      <a:srgbClr val="8C866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315" name="자유형: 도형 1314">
                      <a:extLst>
                        <a:ext uri="{FF2B5EF4-FFF2-40B4-BE49-F238E27FC236}">
                          <a16:creationId xmlns:a16="http://schemas.microsoft.com/office/drawing/2014/main" id="{5757DFAE-9B8E-4BA4-8EC2-B0A34F6862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09424" y="4211158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9153 h 25385"/>
                        <a:gd name="connsiteX1" fmla="*/ 7117 w 0"/>
                        <a:gd name="connsiteY1" fmla="*/ 22058 h 25385"/>
                        <a:gd name="connsiteX2" fmla="*/ 7117 w 0"/>
                        <a:gd name="connsiteY2" fmla="*/ 6371 h 25385"/>
                        <a:gd name="connsiteX3" fmla="*/ 0 w 0"/>
                        <a:gd name="connsiteY3" fmla="*/ 0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9153"/>
                          </a:moveTo>
                          <a:lnTo>
                            <a:pt x="7117" y="22058"/>
                          </a:lnTo>
                          <a:lnTo>
                            <a:pt x="7117" y="637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8AF82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316" name="자유형: 도형 1315">
                      <a:extLst>
                        <a:ext uri="{FF2B5EF4-FFF2-40B4-BE49-F238E27FC236}">
                          <a16:creationId xmlns:a16="http://schemas.microsoft.com/office/drawing/2014/main" id="{15226FB1-7504-4918-9EBE-DF9A1DC5189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09424" y="4211158"/>
                      <a:ext cx="25373" cy="12693"/>
                    </a:xfrm>
                    <a:custGeom>
                      <a:avLst/>
                      <a:gdLst>
                        <a:gd name="connsiteX0" fmla="*/ 22112 w 25373"/>
                        <a:gd name="connsiteY0" fmla="*/ 7095 h 0"/>
                        <a:gd name="connsiteX1" fmla="*/ 7219 w 25373"/>
                        <a:gd name="connsiteY1" fmla="*/ 7095 h 0"/>
                        <a:gd name="connsiteX2" fmla="*/ 0 w 25373"/>
                        <a:gd name="connsiteY2" fmla="*/ 0 h 0"/>
                        <a:gd name="connsiteX3" fmla="*/ 29166 w 25373"/>
                        <a:gd name="connsiteY3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22112" y="7095"/>
                          </a:moveTo>
                          <a:lnTo>
                            <a:pt x="7219" y="7095"/>
                          </a:lnTo>
                          <a:lnTo>
                            <a:pt x="0" y="0"/>
                          </a:lnTo>
                          <a:lnTo>
                            <a:pt x="29166" y="0"/>
                          </a:lnTo>
                          <a:close/>
                        </a:path>
                      </a:pathLst>
                    </a:custGeom>
                    <a:solidFill>
                      <a:srgbClr val="80795B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317" name="자유형: 도형 1316">
                      <a:extLst>
                        <a:ext uri="{FF2B5EF4-FFF2-40B4-BE49-F238E27FC236}">
                          <a16:creationId xmlns:a16="http://schemas.microsoft.com/office/drawing/2014/main" id="{D7D1C170-B45E-496B-A67A-8018F88BAA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31537" y="4211158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2058 h 25385"/>
                        <a:gd name="connsiteX1" fmla="*/ 0 w 0"/>
                        <a:gd name="connsiteY1" fmla="*/ 7095 h 25385"/>
                        <a:gd name="connsiteX2" fmla="*/ 7054 w 0"/>
                        <a:gd name="connsiteY2" fmla="*/ 0 h 25385"/>
                        <a:gd name="connsiteX3" fmla="*/ 7054 w 0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2058"/>
                          </a:moveTo>
                          <a:lnTo>
                            <a:pt x="0" y="7095"/>
                          </a:lnTo>
                          <a:lnTo>
                            <a:pt x="7054" y="0"/>
                          </a:lnTo>
                          <a:lnTo>
                            <a:pt x="7054" y="29153"/>
                          </a:lnTo>
                          <a:close/>
                        </a:path>
                      </a:pathLst>
                    </a:custGeom>
                    <a:solidFill>
                      <a:srgbClr val="5E5B4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318" name="자유형: 도형 1317">
                      <a:extLst>
                        <a:ext uri="{FF2B5EF4-FFF2-40B4-BE49-F238E27FC236}">
                          <a16:creationId xmlns:a16="http://schemas.microsoft.com/office/drawing/2014/main" id="{53487406-04E0-4802-94DB-2693506E6C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09424" y="4233216"/>
                      <a:ext cx="25373" cy="12693"/>
                    </a:xfrm>
                    <a:custGeom>
                      <a:avLst/>
                      <a:gdLst>
                        <a:gd name="connsiteX0" fmla="*/ 0 w 25373"/>
                        <a:gd name="connsiteY0" fmla="*/ 7095 h 0"/>
                        <a:gd name="connsiteX1" fmla="*/ 7193 w 25373"/>
                        <a:gd name="connsiteY1" fmla="*/ 0 h 0"/>
                        <a:gd name="connsiteX2" fmla="*/ 22112 w 25373"/>
                        <a:gd name="connsiteY2" fmla="*/ 0 h 0"/>
                        <a:gd name="connsiteX3" fmla="*/ 29166 w 25373"/>
                        <a:gd name="connsiteY3" fmla="*/ 7095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0" y="7095"/>
                          </a:moveTo>
                          <a:lnTo>
                            <a:pt x="7193" y="0"/>
                          </a:lnTo>
                          <a:lnTo>
                            <a:pt x="22112" y="0"/>
                          </a:lnTo>
                          <a:lnTo>
                            <a:pt x="29166" y="7095"/>
                          </a:lnTo>
                          <a:close/>
                        </a:path>
                      </a:pathLst>
                    </a:custGeom>
                    <a:solidFill>
                      <a:srgbClr val="9A916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</p:grpSp>
              <p:grpSp>
                <p:nvGrpSpPr>
                  <p:cNvPr id="1319" name="그래픽 629">
                    <a:extLst>
                      <a:ext uri="{FF2B5EF4-FFF2-40B4-BE49-F238E27FC236}">
                        <a16:creationId xmlns:a16="http://schemas.microsoft.com/office/drawing/2014/main" id="{A057F0D5-7676-438C-8587-7F86F4A2B054}"/>
                      </a:ext>
                    </a:extLst>
                  </p:cNvPr>
                  <p:cNvGrpSpPr/>
                  <p:nvPr/>
                </p:nvGrpSpPr>
                <p:grpSpPr>
                  <a:xfrm>
                    <a:off x="9409424" y="3754213"/>
                    <a:ext cx="25373" cy="25386"/>
                    <a:chOff x="9409424" y="3754213"/>
                    <a:chExt cx="25373" cy="25386"/>
                  </a:xfrm>
                  <a:solidFill>
                    <a:schemeClr val="accent1"/>
                  </a:solidFill>
                </p:grpSpPr>
                <p:sp>
                  <p:nvSpPr>
                    <p:cNvPr id="1320" name="자유형: 도형 1319">
                      <a:extLst>
                        <a:ext uri="{FF2B5EF4-FFF2-40B4-BE49-F238E27FC236}">
                          <a16:creationId xmlns:a16="http://schemas.microsoft.com/office/drawing/2014/main" id="{EA957855-9482-4F45-A755-DD2C8D78814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09424" y="3754213"/>
                      <a:ext cx="25373" cy="25386"/>
                    </a:xfrm>
                    <a:custGeom>
                      <a:avLst/>
                      <a:gdLst>
                        <a:gd name="connsiteX0" fmla="*/ 0 w 25373"/>
                        <a:gd name="connsiteY0" fmla="*/ 0 h 25385"/>
                        <a:gd name="connsiteX1" fmla="*/ 29166 w 25373"/>
                        <a:gd name="connsiteY1" fmla="*/ 0 h 25385"/>
                        <a:gd name="connsiteX2" fmla="*/ 29166 w 25373"/>
                        <a:gd name="connsiteY2" fmla="*/ 29153 h 25385"/>
                        <a:gd name="connsiteX3" fmla="*/ 0 w 25373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 h="25385">
                          <a:moveTo>
                            <a:pt x="0" y="0"/>
                          </a:moveTo>
                          <a:lnTo>
                            <a:pt x="29166" y="0"/>
                          </a:lnTo>
                          <a:lnTo>
                            <a:pt x="29166" y="29153"/>
                          </a:lnTo>
                          <a:lnTo>
                            <a:pt x="0" y="29153"/>
                          </a:lnTo>
                          <a:close/>
                        </a:path>
                      </a:pathLst>
                    </a:custGeom>
                    <a:solidFill>
                      <a:srgbClr val="8D8C8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321" name="자유형: 도형 1320">
                      <a:extLst>
                        <a:ext uri="{FF2B5EF4-FFF2-40B4-BE49-F238E27FC236}">
                          <a16:creationId xmlns:a16="http://schemas.microsoft.com/office/drawing/2014/main" id="{ADF87B03-0142-411C-852F-4B18225D225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16541" y="3761282"/>
                      <a:ext cx="12687" cy="12693"/>
                    </a:xfrm>
                    <a:custGeom>
                      <a:avLst/>
                      <a:gdLst>
                        <a:gd name="connsiteX0" fmla="*/ 0 w 12686"/>
                        <a:gd name="connsiteY0" fmla="*/ 0 h 12692"/>
                        <a:gd name="connsiteX1" fmla="*/ 15021 w 12686"/>
                        <a:gd name="connsiteY1" fmla="*/ 0 h 12692"/>
                        <a:gd name="connsiteX2" fmla="*/ 15021 w 12686"/>
                        <a:gd name="connsiteY2" fmla="*/ 15002 h 12692"/>
                        <a:gd name="connsiteX3" fmla="*/ 0 w 12686"/>
                        <a:gd name="connsiteY3" fmla="*/ 15002 h 12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2686" h="12692">
                          <a:moveTo>
                            <a:pt x="0" y="0"/>
                          </a:moveTo>
                          <a:lnTo>
                            <a:pt x="15021" y="0"/>
                          </a:lnTo>
                          <a:lnTo>
                            <a:pt x="15021" y="15002"/>
                          </a:lnTo>
                          <a:lnTo>
                            <a:pt x="0" y="15002"/>
                          </a:lnTo>
                          <a:close/>
                        </a:path>
                      </a:pathLst>
                    </a:custGeom>
                    <a:solidFill>
                      <a:srgbClr val="8C866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322" name="자유형: 도형 1321">
                      <a:extLst>
                        <a:ext uri="{FF2B5EF4-FFF2-40B4-BE49-F238E27FC236}">
                          <a16:creationId xmlns:a16="http://schemas.microsoft.com/office/drawing/2014/main" id="{511F82A3-D7A9-4FC4-AF1C-BB4D36E28DD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09424" y="3754213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9153 h 25385"/>
                        <a:gd name="connsiteX1" fmla="*/ 7117 w 0"/>
                        <a:gd name="connsiteY1" fmla="*/ 22058 h 25385"/>
                        <a:gd name="connsiteX2" fmla="*/ 7117 w 0"/>
                        <a:gd name="connsiteY2" fmla="*/ 6371 h 25385"/>
                        <a:gd name="connsiteX3" fmla="*/ 0 w 0"/>
                        <a:gd name="connsiteY3" fmla="*/ 0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9153"/>
                          </a:moveTo>
                          <a:lnTo>
                            <a:pt x="7117" y="22058"/>
                          </a:lnTo>
                          <a:lnTo>
                            <a:pt x="7117" y="637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8AF82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323" name="자유형: 도형 1322">
                      <a:extLst>
                        <a:ext uri="{FF2B5EF4-FFF2-40B4-BE49-F238E27FC236}">
                          <a16:creationId xmlns:a16="http://schemas.microsoft.com/office/drawing/2014/main" id="{17A8C706-B167-41B4-A8F1-903C13F2738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09424" y="3754213"/>
                      <a:ext cx="25373" cy="12693"/>
                    </a:xfrm>
                    <a:custGeom>
                      <a:avLst/>
                      <a:gdLst>
                        <a:gd name="connsiteX0" fmla="*/ 22112 w 25373"/>
                        <a:gd name="connsiteY0" fmla="*/ 7095 h 0"/>
                        <a:gd name="connsiteX1" fmla="*/ 7219 w 25373"/>
                        <a:gd name="connsiteY1" fmla="*/ 7095 h 0"/>
                        <a:gd name="connsiteX2" fmla="*/ 0 w 25373"/>
                        <a:gd name="connsiteY2" fmla="*/ 0 h 0"/>
                        <a:gd name="connsiteX3" fmla="*/ 29166 w 25373"/>
                        <a:gd name="connsiteY3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22112" y="7095"/>
                          </a:moveTo>
                          <a:lnTo>
                            <a:pt x="7219" y="7095"/>
                          </a:lnTo>
                          <a:lnTo>
                            <a:pt x="0" y="0"/>
                          </a:lnTo>
                          <a:lnTo>
                            <a:pt x="29166" y="0"/>
                          </a:lnTo>
                          <a:close/>
                        </a:path>
                      </a:pathLst>
                    </a:custGeom>
                    <a:solidFill>
                      <a:srgbClr val="80795B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324" name="자유형: 도형 1323">
                      <a:extLst>
                        <a:ext uri="{FF2B5EF4-FFF2-40B4-BE49-F238E27FC236}">
                          <a16:creationId xmlns:a16="http://schemas.microsoft.com/office/drawing/2014/main" id="{460B824B-ACE4-4833-9D42-34C65A52EA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31537" y="3754213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2058 h 25385"/>
                        <a:gd name="connsiteX1" fmla="*/ 0 w 0"/>
                        <a:gd name="connsiteY1" fmla="*/ 7095 h 25385"/>
                        <a:gd name="connsiteX2" fmla="*/ 7054 w 0"/>
                        <a:gd name="connsiteY2" fmla="*/ 0 h 25385"/>
                        <a:gd name="connsiteX3" fmla="*/ 7054 w 0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2058"/>
                          </a:moveTo>
                          <a:lnTo>
                            <a:pt x="0" y="7095"/>
                          </a:lnTo>
                          <a:lnTo>
                            <a:pt x="7054" y="0"/>
                          </a:lnTo>
                          <a:lnTo>
                            <a:pt x="7054" y="29153"/>
                          </a:lnTo>
                          <a:close/>
                        </a:path>
                      </a:pathLst>
                    </a:custGeom>
                    <a:solidFill>
                      <a:srgbClr val="5E5B4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325" name="자유형: 도형 1324">
                      <a:extLst>
                        <a:ext uri="{FF2B5EF4-FFF2-40B4-BE49-F238E27FC236}">
                          <a16:creationId xmlns:a16="http://schemas.microsoft.com/office/drawing/2014/main" id="{D7108AC6-78AF-4F92-A765-D19A9BF02C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09424" y="3776271"/>
                      <a:ext cx="25373" cy="12693"/>
                    </a:xfrm>
                    <a:custGeom>
                      <a:avLst/>
                      <a:gdLst>
                        <a:gd name="connsiteX0" fmla="*/ 0 w 25373"/>
                        <a:gd name="connsiteY0" fmla="*/ 7095 h 0"/>
                        <a:gd name="connsiteX1" fmla="*/ 7193 w 25373"/>
                        <a:gd name="connsiteY1" fmla="*/ 0 h 0"/>
                        <a:gd name="connsiteX2" fmla="*/ 22112 w 25373"/>
                        <a:gd name="connsiteY2" fmla="*/ 0 h 0"/>
                        <a:gd name="connsiteX3" fmla="*/ 29166 w 25373"/>
                        <a:gd name="connsiteY3" fmla="*/ 7095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0" y="7095"/>
                          </a:moveTo>
                          <a:lnTo>
                            <a:pt x="7193" y="0"/>
                          </a:lnTo>
                          <a:lnTo>
                            <a:pt x="22112" y="0"/>
                          </a:lnTo>
                          <a:lnTo>
                            <a:pt x="29166" y="7095"/>
                          </a:lnTo>
                          <a:close/>
                        </a:path>
                      </a:pathLst>
                    </a:custGeom>
                    <a:solidFill>
                      <a:srgbClr val="9A916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</p:grpSp>
            </p:grpSp>
            <p:grpSp>
              <p:nvGrpSpPr>
                <p:cNvPr id="2018" name="그룹 2017">
                  <a:extLst>
                    <a:ext uri="{FF2B5EF4-FFF2-40B4-BE49-F238E27FC236}">
                      <a16:creationId xmlns:a16="http://schemas.microsoft.com/office/drawing/2014/main" id="{FD78195A-5FCA-4B17-88AF-12C928FCD1FA}"/>
                    </a:ext>
                  </a:extLst>
                </p:cNvPr>
                <p:cNvGrpSpPr/>
                <p:nvPr/>
              </p:nvGrpSpPr>
              <p:grpSpPr>
                <a:xfrm rot="5400000">
                  <a:off x="6358621" y="3708905"/>
                  <a:ext cx="1080000" cy="1080000"/>
                  <a:chOff x="6638042" y="4180040"/>
                  <a:chExt cx="1091045" cy="1091591"/>
                </a:xfrm>
              </p:grpSpPr>
              <p:grpSp>
                <p:nvGrpSpPr>
                  <p:cNvPr id="1512" name="그래픽 629">
                    <a:extLst>
                      <a:ext uri="{FF2B5EF4-FFF2-40B4-BE49-F238E27FC236}">
                        <a16:creationId xmlns:a16="http://schemas.microsoft.com/office/drawing/2014/main" id="{A057F0D5-7676-438C-8587-7F86F4A2B054}"/>
                      </a:ext>
                    </a:extLst>
                  </p:cNvPr>
                  <p:cNvGrpSpPr/>
                  <p:nvPr/>
                </p:nvGrpSpPr>
                <p:grpSpPr>
                  <a:xfrm>
                    <a:off x="6638042" y="4180040"/>
                    <a:ext cx="1091045" cy="1091591"/>
                    <a:chOff x="6638042" y="4180040"/>
                    <a:chExt cx="1091045" cy="1091591"/>
                  </a:xfrm>
                  <a:solidFill>
                    <a:schemeClr val="accent1"/>
                  </a:solidFill>
                </p:grpSpPr>
                <p:sp>
                  <p:nvSpPr>
                    <p:cNvPr id="1513" name="자유형: 도형 1512">
                      <a:extLst>
                        <a:ext uri="{FF2B5EF4-FFF2-40B4-BE49-F238E27FC236}">
                          <a16:creationId xmlns:a16="http://schemas.microsoft.com/office/drawing/2014/main" id="{0019BC76-60D7-478F-A882-2460EEAA323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38042" y="4180040"/>
                      <a:ext cx="1091045" cy="1091591"/>
                    </a:xfrm>
                    <a:custGeom>
                      <a:avLst/>
                      <a:gdLst>
                        <a:gd name="connsiteX0" fmla="*/ 0 w 1091045"/>
                        <a:gd name="connsiteY0" fmla="*/ 0 h 1091590"/>
                        <a:gd name="connsiteX1" fmla="*/ 0 w 1091045"/>
                        <a:gd name="connsiteY1" fmla="*/ 520917 h 1091590"/>
                        <a:gd name="connsiteX2" fmla="*/ 27403 w 1091045"/>
                        <a:gd name="connsiteY2" fmla="*/ 548334 h 1091590"/>
                        <a:gd name="connsiteX3" fmla="*/ 0 w 1091045"/>
                        <a:gd name="connsiteY3" fmla="*/ 575751 h 1091590"/>
                        <a:gd name="connsiteX4" fmla="*/ 0 w 1091045"/>
                        <a:gd name="connsiteY4" fmla="*/ 1096668 h 1091590"/>
                        <a:gd name="connsiteX5" fmla="*/ 1096120 w 1091045"/>
                        <a:gd name="connsiteY5" fmla="*/ 1096668 h 1091590"/>
                        <a:gd name="connsiteX6" fmla="*/ 1096120 w 1091045"/>
                        <a:gd name="connsiteY6" fmla="*/ 0 h 1091590"/>
                        <a:gd name="connsiteX7" fmla="*/ 0 w 1091045"/>
                        <a:gd name="connsiteY7" fmla="*/ 0 h 10915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091045" h="1091590">
                          <a:moveTo>
                            <a:pt x="0" y="0"/>
                          </a:moveTo>
                          <a:lnTo>
                            <a:pt x="0" y="520917"/>
                          </a:lnTo>
                          <a:cubicBezTo>
                            <a:pt x="15134" y="520917"/>
                            <a:pt x="27403" y="533192"/>
                            <a:pt x="27403" y="548334"/>
                          </a:cubicBezTo>
                          <a:cubicBezTo>
                            <a:pt x="27403" y="563476"/>
                            <a:pt x="15134" y="575751"/>
                            <a:pt x="0" y="575751"/>
                          </a:cubicBezTo>
                          <a:lnTo>
                            <a:pt x="0" y="1096668"/>
                          </a:lnTo>
                          <a:lnTo>
                            <a:pt x="1096120" y="1096668"/>
                          </a:lnTo>
                          <a:lnTo>
                            <a:pt x="109612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1F7A34"/>
                    </a:solidFill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grpSp>
                  <p:nvGrpSpPr>
                    <p:cNvPr id="1514" name="그래픽 629">
                      <a:extLst>
                        <a:ext uri="{FF2B5EF4-FFF2-40B4-BE49-F238E27FC236}">
                          <a16:creationId xmlns:a16="http://schemas.microsoft.com/office/drawing/2014/main" id="{A057F0D5-7676-438C-8587-7F86F4A2B05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887523" y="4330915"/>
                      <a:ext cx="596269" cy="761575"/>
                      <a:chOff x="6887523" y="4330915"/>
                      <a:chExt cx="596269" cy="761575"/>
                    </a:xfrm>
                    <a:solidFill>
                      <a:schemeClr val="accent1"/>
                    </a:solidFill>
                  </p:grpSpPr>
                  <p:grpSp>
                    <p:nvGrpSpPr>
                      <p:cNvPr id="1515" name="그래픽 629">
                        <a:extLst>
                          <a:ext uri="{FF2B5EF4-FFF2-40B4-BE49-F238E27FC236}">
                            <a16:creationId xmlns:a16="http://schemas.microsoft.com/office/drawing/2014/main" id="{A057F0D5-7676-438C-8587-7F86F4A2B05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6887523" y="4330915"/>
                        <a:ext cx="596269" cy="761575"/>
                        <a:chOff x="6887523" y="4330915"/>
                        <a:chExt cx="596269" cy="761575"/>
                      </a:xfrm>
                      <a:solidFill>
                        <a:schemeClr val="accent1"/>
                      </a:solidFill>
                    </p:grpSpPr>
                    <p:sp>
                      <p:nvSpPr>
                        <p:cNvPr id="1516" name="자유형: 도형 1515">
                          <a:extLst>
                            <a:ext uri="{FF2B5EF4-FFF2-40B4-BE49-F238E27FC236}">
                              <a16:creationId xmlns:a16="http://schemas.microsoft.com/office/drawing/2014/main" id="{6B0F277B-0A62-4CFB-A1AB-1F86A818769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887523" y="4498055"/>
                          <a:ext cx="596269" cy="596567"/>
                        </a:xfrm>
                        <a:custGeom>
                          <a:avLst/>
                          <a:gdLst>
                            <a:gd name="connsiteX0" fmla="*/ 0 w 596269"/>
                            <a:gd name="connsiteY0" fmla="*/ 0 h 596566"/>
                            <a:gd name="connsiteX1" fmla="*/ 597157 w 596269"/>
                            <a:gd name="connsiteY1" fmla="*/ 0 h 596566"/>
                            <a:gd name="connsiteX2" fmla="*/ 597157 w 596269"/>
                            <a:gd name="connsiteY2" fmla="*/ 597455 h 596566"/>
                            <a:gd name="connsiteX3" fmla="*/ 0 w 596269"/>
                            <a:gd name="connsiteY3" fmla="*/ 597455 h 596566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596269" h="596566">
                              <a:moveTo>
                                <a:pt x="0" y="0"/>
                              </a:moveTo>
                              <a:lnTo>
                                <a:pt x="597157" y="0"/>
                              </a:lnTo>
                              <a:lnTo>
                                <a:pt x="597157" y="597455"/>
                              </a:lnTo>
                              <a:lnTo>
                                <a:pt x="0" y="59745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1A1A1A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517" name="자유형: 도형 1516">
                          <a:extLst>
                            <a:ext uri="{FF2B5EF4-FFF2-40B4-BE49-F238E27FC236}">
                              <a16:creationId xmlns:a16="http://schemas.microsoft.com/office/drawing/2014/main" id="{45411541-E2EC-4450-B87B-7CB7C087ECC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887523" y="5089342"/>
                          <a:ext cx="596269" cy="12693"/>
                        </a:xfrm>
                        <a:custGeom>
                          <a:avLst/>
                          <a:gdLst>
                            <a:gd name="connsiteX0" fmla="*/ 0 w 596269"/>
                            <a:gd name="connsiteY0" fmla="*/ 0 h 0"/>
                            <a:gd name="connsiteX1" fmla="*/ 597157 w 596269"/>
                            <a:gd name="connsiteY1" fmla="*/ 0 h 0"/>
                            <a:gd name="connsiteX2" fmla="*/ 597157 w 596269"/>
                            <a:gd name="connsiteY2" fmla="*/ 6169 h 0"/>
                            <a:gd name="connsiteX3" fmla="*/ 0 w 596269"/>
                            <a:gd name="connsiteY3" fmla="*/ 6169 h 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596269">
                              <a:moveTo>
                                <a:pt x="0" y="0"/>
                              </a:moveTo>
                              <a:lnTo>
                                <a:pt x="597157" y="0"/>
                              </a:lnTo>
                              <a:lnTo>
                                <a:pt x="597157" y="6169"/>
                              </a:lnTo>
                              <a:lnTo>
                                <a:pt x="0" y="6169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40000"/>
                          </a:srgbClr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518" name="자유형: 도형 1517">
                          <a:extLst>
                            <a:ext uri="{FF2B5EF4-FFF2-40B4-BE49-F238E27FC236}">
                              <a16:creationId xmlns:a16="http://schemas.microsoft.com/office/drawing/2014/main" id="{2E53D733-4DBF-44BE-AA10-F62262402DD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887523" y="4448324"/>
                          <a:ext cx="596269" cy="596567"/>
                        </a:xfrm>
                        <a:custGeom>
                          <a:avLst/>
                          <a:gdLst>
                            <a:gd name="connsiteX0" fmla="*/ 0 w 596269"/>
                            <a:gd name="connsiteY0" fmla="*/ 0 h 596566"/>
                            <a:gd name="connsiteX1" fmla="*/ 597157 w 596269"/>
                            <a:gd name="connsiteY1" fmla="*/ 0 h 596566"/>
                            <a:gd name="connsiteX2" fmla="*/ 597157 w 596269"/>
                            <a:gd name="connsiteY2" fmla="*/ 597455 h 596566"/>
                            <a:gd name="connsiteX3" fmla="*/ 0 w 596269"/>
                            <a:gd name="connsiteY3" fmla="*/ 597455 h 596566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596269" h="596566">
                              <a:moveTo>
                                <a:pt x="0" y="0"/>
                              </a:moveTo>
                              <a:lnTo>
                                <a:pt x="597157" y="0"/>
                              </a:lnTo>
                              <a:lnTo>
                                <a:pt x="597157" y="597455"/>
                              </a:lnTo>
                              <a:lnTo>
                                <a:pt x="0" y="59745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33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519" name="자유형: 도형 1518">
                          <a:extLst>
                            <a:ext uri="{FF2B5EF4-FFF2-40B4-BE49-F238E27FC236}">
                              <a16:creationId xmlns:a16="http://schemas.microsoft.com/office/drawing/2014/main" id="{A942169D-FD32-4933-8123-D90EC33C86D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887523" y="4448324"/>
                          <a:ext cx="596269" cy="12693"/>
                        </a:xfrm>
                        <a:custGeom>
                          <a:avLst/>
                          <a:gdLst>
                            <a:gd name="connsiteX0" fmla="*/ 0 w 596269"/>
                            <a:gd name="connsiteY0" fmla="*/ 0 h 0"/>
                            <a:gd name="connsiteX1" fmla="*/ 597157 w 596269"/>
                            <a:gd name="connsiteY1" fmla="*/ 0 h 0"/>
                            <a:gd name="connsiteX2" fmla="*/ 597157 w 596269"/>
                            <a:gd name="connsiteY2" fmla="*/ 4785 h 0"/>
                            <a:gd name="connsiteX3" fmla="*/ 0 w 596269"/>
                            <a:gd name="connsiteY3" fmla="*/ 4785 h 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596269">
                              <a:moveTo>
                                <a:pt x="0" y="0"/>
                              </a:moveTo>
                              <a:lnTo>
                                <a:pt x="597157" y="0"/>
                              </a:lnTo>
                              <a:lnTo>
                                <a:pt x="597157" y="4785"/>
                              </a:lnTo>
                              <a:lnTo>
                                <a:pt x="0" y="478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FF">
                            <a:alpha val="20000"/>
                          </a:srgbClr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520" name="자유형: 도형 1519">
                          <a:extLst>
                            <a:ext uri="{FF2B5EF4-FFF2-40B4-BE49-F238E27FC236}">
                              <a16:creationId xmlns:a16="http://schemas.microsoft.com/office/drawing/2014/main" id="{F66A5D96-2E44-49B6-8DD6-534F7D66604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887523" y="4695836"/>
                          <a:ext cx="596269" cy="50772"/>
                        </a:xfrm>
                        <a:custGeom>
                          <a:avLst/>
                          <a:gdLst>
                            <a:gd name="connsiteX0" fmla="*/ 0 w 596269"/>
                            <a:gd name="connsiteY0" fmla="*/ 0 h 50771"/>
                            <a:gd name="connsiteX1" fmla="*/ 597157 w 596269"/>
                            <a:gd name="connsiteY1" fmla="*/ 0 h 50771"/>
                            <a:gd name="connsiteX2" fmla="*/ 597157 w 596269"/>
                            <a:gd name="connsiteY2" fmla="*/ 51216 h 50771"/>
                            <a:gd name="connsiteX3" fmla="*/ 0 w 596269"/>
                            <a:gd name="connsiteY3" fmla="*/ 51216 h 5077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596269" h="50771">
                              <a:moveTo>
                                <a:pt x="0" y="0"/>
                              </a:moveTo>
                              <a:lnTo>
                                <a:pt x="597157" y="0"/>
                              </a:lnTo>
                              <a:lnTo>
                                <a:pt x="597157" y="51216"/>
                              </a:lnTo>
                              <a:lnTo>
                                <a:pt x="0" y="5121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1A1A1A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521" name="자유형: 도형 1520">
                          <a:extLst>
                            <a:ext uri="{FF2B5EF4-FFF2-40B4-BE49-F238E27FC236}">
                              <a16:creationId xmlns:a16="http://schemas.microsoft.com/office/drawing/2014/main" id="{51D29420-3D3C-42DA-A2F7-F68F2F70F0D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887523" y="4448325"/>
                          <a:ext cx="596269" cy="596567"/>
                        </a:xfrm>
                        <a:custGeom>
                          <a:avLst/>
                          <a:gdLst>
                            <a:gd name="connsiteX0" fmla="*/ 597157 w 596269"/>
                            <a:gd name="connsiteY0" fmla="*/ 298728 h 596566"/>
                            <a:gd name="connsiteX1" fmla="*/ 298579 w 596269"/>
                            <a:gd name="connsiteY1" fmla="*/ 597455 h 596566"/>
                            <a:gd name="connsiteX2" fmla="*/ 0 w 596269"/>
                            <a:gd name="connsiteY2" fmla="*/ 298728 h 596566"/>
                            <a:gd name="connsiteX3" fmla="*/ 298579 w 596269"/>
                            <a:gd name="connsiteY3" fmla="*/ 0 h 596566"/>
                            <a:gd name="connsiteX4" fmla="*/ 597157 w 596269"/>
                            <a:gd name="connsiteY4" fmla="*/ 298728 h 596566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596269" h="596566">
                              <a:moveTo>
                                <a:pt x="597157" y="298728"/>
                              </a:moveTo>
                              <a:cubicBezTo>
                                <a:pt x="597157" y="463710"/>
                                <a:pt x="463479" y="597455"/>
                                <a:pt x="298579" y="597455"/>
                              </a:cubicBezTo>
                              <a:cubicBezTo>
                                <a:pt x="133678" y="597455"/>
                                <a:pt x="0" y="463710"/>
                                <a:pt x="0" y="298728"/>
                              </a:cubicBezTo>
                              <a:cubicBezTo>
                                <a:pt x="0" y="133745"/>
                                <a:pt x="133678" y="0"/>
                                <a:pt x="298579" y="0"/>
                              </a:cubicBezTo>
                              <a:cubicBezTo>
                                <a:pt x="463479" y="0"/>
                                <a:pt x="597157" y="133745"/>
                                <a:pt x="597157" y="298728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1A1A1A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522" name="자유형: 도형 1521">
                          <a:extLst>
                            <a:ext uri="{FF2B5EF4-FFF2-40B4-BE49-F238E27FC236}">
                              <a16:creationId xmlns:a16="http://schemas.microsoft.com/office/drawing/2014/main" id="{35BCDEF8-9A93-45DA-B96E-1FB942326F1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887523" y="4397121"/>
                          <a:ext cx="596269" cy="596567"/>
                        </a:xfrm>
                        <a:custGeom>
                          <a:avLst/>
                          <a:gdLst>
                            <a:gd name="connsiteX0" fmla="*/ 597157 w 596269"/>
                            <a:gd name="connsiteY0" fmla="*/ 298728 h 596566"/>
                            <a:gd name="connsiteX1" fmla="*/ 298579 w 596269"/>
                            <a:gd name="connsiteY1" fmla="*/ 597455 h 596566"/>
                            <a:gd name="connsiteX2" fmla="*/ 0 w 596269"/>
                            <a:gd name="connsiteY2" fmla="*/ 298728 h 596566"/>
                            <a:gd name="connsiteX3" fmla="*/ 298579 w 596269"/>
                            <a:gd name="connsiteY3" fmla="*/ 0 h 596566"/>
                            <a:gd name="connsiteX4" fmla="*/ 597157 w 596269"/>
                            <a:gd name="connsiteY4" fmla="*/ 298728 h 596566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596269" h="596566">
                              <a:moveTo>
                                <a:pt x="597157" y="298728"/>
                              </a:moveTo>
                              <a:cubicBezTo>
                                <a:pt x="597157" y="463710"/>
                                <a:pt x="463479" y="597455"/>
                                <a:pt x="298579" y="597455"/>
                              </a:cubicBezTo>
                              <a:cubicBezTo>
                                <a:pt x="133678" y="597455"/>
                                <a:pt x="0" y="463710"/>
                                <a:pt x="0" y="298728"/>
                              </a:cubicBezTo>
                              <a:cubicBezTo>
                                <a:pt x="0" y="133745"/>
                                <a:pt x="133678" y="0"/>
                                <a:pt x="298579" y="0"/>
                              </a:cubicBezTo>
                              <a:cubicBezTo>
                                <a:pt x="463479" y="0"/>
                                <a:pt x="597157" y="133745"/>
                                <a:pt x="597157" y="298728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33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523" name="자유형: 도형 1522">
                          <a:extLst>
                            <a:ext uri="{FF2B5EF4-FFF2-40B4-BE49-F238E27FC236}">
                              <a16:creationId xmlns:a16="http://schemas.microsoft.com/office/drawing/2014/main" id="{3136581F-0680-460C-B22C-BE407334844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938714" y="4578427"/>
                          <a:ext cx="494776" cy="114236"/>
                        </a:xfrm>
                        <a:custGeom>
                          <a:avLst/>
                          <a:gdLst>
                            <a:gd name="connsiteX0" fmla="*/ 0 w 494776"/>
                            <a:gd name="connsiteY0" fmla="*/ 0 h 114236"/>
                            <a:gd name="connsiteX1" fmla="*/ 494776 w 494776"/>
                            <a:gd name="connsiteY1" fmla="*/ 0 h 114236"/>
                            <a:gd name="connsiteX2" fmla="*/ 494776 w 494776"/>
                            <a:gd name="connsiteY2" fmla="*/ 117409 h 114236"/>
                            <a:gd name="connsiteX3" fmla="*/ 0 w 494776"/>
                            <a:gd name="connsiteY3" fmla="*/ 117409 h 114236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494776" h="114236">
                              <a:moveTo>
                                <a:pt x="0" y="0"/>
                              </a:moveTo>
                              <a:lnTo>
                                <a:pt x="494776" y="0"/>
                              </a:lnTo>
                              <a:lnTo>
                                <a:pt x="494776" y="117409"/>
                              </a:lnTo>
                              <a:lnTo>
                                <a:pt x="0" y="117409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1A1A1A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524" name="자유형: 도형 1523">
                          <a:extLst>
                            <a:ext uri="{FF2B5EF4-FFF2-40B4-BE49-F238E27FC236}">
                              <a16:creationId xmlns:a16="http://schemas.microsoft.com/office/drawing/2014/main" id="{CDD76D72-D29F-4473-88CB-96E0862F210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938714" y="4448325"/>
                          <a:ext cx="494776" cy="482331"/>
                        </a:xfrm>
                        <a:custGeom>
                          <a:avLst/>
                          <a:gdLst>
                            <a:gd name="connsiteX0" fmla="*/ 494776 w 494776"/>
                            <a:gd name="connsiteY0" fmla="*/ 247512 h 482330"/>
                            <a:gd name="connsiteX1" fmla="*/ 247388 w 494776"/>
                            <a:gd name="connsiteY1" fmla="*/ 495024 h 482330"/>
                            <a:gd name="connsiteX2" fmla="*/ 0 w 494776"/>
                            <a:gd name="connsiteY2" fmla="*/ 247512 h 482330"/>
                            <a:gd name="connsiteX3" fmla="*/ 247388 w 494776"/>
                            <a:gd name="connsiteY3" fmla="*/ 0 h 482330"/>
                            <a:gd name="connsiteX4" fmla="*/ 494776 w 494776"/>
                            <a:gd name="connsiteY4" fmla="*/ 247512 h 48233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494776" h="482330">
                              <a:moveTo>
                                <a:pt x="494776" y="247512"/>
                              </a:moveTo>
                              <a:cubicBezTo>
                                <a:pt x="494776" y="384209"/>
                                <a:pt x="384017" y="495024"/>
                                <a:pt x="247388" y="495024"/>
                              </a:cubicBezTo>
                              <a:cubicBezTo>
                                <a:pt x="110759" y="495024"/>
                                <a:pt x="0" y="384209"/>
                                <a:pt x="0" y="247512"/>
                              </a:cubicBezTo>
                              <a:cubicBezTo>
                                <a:pt x="0" y="110815"/>
                                <a:pt x="110759" y="0"/>
                                <a:pt x="247388" y="0"/>
                              </a:cubicBezTo>
                              <a:cubicBezTo>
                                <a:pt x="384017" y="0"/>
                                <a:pt x="494776" y="110815"/>
                                <a:pt x="494776" y="247512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1A1A1A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525" name="자유형: 도형 1524">
                          <a:extLst>
                            <a:ext uri="{FF2B5EF4-FFF2-40B4-BE49-F238E27FC236}">
                              <a16:creationId xmlns:a16="http://schemas.microsoft.com/office/drawing/2014/main" id="{C9405A90-4471-41F9-82E9-7DCF815F195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887523" y="4397109"/>
                          <a:ext cx="596269" cy="304630"/>
                        </a:xfrm>
                        <a:custGeom>
                          <a:avLst/>
                          <a:gdLst>
                            <a:gd name="connsiteX0" fmla="*/ 0 w 596269"/>
                            <a:gd name="connsiteY0" fmla="*/ 306508 h 304629"/>
                            <a:gd name="connsiteX1" fmla="*/ 298579 w 596269"/>
                            <a:gd name="connsiteY1" fmla="*/ 7781 h 304629"/>
                            <a:gd name="connsiteX2" fmla="*/ 597157 w 596269"/>
                            <a:gd name="connsiteY2" fmla="*/ 306508 h 304629"/>
                            <a:gd name="connsiteX3" fmla="*/ 597157 w 596269"/>
                            <a:gd name="connsiteY3" fmla="*/ 298728 h 304629"/>
                            <a:gd name="connsiteX4" fmla="*/ 298579 w 596269"/>
                            <a:gd name="connsiteY4" fmla="*/ 0 h 304629"/>
                            <a:gd name="connsiteX5" fmla="*/ 0 w 596269"/>
                            <a:gd name="connsiteY5" fmla="*/ 298728 h 304629"/>
                            <a:gd name="connsiteX6" fmla="*/ 0 w 596269"/>
                            <a:gd name="connsiteY6" fmla="*/ 306508 h 30462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596269" h="304629">
                              <a:moveTo>
                                <a:pt x="0" y="306508"/>
                              </a:moveTo>
                              <a:cubicBezTo>
                                <a:pt x="0" y="141526"/>
                                <a:pt x="133678" y="7781"/>
                                <a:pt x="298579" y="7781"/>
                              </a:cubicBezTo>
                              <a:cubicBezTo>
                                <a:pt x="463479" y="7781"/>
                                <a:pt x="597157" y="141526"/>
                                <a:pt x="597157" y="306508"/>
                              </a:cubicBezTo>
                              <a:lnTo>
                                <a:pt x="597157" y="298728"/>
                              </a:lnTo>
                              <a:cubicBezTo>
                                <a:pt x="597157" y="133745"/>
                                <a:pt x="463479" y="0"/>
                                <a:pt x="298579" y="0"/>
                              </a:cubicBezTo>
                              <a:cubicBezTo>
                                <a:pt x="133678" y="13"/>
                                <a:pt x="0" y="133745"/>
                                <a:pt x="0" y="298728"/>
                              </a:cubicBezTo>
                              <a:lnTo>
                                <a:pt x="0" y="306508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FF">
                            <a:alpha val="20000"/>
                          </a:srgbClr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526" name="자유형: 도형 1525">
                          <a:extLst>
                            <a:ext uri="{FF2B5EF4-FFF2-40B4-BE49-F238E27FC236}">
                              <a16:creationId xmlns:a16="http://schemas.microsoft.com/office/drawing/2014/main" id="{BC9351E7-5E9D-4AB7-B33B-71956DDDBEB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968159" y="4360388"/>
                          <a:ext cx="431344" cy="431559"/>
                        </a:xfrm>
                        <a:custGeom>
                          <a:avLst/>
                          <a:gdLst>
                            <a:gd name="connsiteX0" fmla="*/ 435885 w 431343"/>
                            <a:gd name="connsiteY0" fmla="*/ 218052 h 431559"/>
                            <a:gd name="connsiteX1" fmla="*/ 217943 w 431343"/>
                            <a:gd name="connsiteY1" fmla="*/ 436103 h 431559"/>
                            <a:gd name="connsiteX2" fmla="*/ 0 w 431343"/>
                            <a:gd name="connsiteY2" fmla="*/ 218052 h 431559"/>
                            <a:gd name="connsiteX3" fmla="*/ 217943 w 431343"/>
                            <a:gd name="connsiteY3" fmla="*/ 0 h 431559"/>
                            <a:gd name="connsiteX4" fmla="*/ 435885 w 431343"/>
                            <a:gd name="connsiteY4" fmla="*/ 218052 h 43155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431343" h="431559">
                              <a:moveTo>
                                <a:pt x="435885" y="218052"/>
                              </a:moveTo>
                              <a:cubicBezTo>
                                <a:pt x="435885" y="338478"/>
                                <a:pt x="338309" y="436103"/>
                                <a:pt x="217943" y="436103"/>
                              </a:cubicBezTo>
                              <a:cubicBezTo>
                                <a:pt x="97576" y="436103"/>
                                <a:pt x="0" y="338478"/>
                                <a:pt x="0" y="218052"/>
                              </a:cubicBezTo>
                              <a:cubicBezTo>
                                <a:pt x="0" y="97625"/>
                                <a:pt x="97576" y="0"/>
                                <a:pt x="217943" y="0"/>
                              </a:cubicBezTo>
                              <a:cubicBezTo>
                                <a:pt x="338309" y="0"/>
                                <a:pt x="435885" y="97625"/>
                                <a:pt x="435885" y="218052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CB0E34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527" name="자유형: 도형 1526">
                          <a:extLst>
                            <a:ext uri="{FF2B5EF4-FFF2-40B4-BE49-F238E27FC236}">
                              <a16:creationId xmlns:a16="http://schemas.microsoft.com/office/drawing/2014/main" id="{462A2AEE-2121-4E4F-B291-BBA1BBE3AB5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119967" y="4520128"/>
                          <a:ext cx="126866" cy="63465"/>
                        </a:xfrm>
                        <a:custGeom>
                          <a:avLst/>
                          <a:gdLst>
                            <a:gd name="connsiteX0" fmla="*/ 0 w 126865"/>
                            <a:gd name="connsiteY0" fmla="*/ 74127 h 63464"/>
                            <a:gd name="connsiteX1" fmla="*/ 66135 w 126865"/>
                            <a:gd name="connsiteY1" fmla="*/ 18278 h 63464"/>
                            <a:gd name="connsiteX2" fmla="*/ 132258 w 126865"/>
                            <a:gd name="connsiteY2" fmla="*/ 74127 h 63464"/>
                            <a:gd name="connsiteX3" fmla="*/ 132258 w 126865"/>
                            <a:gd name="connsiteY3" fmla="*/ 66168 h 63464"/>
                            <a:gd name="connsiteX4" fmla="*/ 66135 w 126865"/>
                            <a:gd name="connsiteY4" fmla="*/ 0 h 63464"/>
                            <a:gd name="connsiteX5" fmla="*/ 0 w 126865"/>
                            <a:gd name="connsiteY5" fmla="*/ 66168 h 63464"/>
                            <a:gd name="connsiteX6" fmla="*/ 0 w 126865"/>
                            <a:gd name="connsiteY6" fmla="*/ 74127 h 63464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26865" h="63464">
                              <a:moveTo>
                                <a:pt x="0" y="74127"/>
                              </a:moveTo>
                              <a:cubicBezTo>
                                <a:pt x="0" y="37584"/>
                                <a:pt x="29610" y="18278"/>
                                <a:pt x="66135" y="18278"/>
                              </a:cubicBezTo>
                              <a:cubicBezTo>
                                <a:pt x="102647" y="18278"/>
                                <a:pt x="132258" y="37584"/>
                                <a:pt x="132258" y="74127"/>
                              </a:cubicBezTo>
                              <a:lnTo>
                                <a:pt x="132258" y="66168"/>
                              </a:lnTo>
                              <a:cubicBezTo>
                                <a:pt x="132258" y="29625"/>
                                <a:pt x="102647" y="0"/>
                                <a:pt x="66135" y="0"/>
                              </a:cubicBezTo>
                              <a:cubicBezTo>
                                <a:pt x="29610" y="0"/>
                                <a:pt x="0" y="29625"/>
                                <a:pt x="0" y="66168"/>
                              </a:cubicBezTo>
                              <a:lnTo>
                                <a:pt x="0" y="74127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1A1A1A">
                            <a:alpha val="20000"/>
                          </a:srgbClr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528" name="자유형: 도형 1527">
                          <a:extLst>
                            <a:ext uri="{FF2B5EF4-FFF2-40B4-BE49-F238E27FC236}">
                              <a16:creationId xmlns:a16="http://schemas.microsoft.com/office/drawing/2014/main" id="{C2B84F30-25AE-4D1B-8BF9-68BFC8A72B9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938714" y="4330915"/>
                          <a:ext cx="494776" cy="482331"/>
                        </a:xfrm>
                        <a:custGeom>
                          <a:avLst/>
                          <a:gdLst>
                            <a:gd name="connsiteX0" fmla="*/ 247388 w 494776"/>
                            <a:gd name="connsiteY0" fmla="*/ 0 h 482330"/>
                            <a:gd name="connsiteX1" fmla="*/ 0 w 494776"/>
                            <a:gd name="connsiteY1" fmla="*/ 247512 h 482330"/>
                            <a:gd name="connsiteX2" fmla="*/ 247388 w 494776"/>
                            <a:gd name="connsiteY2" fmla="*/ 495024 h 482330"/>
                            <a:gd name="connsiteX3" fmla="*/ 494776 w 494776"/>
                            <a:gd name="connsiteY3" fmla="*/ 247512 h 482330"/>
                            <a:gd name="connsiteX4" fmla="*/ 247388 w 494776"/>
                            <a:gd name="connsiteY4" fmla="*/ 0 h 482330"/>
                            <a:gd name="connsiteX5" fmla="*/ 247388 w 494776"/>
                            <a:gd name="connsiteY5" fmla="*/ 313680 h 482330"/>
                            <a:gd name="connsiteX6" fmla="*/ 181253 w 494776"/>
                            <a:gd name="connsiteY6" fmla="*/ 247512 h 482330"/>
                            <a:gd name="connsiteX7" fmla="*/ 247388 w 494776"/>
                            <a:gd name="connsiteY7" fmla="*/ 181344 h 482330"/>
                            <a:gd name="connsiteX8" fmla="*/ 313511 w 494776"/>
                            <a:gd name="connsiteY8" fmla="*/ 247512 h 482330"/>
                            <a:gd name="connsiteX9" fmla="*/ 247388 w 494776"/>
                            <a:gd name="connsiteY9" fmla="*/ 313680 h 48233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</a:cxnLst>
                          <a:rect l="l" t="t" r="r" b="b"/>
                          <a:pathLst>
                            <a:path w="494776" h="482330">
                              <a:moveTo>
                                <a:pt x="247388" y="0"/>
                              </a:moveTo>
                              <a:cubicBezTo>
                                <a:pt x="110754" y="0"/>
                                <a:pt x="0" y="110809"/>
                                <a:pt x="0" y="247512"/>
                              </a:cubicBezTo>
                              <a:cubicBezTo>
                                <a:pt x="0" y="384214"/>
                                <a:pt x="110754" y="495024"/>
                                <a:pt x="247388" y="495024"/>
                              </a:cubicBezTo>
                              <a:cubicBezTo>
                                <a:pt x="384010" y="495024"/>
                                <a:pt x="494776" y="384214"/>
                                <a:pt x="494776" y="247512"/>
                              </a:cubicBezTo>
                              <a:cubicBezTo>
                                <a:pt x="494776" y="110809"/>
                                <a:pt x="384010" y="0"/>
                                <a:pt x="247388" y="0"/>
                              </a:cubicBezTo>
                              <a:close/>
                              <a:moveTo>
                                <a:pt x="247388" y="313680"/>
                              </a:moveTo>
                              <a:cubicBezTo>
                                <a:pt x="210864" y="313680"/>
                                <a:pt x="181253" y="284055"/>
                                <a:pt x="181253" y="247512"/>
                              </a:cubicBezTo>
                              <a:cubicBezTo>
                                <a:pt x="181253" y="210969"/>
                                <a:pt x="210864" y="181344"/>
                                <a:pt x="247388" y="181344"/>
                              </a:cubicBezTo>
                              <a:cubicBezTo>
                                <a:pt x="283900" y="181344"/>
                                <a:pt x="313511" y="210969"/>
                                <a:pt x="313511" y="247512"/>
                              </a:cubicBezTo>
                              <a:cubicBezTo>
                                <a:pt x="313511" y="284055"/>
                                <a:pt x="283913" y="313680"/>
                                <a:pt x="247388" y="31368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33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</p:grpSp>
                  <p:grpSp>
                    <p:nvGrpSpPr>
                      <p:cNvPr id="1529" name="그래픽 629">
                        <a:extLst>
                          <a:ext uri="{FF2B5EF4-FFF2-40B4-BE49-F238E27FC236}">
                            <a16:creationId xmlns:a16="http://schemas.microsoft.com/office/drawing/2014/main" id="{A057F0D5-7676-438C-8587-7F86F4A2B05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6938714" y="4620475"/>
                        <a:ext cx="482090" cy="253858"/>
                        <a:chOff x="6938714" y="4620475"/>
                        <a:chExt cx="482090" cy="253858"/>
                      </a:xfrm>
                      <a:solidFill>
                        <a:srgbClr val="333333"/>
                      </a:solidFill>
                    </p:grpSpPr>
                    <p:sp>
                      <p:nvSpPr>
                        <p:cNvPr id="1530" name="자유형: 도형 1529">
                          <a:extLst>
                            <a:ext uri="{FF2B5EF4-FFF2-40B4-BE49-F238E27FC236}">
                              <a16:creationId xmlns:a16="http://schemas.microsoft.com/office/drawing/2014/main" id="{AD70A959-7903-4CE9-9812-BB41DF298B8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427147" y="4622852"/>
                          <a:ext cx="12687" cy="50772"/>
                        </a:xfrm>
                        <a:custGeom>
                          <a:avLst/>
                          <a:gdLst>
                            <a:gd name="connsiteX0" fmla="*/ 2157 w 0"/>
                            <a:gd name="connsiteY0" fmla="*/ 0 h 50771"/>
                            <a:gd name="connsiteX1" fmla="*/ 0 w 0"/>
                            <a:gd name="connsiteY1" fmla="*/ 9469 h 50771"/>
                            <a:gd name="connsiteX2" fmla="*/ 0 w 0"/>
                            <a:gd name="connsiteY2" fmla="*/ 61637 h 50771"/>
                            <a:gd name="connsiteX3" fmla="*/ 1979 w 0"/>
                            <a:gd name="connsiteY3" fmla="*/ 50200 h 50771"/>
                            <a:gd name="connsiteX4" fmla="*/ 2157 w 0"/>
                            <a:gd name="connsiteY4" fmla="*/ 0 h 5077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h="50771">
                              <a:moveTo>
                                <a:pt x="2157" y="0"/>
                              </a:moveTo>
                              <a:cubicBezTo>
                                <a:pt x="1573" y="3211"/>
                                <a:pt x="710" y="6308"/>
                                <a:pt x="0" y="9469"/>
                              </a:cubicBezTo>
                              <a:lnTo>
                                <a:pt x="0" y="61637"/>
                              </a:lnTo>
                              <a:lnTo>
                                <a:pt x="1979" y="50200"/>
                              </a:lnTo>
                              <a:lnTo>
                                <a:pt x="2157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33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531" name="자유형: 도형 1530">
                          <a:extLst>
                            <a:ext uri="{FF2B5EF4-FFF2-40B4-BE49-F238E27FC236}">
                              <a16:creationId xmlns:a16="http://schemas.microsoft.com/office/drawing/2014/main" id="{C7FC205D-6FBE-4D89-9857-DAD94277FA5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411289" y="4665170"/>
                          <a:ext cx="12687" cy="63465"/>
                        </a:xfrm>
                        <a:custGeom>
                          <a:avLst/>
                          <a:gdLst>
                            <a:gd name="connsiteX0" fmla="*/ 0 w 0"/>
                            <a:gd name="connsiteY0" fmla="*/ 15041 h 63464"/>
                            <a:gd name="connsiteX1" fmla="*/ 0 w 0"/>
                            <a:gd name="connsiteY1" fmla="*/ 66397 h 63464"/>
                            <a:gd name="connsiteX2" fmla="*/ 6343 w 0"/>
                            <a:gd name="connsiteY2" fmla="*/ 50861 h 63464"/>
                            <a:gd name="connsiteX3" fmla="*/ 6343 w 0"/>
                            <a:gd name="connsiteY3" fmla="*/ 0 h 63464"/>
                            <a:gd name="connsiteX4" fmla="*/ 0 w 0"/>
                            <a:gd name="connsiteY4" fmla="*/ 15041 h 63464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h="63464">
                              <a:moveTo>
                                <a:pt x="0" y="15041"/>
                              </a:moveTo>
                              <a:lnTo>
                                <a:pt x="0" y="66397"/>
                              </a:lnTo>
                              <a:cubicBezTo>
                                <a:pt x="2309" y="61319"/>
                                <a:pt x="4377" y="56128"/>
                                <a:pt x="6343" y="50861"/>
                              </a:cubicBezTo>
                              <a:lnTo>
                                <a:pt x="6343" y="0"/>
                              </a:lnTo>
                              <a:cubicBezTo>
                                <a:pt x="4428" y="5128"/>
                                <a:pt x="2220" y="10091"/>
                                <a:pt x="0" y="15041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33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532" name="자유형: 도형 1531">
                          <a:extLst>
                            <a:ext uri="{FF2B5EF4-FFF2-40B4-BE49-F238E27FC236}">
                              <a16:creationId xmlns:a16="http://schemas.microsoft.com/office/drawing/2014/main" id="{5F3475E8-FB23-4625-B197-DD1A3CD1891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395431" y="4699073"/>
                          <a:ext cx="12687" cy="50772"/>
                        </a:xfrm>
                        <a:custGeom>
                          <a:avLst/>
                          <a:gdLst>
                            <a:gd name="connsiteX0" fmla="*/ 0 w 0"/>
                            <a:gd name="connsiteY0" fmla="*/ 10611 h 50771"/>
                            <a:gd name="connsiteX1" fmla="*/ 0 w 0"/>
                            <a:gd name="connsiteY1" fmla="*/ 61903 h 50771"/>
                            <a:gd name="connsiteX2" fmla="*/ 6343 w 0"/>
                            <a:gd name="connsiteY2" fmla="*/ 51457 h 50771"/>
                            <a:gd name="connsiteX3" fmla="*/ 6343 w 0"/>
                            <a:gd name="connsiteY3" fmla="*/ 0 h 50771"/>
                            <a:gd name="connsiteX4" fmla="*/ 0 w 0"/>
                            <a:gd name="connsiteY4" fmla="*/ 10611 h 5077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h="50771">
                              <a:moveTo>
                                <a:pt x="0" y="10611"/>
                              </a:moveTo>
                              <a:lnTo>
                                <a:pt x="0" y="61903"/>
                              </a:lnTo>
                              <a:cubicBezTo>
                                <a:pt x="2169" y="58464"/>
                                <a:pt x="4351" y="55011"/>
                                <a:pt x="6343" y="51457"/>
                              </a:cubicBezTo>
                              <a:lnTo>
                                <a:pt x="6343" y="0"/>
                              </a:lnTo>
                              <a:cubicBezTo>
                                <a:pt x="4313" y="3618"/>
                                <a:pt x="2195" y="7133"/>
                                <a:pt x="0" y="10611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33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533" name="자유형: 도형 1532">
                          <a:extLst>
                            <a:ext uri="{FF2B5EF4-FFF2-40B4-BE49-F238E27FC236}">
                              <a16:creationId xmlns:a16="http://schemas.microsoft.com/office/drawing/2014/main" id="{053A8580-C69B-4AF3-A0B5-84E37D02597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379572" y="4723939"/>
                          <a:ext cx="12687" cy="50772"/>
                        </a:xfrm>
                        <a:custGeom>
                          <a:avLst/>
                          <a:gdLst>
                            <a:gd name="connsiteX0" fmla="*/ 0 w 0"/>
                            <a:gd name="connsiteY0" fmla="*/ 8212 h 50771"/>
                            <a:gd name="connsiteX1" fmla="*/ 0 w 0"/>
                            <a:gd name="connsiteY1" fmla="*/ 59555 h 50771"/>
                            <a:gd name="connsiteX2" fmla="*/ 6343 w 0"/>
                            <a:gd name="connsiteY2" fmla="*/ 51064 h 50771"/>
                            <a:gd name="connsiteX3" fmla="*/ 6343 w 0"/>
                            <a:gd name="connsiteY3" fmla="*/ 0 h 50771"/>
                            <a:gd name="connsiteX4" fmla="*/ 0 w 0"/>
                            <a:gd name="connsiteY4" fmla="*/ 8212 h 5077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h="50771">
                              <a:moveTo>
                                <a:pt x="0" y="8212"/>
                              </a:moveTo>
                              <a:lnTo>
                                <a:pt x="0" y="59555"/>
                              </a:lnTo>
                              <a:cubicBezTo>
                                <a:pt x="2207" y="56788"/>
                                <a:pt x="4263" y="53920"/>
                                <a:pt x="6343" y="51064"/>
                              </a:cubicBezTo>
                              <a:lnTo>
                                <a:pt x="6343" y="0"/>
                              </a:lnTo>
                              <a:cubicBezTo>
                                <a:pt x="4313" y="2792"/>
                                <a:pt x="2157" y="5496"/>
                                <a:pt x="0" y="8212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33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534" name="자유형: 도형 1533">
                          <a:extLst>
                            <a:ext uri="{FF2B5EF4-FFF2-40B4-BE49-F238E27FC236}">
                              <a16:creationId xmlns:a16="http://schemas.microsoft.com/office/drawing/2014/main" id="{E5A1DEDD-C7EF-45FB-8D45-39138347D56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363714" y="4743435"/>
                          <a:ext cx="12687" cy="50772"/>
                        </a:xfrm>
                        <a:custGeom>
                          <a:avLst/>
                          <a:gdLst>
                            <a:gd name="connsiteX0" fmla="*/ 0 w 0"/>
                            <a:gd name="connsiteY0" fmla="*/ 6918 h 50771"/>
                            <a:gd name="connsiteX1" fmla="*/ 0 w 0"/>
                            <a:gd name="connsiteY1" fmla="*/ 58108 h 50771"/>
                            <a:gd name="connsiteX2" fmla="*/ 6343 w 0"/>
                            <a:gd name="connsiteY2" fmla="*/ 51127 h 50771"/>
                            <a:gd name="connsiteX3" fmla="*/ 6343 w 0"/>
                            <a:gd name="connsiteY3" fmla="*/ 0 h 50771"/>
                            <a:gd name="connsiteX4" fmla="*/ 0 w 0"/>
                            <a:gd name="connsiteY4" fmla="*/ 6918 h 5077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h="50771">
                              <a:moveTo>
                                <a:pt x="0" y="6918"/>
                              </a:moveTo>
                              <a:lnTo>
                                <a:pt x="0" y="58108"/>
                              </a:lnTo>
                              <a:cubicBezTo>
                                <a:pt x="2182" y="55849"/>
                                <a:pt x="4237" y="53475"/>
                                <a:pt x="6343" y="51127"/>
                              </a:cubicBezTo>
                              <a:lnTo>
                                <a:pt x="6343" y="0"/>
                              </a:lnTo>
                              <a:cubicBezTo>
                                <a:pt x="4263" y="2335"/>
                                <a:pt x="2169" y="4671"/>
                                <a:pt x="0" y="6918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33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535" name="자유형: 도형 1534">
                          <a:extLst>
                            <a:ext uri="{FF2B5EF4-FFF2-40B4-BE49-F238E27FC236}">
                              <a16:creationId xmlns:a16="http://schemas.microsoft.com/office/drawing/2014/main" id="{F0848A06-AA9D-4136-9477-410C384C17D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347856" y="4759593"/>
                          <a:ext cx="12687" cy="50772"/>
                        </a:xfrm>
                        <a:custGeom>
                          <a:avLst/>
                          <a:gdLst>
                            <a:gd name="connsiteX0" fmla="*/ 0 w 0"/>
                            <a:gd name="connsiteY0" fmla="*/ 5839 h 50771"/>
                            <a:gd name="connsiteX1" fmla="*/ 0 w 0"/>
                            <a:gd name="connsiteY1" fmla="*/ 56890 h 50771"/>
                            <a:gd name="connsiteX2" fmla="*/ 6343 w 0"/>
                            <a:gd name="connsiteY2" fmla="*/ 51127 h 50771"/>
                            <a:gd name="connsiteX3" fmla="*/ 6343 w 0"/>
                            <a:gd name="connsiteY3" fmla="*/ 0 h 50771"/>
                            <a:gd name="connsiteX4" fmla="*/ 0 w 0"/>
                            <a:gd name="connsiteY4" fmla="*/ 5839 h 5077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h="50771">
                              <a:moveTo>
                                <a:pt x="0" y="5839"/>
                              </a:moveTo>
                              <a:lnTo>
                                <a:pt x="0" y="56890"/>
                              </a:lnTo>
                              <a:cubicBezTo>
                                <a:pt x="2157" y="55024"/>
                                <a:pt x="4250" y="53069"/>
                                <a:pt x="6343" y="51127"/>
                              </a:cubicBezTo>
                              <a:lnTo>
                                <a:pt x="6343" y="0"/>
                              </a:lnTo>
                              <a:cubicBezTo>
                                <a:pt x="4237" y="1955"/>
                                <a:pt x="2169" y="3948"/>
                                <a:pt x="0" y="5839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33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536" name="자유형: 도형 1535">
                          <a:extLst>
                            <a:ext uri="{FF2B5EF4-FFF2-40B4-BE49-F238E27FC236}">
                              <a16:creationId xmlns:a16="http://schemas.microsoft.com/office/drawing/2014/main" id="{5DF67887-93AD-4C0B-A15A-0B875474AD5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331998" y="4773174"/>
                          <a:ext cx="12687" cy="50772"/>
                        </a:xfrm>
                        <a:custGeom>
                          <a:avLst/>
                          <a:gdLst>
                            <a:gd name="connsiteX0" fmla="*/ 0 w 0"/>
                            <a:gd name="connsiteY0" fmla="*/ 4899 h 50771"/>
                            <a:gd name="connsiteX1" fmla="*/ 0 w 0"/>
                            <a:gd name="connsiteY1" fmla="*/ 55887 h 50771"/>
                            <a:gd name="connsiteX2" fmla="*/ 6343 w 0"/>
                            <a:gd name="connsiteY2" fmla="*/ 51140 h 50771"/>
                            <a:gd name="connsiteX3" fmla="*/ 6343 w 0"/>
                            <a:gd name="connsiteY3" fmla="*/ 0 h 50771"/>
                            <a:gd name="connsiteX4" fmla="*/ 0 w 0"/>
                            <a:gd name="connsiteY4" fmla="*/ 4899 h 5077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h="50771">
                              <a:moveTo>
                                <a:pt x="0" y="4899"/>
                              </a:moveTo>
                              <a:lnTo>
                                <a:pt x="0" y="55887"/>
                              </a:lnTo>
                              <a:cubicBezTo>
                                <a:pt x="2131" y="54326"/>
                                <a:pt x="4263" y="52777"/>
                                <a:pt x="6343" y="51140"/>
                              </a:cubicBezTo>
                              <a:lnTo>
                                <a:pt x="6343" y="0"/>
                              </a:lnTo>
                              <a:cubicBezTo>
                                <a:pt x="4237" y="1637"/>
                                <a:pt x="2157" y="3313"/>
                                <a:pt x="0" y="4899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33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537" name="자유형: 도형 1536">
                          <a:extLst>
                            <a:ext uri="{FF2B5EF4-FFF2-40B4-BE49-F238E27FC236}">
                              <a16:creationId xmlns:a16="http://schemas.microsoft.com/office/drawing/2014/main" id="{37CB4AC8-FCD9-4465-A121-67AC83413BD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316139" y="4784649"/>
                          <a:ext cx="12687" cy="50772"/>
                        </a:xfrm>
                        <a:custGeom>
                          <a:avLst/>
                          <a:gdLst>
                            <a:gd name="connsiteX0" fmla="*/ 0 w 0"/>
                            <a:gd name="connsiteY0" fmla="*/ 4100 h 50771"/>
                            <a:gd name="connsiteX1" fmla="*/ 0 w 0"/>
                            <a:gd name="connsiteY1" fmla="*/ 55125 h 50771"/>
                            <a:gd name="connsiteX2" fmla="*/ 6343 w 0"/>
                            <a:gd name="connsiteY2" fmla="*/ 51267 h 50771"/>
                            <a:gd name="connsiteX3" fmla="*/ 6343 w 0"/>
                            <a:gd name="connsiteY3" fmla="*/ 0 h 50771"/>
                            <a:gd name="connsiteX4" fmla="*/ 0 w 0"/>
                            <a:gd name="connsiteY4" fmla="*/ 4100 h 5077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h="50771">
                              <a:moveTo>
                                <a:pt x="0" y="4100"/>
                              </a:moveTo>
                              <a:lnTo>
                                <a:pt x="0" y="55125"/>
                              </a:lnTo>
                              <a:cubicBezTo>
                                <a:pt x="2106" y="53818"/>
                                <a:pt x="4288" y="52638"/>
                                <a:pt x="6343" y="51267"/>
                              </a:cubicBezTo>
                              <a:lnTo>
                                <a:pt x="6343" y="0"/>
                              </a:lnTo>
                              <a:cubicBezTo>
                                <a:pt x="4250" y="1396"/>
                                <a:pt x="2144" y="2767"/>
                                <a:pt x="0" y="410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33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538" name="자유형: 도형 1537">
                          <a:extLst>
                            <a:ext uri="{FF2B5EF4-FFF2-40B4-BE49-F238E27FC236}">
                              <a16:creationId xmlns:a16="http://schemas.microsoft.com/office/drawing/2014/main" id="{037635AF-F47F-4299-8CED-06D8BCAB733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300281" y="4794397"/>
                          <a:ext cx="12687" cy="50772"/>
                        </a:xfrm>
                        <a:custGeom>
                          <a:avLst/>
                          <a:gdLst>
                            <a:gd name="connsiteX0" fmla="*/ 0 w 0"/>
                            <a:gd name="connsiteY0" fmla="*/ 3364 h 50771"/>
                            <a:gd name="connsiteX1" fmla="*/ 0 w 0"/>
                            <a:gd name="connsiteY1" fmla="*/ 54529 h 50771"/>
                            <a:gd name="connsiteX2" fmla="*/ 6343 w 0"/>
                            <a:gd name="connsiteY2" fmla="*/ 51140 h 50771"/>
                            <a:gd name="connsiteX3" fmla="*/ 6343 w 0"/>
                            <a:gd name="connsiteY3" fmla="*/ 0 h 50771"/>
                            <a:gd name="connsiteX4" fmla="*/ 0 w 0"/>
                            <a:gd name="connsiteY4" fmla="*/ 3364 h 5077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h="50771">
                              <a:moveTo>
                                <a:pt x="0" y="3364"/>
                              </a:moveTo>
                              <a:lnTo>
                                <a:pt x="0" y="54529"/>
                              </a:lnTo>
                              <a:cubicBezTo>
                                <a:pt x="2131" y="53424"/>
                                <a:pt x="4250" y="52320"/>
                                <a:pt x="6343" y="51140"/>
                              </a:cubicBezTo>
                              <a:lnTo>
                                <a:pt x="6343" y="0"/>
                              </a:lnTo>
                              <a:cubicBezTo>
                                <a:pt x="4263" y="1180"/>
                                <a:pt x="2119" y="2259"/>
                                <a:pt x="0" y="3364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33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539" name="자유형: 도형 1538">
                          <a:extLst>
                            <a:ext uri="{FF2B5EF4-FFF2-40B4-BE49-F238E27FC236}">
                              <a16:creationId xmlns:a16="http://schemas.microsoft.com/office/drawing/2014/main" id="{A5E4EA17-8AE5-4D84-94C0-91988C7F3A0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284423" y="4802660"/>
                          <a:ext cx="12687" cy="50772"/>
                        </a:xfrm>
                        <a:custGeom>
                          <a:avLst/>
                          <a:gdLst>
                            <a:gd name="connsiteX0" fmla="*/ 0 w 0"/>
                            <a:gd name="connsiteY0" fmla="*/ 2691 h 50771"/>
                            <a:gd name="connsiteX1" fmla="*/ 0 w 0"/>
                            <a:gd name="connsiteY1" fmla="*/ 53907 h 50771"/>
                            <a:gd name="connsiteX2" fmla="*/ 6343 w 0"/>
                            <a:gd name="connsiteY2" fmla="*/ 50848 h 50771"/>
                            <a:gd name="connsiteX3" fmla="*/ 6343 w 0"/>
                            <a:gd name="connsiteY3" fmla="*/ 0 h 50771"/>
                            <a:gd name="connsiteX4" fmla="*/ 0 w 0"/>
                            <a:gd name="connsiteY4" fmla="*/ 2691 h 5077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h="50771">
                              <a:moveTo>
                                <a:pt x="0" y="2691"/>
                              </a:moveTo>
                              <a:lnTo>
                                <a:pt x="0" y="53907"/>
                              </a:lnTo>
                              <a:cubicBezTo>
                                <a:pt x="2157" y="52980"/>
                                <a:pt x="4212" y="51851"/>
                                <a:pt x="6343" y="50848"/>
                              </a:cubicBezTo>
                              <a:lnTo>
                                <a:pt x="6343" y="0"/>
                              </a:lnTo>
                              <a:cubicBezTo>
                                <a:pt x="4275" y="977"/>
                                <a:pt x="2106" y="1777"/>
                                <a:pt x="0" y="2691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33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540" name="자유형: 도형 1539">
                          <a:extLst>
                            <a:ext uri="{FF2B5EF4-FFF2-40B4-BE49-F238E27FC236}">
                              <a16:creationId xmlns:a16="http://schemas.microsoft.com/office/drawing/2014/main" id="{13A68A11-42E5-4F35-AB0D-AE3D39101F2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268565" y="4809375"/>
                          <a:ext cx="12687" cy="50772"/>
                        </a:xfrm>
                        <a:custGeom>
                          <a:avLst/>
                          <a:gdLst>
                            <a:gd name="connsiteX0" fmla="*/ 0 w 0"/>
                            <a:gd name="connsiteY0" fmla="*/ 2310 h 50771"/>
                            <a:gd name="connsiteX1" fmla="*/ 0 w 0"/>
                            <a:gd name="connsiteY1" fmla="*/ 53234 h 50771"/>
                            <a:gd name="connsiteX2" fmla="*/ 6343 w 0"/>
                            <a:gd name="connsiteY2" fmla="*/ 50911 h 50771"/>
                            <a:gd name="connsiteX3" fmla="*/ 6343 w 0"/>
                            <a:gd name="connsiteY3" fmla="*/ 0 h 50771"/>
                            <a:gd name="connsiteX4" fmla="*/ 0 w 0"/>
                            <a:gd name="connsiteY4" fmla="*/ 2310 h 5077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h="50771">
                              <a:moveTo>
                                <a:pt x="0" y="2310"/>
                              </a:moveTo>
                              <a:lnTo>
                                <a:pt x="0" y="53234"/>
                              </a:lnTo>
                              <a:cubicBezTo>
                                <a:pt x="2131" y="52485"/>
                                <a:pt x="4250" y="51724"/>
                                <a:pt x="6343" y="50911"/>
                              </a:cubicBezTo>
                              <a:lnTo>
                                <a:pt x="6343" y="0"/>
                              </a:lnTo>
                              <a:cubicBezTo>
                                <a:pt x="4250" y="812"/>
                                <a:pt x="2119" y="1561"/>
                                <a:pt x="0" y="231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33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541" name="자유형: 도형 1540">
                          <a:extLst>
                            <a:ext uri="{FF2B5EF4-FFF2-40B4-BE49-F238E27FC236}">
                              <a16:creationId xmlns:a16="http://schemas.microsoft.com/office/drawing/2014/main" id="{BB8464C8-BA25-47DD-8D27-96E42B3EA78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252707" y="4814769"/>
                          <a:ext cx="12687" cy="50772"/>
                        </a:xfrm>
                        <a:custGeom>
                          <a:avLst/>
                          <a:gdLst>
                            <a:gd name="connsiteX0" fmla="*/ 0 w 0"/>
                            <a:gd name="connsiteY0" fmla="*/ 2056 h 50771"/>
                            <a:gd name="connsiteX1" fmla="*/ 0 w 0"/>
                            <a:gd name="connsiteY1" fmla="*/ 52904 h 50771"/>
                            <a:gd name="connsiteX2" fmla="*/ 6343 w 0"/>
                            <a:gd name="connsiteY2" fmla="*/ 51267 h 50771"/>
                            <a:gd name="connsiteX3" fmla="*/ 6343 w 0"/>
                            <a:gd name="connsiteY3" fmla="*/ 0 h 50771"/>
                            <a:gd name="connsiteX4" fmla="*/ 0 w 0"/>
                            <a:gd name="connsiteY4" fmla="*/ 2056 h 5077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h="50771">
                              <a:moveTo>
                                <a:pt x="0" y="2056"/>
                              </a:moveTo>
                              <a:lnTo>
                                <a:pt x="0" y="52904"/>
                              </a:lnTo>
                              <a:cubicBezTo>
                                <a:pt x="2093" y="52320"/>
                                <a:pt x="4263" y="51914"/>
                                <a:pt x="6343" y="51267"/>
                              </a:cubicBezTo>
                              <a:lnTo>
                                <a:pt x="6343" y="0"/>
                              </a:lnTo>
                              <a:cubicBezTo>
                                <a:pt x="4212" y="647"/>
                                <a:pt x="2157" y="1460"/>
                                <a:pt x="0" y="205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33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542" name="자유형: 도형 1541">
                          <a:extLst>
                            <a:ext uri="{FF2B5EF4-FFF2-40B4-BE49-F238E27FC236}">
                              <a16:creationId xmlns:a16="http://schemas.microsoft.com/office/drawing/2014/main" id="{5ACE2BFA-2A83-4929-AB4F-B8483F8667F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236848" y="4819072"/>
                          <a:ext cx="12687" cy="50772"/>
                        </a:xfrm>
                        <a:custGeom>
                          <a:avLst/>
                          <a:gdLst>
                            <a:gd name="connsiteX0" fmla="*/ 0 w 0"/>
                            <a:gd name="connsiteY0" fmla="*/ 1447 h 50771"/>
                            <a:gd name="connsiteX1" fmla="*/ 0 w 0"/>
                            <a:gd name="connsiteY1" fmla="*/ 52676 h 50771"/>
                            <a:gd name="connsiteX2" fmla="*/ 6343 w 0"/>
                            <a:gd name="connsiteY2" fmla="*/ 51038 h 50771"/>
                            <a:gd name="connsiteX3" fmla="*/ 6343 w 0"/>
                            <a:gd name="connsiteY3" fmla="*/ 0 h 50771"/>
                            <a:gd name="connsiteX4" fmla="*/ 0 w 0"/>
                            <a:gd name="connsiteY4" fmla="*/ 1447 h 5077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h="50771">
                              <a:moveTo>
                                <a:pt x="0" y="1447"/>
                              </a:moveTo>
                              <a:lnTo>
                                <a:pt x="0" y="52676"/>
                              </a:lnTo>
                              <a:cubicBezTo>
                                <a:pt x="2157" y="52231"/>
                                <a:pt x="4212" y="51546"/>
                                <a:pt x="6343" y="51038"/>
                              </a:cubicBezTo>
                              <a:lnTo>
                                <a:pt x="6343" y="0"/>
                              </a:lnTo>
                              <a:cubicBezTo>
                                <a:pt x="4237" y="508"/>
                                <a:pt x="2131" y="1015"/>
                                <a:pt x="0" y="1447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33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543" name="자유형: 도형 1542">
                          <a:extLst>
                            <a:ext uri="{FF2B5EF4-FFF2-40B4-BE49-F238E27FC236}">
                              <a16:creationId xmlns:a16="http://schemas.microsoft.com/office/drawing/2014/main" id="{375FE2FA-BCE4-499F-87A5-4FB54D3136B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220990" y="4822385"/>
                          <a:ext cx="12687" cy="50772"/>
                        </a:xfrm>
                        <a:custGeom>
                          <a:avLst/>
                          <a:gdLst>
                            <a:gd name="connsiteX0" fmla="*/ 0 w 0"/>
                            <a:gd name="connsiteY0" fmla="*/ 876 h 50771"/>
                            <a:gd name="connsiteX1" fmla="*/ 0 w 0"/>
                            <a:gd name="connsiteY1" fmla="*/ 51889 h 50771"/>
                            <a:gd name="connsiteX2" fmla="*/ 6343 w 0"/>
                            <a:gd name="connsiteY2" fmla="*/ 50924 h 50771"/>
                            <a:gd name="connsiteX3" fmla="*/ 6343 w 0"/>
                            <a:gd name="connsiteY3" fmla="*/ 0 h 50771"/>
                            <a:gd name="connsiteX4" fmla="*/ 0 w 0"/>
                            <a:gd name="connsiteY4" fmla="*/ 876 h 5077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h="50771">
                              <a:moveTo>
                                <a:pt x="0" y="876"/>
                              </a:moveTo>
                              <a:lnTo>
                                <a:pt x="0" y="51889"/>
                              </a:lnTo>
                              <a:cubicBezTo>
                                <a:pt x="2119" y="51597"/>
                                <a:pt x="4237" y="51267"/>
                                <a:pt x="6343" y="50924"/>
                              </a:cubicBezTo>
                              <a:lnTo>
                                <a:pt x="6343" y="0"/>
                              </a:lnTo>
                              <a:cubicBezTo>
                                <a:pt x="4250" y="368"/>
                                <a:pt x="2106" y="571"/>
                                <a:pt x="0" y="87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33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544" name="자유형: 도형 1543">
                          <a:extLst>
                            <a:ext uri="{FF2B5EF4-FFF2-40B4-BE49-F238E27FC236}">
                              <a16:creationId xmlns:a16="http://schemas.microsoft.com/office/drawing/2014/main" id="{0ABD4156-85FD-40A1-96BB-AC56658EFA4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205132" y="4824543"/>
                          <a:ext cx="12687" cy="50772"/>
                        </a:xfrm>
                        <a:custGeom>
                          <a:avLst/>
                          <a:gdLst>
                            <a:gd name="connsiteX0" fmla="*/ 0 w 0"/>
                            <a:gd name="connsiteY0" fmla="*/ 546 h 50771"/>
                            <a:gd name="connsiteX1" fmla="*/ 0 w 0"/>
                            <a:gd name="connsiteY1" fmla="*/ 51508 h 50771"/>
                            <a:gd name="connsiteX2" fmla="*/ 6343 w 0"/>
                            <a:gd name="connsiteY2" fmla="*/ 51178 h 50771"/>
                            <a:gd name="connsiteX3" fmla="*/ 6343 w 0"/>
                            <a:gd name="connsiteY3" fmla="*/ 0 h 50771"/>
                            <a:gd name="connsiteX4" fmla="*/ 0 w 0"/>
                            <a:gd name="connsiteY4" fmla="*/ 546 h 5077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h="50771">
                              <a:moveTo>
                                <a:pt x="0" y="546"/>
                              </a:moveTo>
                              <a:lnTo>
                                <a:pt x="0" y="51508"/>
                              </a:lnTo>
                              <a:cubicBezTo>
                                <a:pt x="2106" y="51343"/>
                                <a:pt x="4250" y="51381"/>
                                <a:pt x="6343" y="51178"/>
                              </a:cubicBezTo>
                              <a:lnTo>
                                <a:pt x="6343" y="0"/>
                              </a:lnTo>
                              <a:cubicBezTo>
                                <a:pt x="4237" y="216"/>
                                <a:pt x="2119" y="381"/>
                                <a:pt x="0" y="5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33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545" name="자유형: 도형 1544">
                          <a:extLst>
                            <a:ext uri="{FF2B5EF4-FFF2-40B4-BE49-F238E27FC236}">
                              <a16:creationId xmlns:a16="http://schemas.microsoft.com/office/drawing/2014/main" id="{00047B5C-05D7-4264-920D-0BA36289B77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189274" y="4825520"/>
                          <a:ext cx="12687" cy="50772"/>
                        </a:xfrm>
                        <a:custGeom>
                          <a:avLst/>
                          <a:gdLst>
                            <a:gd name="connsiteX0" fmla="*/ 0 w 0"/>
                            <a:gd name="connsiteY0" fmla="*/ 279 h 50771"/>
                            <a:gd name="connsiteX1" fmla="*/ 0 w 0"/>
                            <a:gd name="connsiteY1" fmla="*/ 51317 h 50771"/>
                            <a:gd name="connsiteX2" fmla="*/ 6343 w 0"/>
                            <a:gd name="connsiteY2" fmla="*/ 51000 h 50771"/>
                            <a:gd name="connsiteX3" fmla="*/ 6343 w 0"/>
                            <a:gd name="connsiteY3" fmla="*/ 0 h 50771"/>
                            <a:gd name="connsiteX4" fmla="*/ 0 w 0"/>
                            <a:gd name="connsiteY4" fmla="*/ 279 h 5077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h="50771">
                              <a:moveTo>
                                <a:pt x="0" y="279"/>
                              </a:moveTo>
                              <a:lnTo>
                                <a:pt x="0" y="51317"/>
                              </a:lnTo>
                              <a:cubicBezTo>
                                <a:pt x="2131" y="51292"/>
                                <a:pt x="4225" y="51076"/>
                                <a:pt x="6343" y="51000"/>
                              </a:cubicBezTo>
                              <a:lnTo>
                                <a:pt x="6343" y="0"/>
                              </a:lnTo>
                              <a:cubicBezTo>
                                <a:pt x="4225" y="76"/>
                                <a:pt x="2131" y="254"/>
                                <a:pt x="0" y="279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33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546" name="자유형: 도형 1545">
                          <a:extLst>
                            <a:ext uri="{FF2B5EF4-FFF2-40B4-BE49-F238E27FC236}">
                              <a16:creationId xmlns:a16="http://schemas.microsoft.com/office/drawing/2014/main" id="{33E73589-3208-4967-8527-725A6FE2E77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173415" y="4825380"/>
                          <a:ext cx="12687" cy="50772"/>
                        </a:xfrm>
                        <a:custGeom>
                          <a:avLst/>
                          <a:gdLst>
                            <a:gd name="connsiteX0" fmla="*/ 0 w 0"/>
                            <a:gd name="connsiteY0" fmla="*/ 0 h 50771"/>
                            <a:gd name="connsiteX1" fmla="*/ 0 w 0"/>
                            <a:gd name="connsiteY1" fmla="*/ 50987 h 50771"/>
                            <a:gd name="connsiteX2" fmla="*/ 6343 w 0"/>
                            <a:gd name="connsiteY2" fmla="*/ 51305 h 50771"/>
                            <a:gd name="connsiteX3" fmla="*/ 6343 w 0"/>
                            <a:gd name="connsiteY3" fmla="*/ 279 h 50771"/>
                            <a:gd name="connsiteX4" fmla="*/ 0 w 0"/>
                            <a:gd name="connsiteY4" fmla="*/ 0 h 5077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h="50771">
                              <a:moveTo>
                                <a:pt x="0" y="0"/>
                              </a:moveTo>
                              <a:lnTo>
                                <a:pt x="0" y="50987"/>
                              </a:lnTo>
                              <a:cubicBezTo>
                                <a:pt x="2119" y="51102"/>
                                <a:pt x="4212" y="51254"/>
                                <a:pt x="6343" y="51305"/>
                              </a:cubicBezTo>
                              <a:lnTo>
                                <a:pt x="6343" y="279"/>
                              </a:lnTo>
                              <a:cubicBezTo>
                                <a:pt x="4212" y="228"/>
                                <a:pt x="2106" y="102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33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547" name="자유형: 도형 1546">
                          <a:extLst>
                            <a:ext uri="{FF2B5EF4-FFF2-40B4-BE49-F238E27FC236}">
                              <a16:creationId xmlns:a16="http://schemas.microsoft.com/office/drawing/2014/main" id="{0376E829-4F82-4B80-85CC-59D15824E51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157557" y="4824111"/>
                          <a:ext cx="12687" cy="50772"/>
                        </a:xfrm>
                        <a:custGeom>
                          <a:avLst/>
                          <a:gdLst>
                            <a:gd name="connsiteX0" fmla="*/ 0 w 0"/>
                            <a:gd name="connsiteY0" fmla="*/ 0 h 50771"/>
                            <a:gd name="connsiteX1" fmla="*/ 0 w 0"/>
                            <a:gd name="connsiteY1" fmla="*/ 51114 h 50771"/>
                            <a:gd name="connsiteX2" fmla="*/ 6343 w 0"/>
                            <a:gd name="connsiteY2" fmla="*/ 51762 h 50771"/>
                            <a:gd name="connsiteX3" fmla="*/ 6343 w 0"/>
                            <a:gd name="connsiteY3" fmla="*/ 825 h 50771"/>
                            <a:gd name="connsiteX4" fmla="*/ 0 w 0"/>
                            <a:gd name="connsiteY4" fmla="*/ 0 h 5077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h="50771">
                              <a:moveTo>
                                <a:pt x="0" y="0"/>
                              </a:moveTo>
                              <a:lnTo>
                                <a:pt x="0" y="51114"/>
                              </a:lnTo>
                              <a:cubicBezTo>
                                <a:pt x="2106" y="51356"/>
                                <a:pt x="4225" y="51571"/>
                                <a:pt x="6343" y="51762"/>
                              </a:cubicBezTo>
                              <a:lnTo>
                                <a:pt x="6343" y="825"/>
                              </a:lnTo>
                              <a:cubicBezTo>
                                <a:pt x="4199" y="647"/>
                                <a:pt x="2119" y="241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33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548" name="자유형: 도형 1547">
                          <a:extLst>
                            <a:ext uri="{FF2B5EF4-FFF2-40B4-BE49-F238E27FC236}">
                              <a16:creationId xmlns:a16="http://schemas.microsoft.com/office/drawing/2014/main" id="{3F457643-60F8-4C8D-AF75-0A95EB1F371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141699" y="4821966"/>
                          <a:ext cx="12687" cy="50772"/>
                        </a:xfrm>
                        <a:custGeom>
                          <a:avLst/>
                          <a:gdLst>
                            <a:gd name="connsiteX0" fmla="*/ 0 w 0"/>
                            <a:gd name="connsiteY0" fmla="*/ 0 h 50771"/>
                            <a:gd name="connsiteX1" fmla="*/ 0 w 0"/>
                            <a:gd name="connsiteY1" fmla="*/ 50835 h 50771"/>
                            <a:gd name="connsiteX2" fmla="*/ 6343 w 0"/>
                            <a:gd name="connsiteY2" fmla="*/ 51812 h 50771"/>
                            <a:gd name="connsiteX3" fmla="*/ 6343 w 0"/>
                            <a:gd name="connsiteY3" fmla="*/ 850 h 50771"/>
                            <a:gd name="connsiteX4" fmla="*/ 0 w 0"/>
                            <a:gd name="connsiteY4" fmla="*/ 0 h 5077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h="50771">
                              <a:moveTo>
                                <a:pt x="0" y="0"/>
                              </a:moveTo>
                              <a:lnTo>
                                <a:pt x="0" y="50835"/>
                              </a:lnTo>
                              <a:cubicBezTo>
                                <a:pt x="2093" y="51216"/>
                                <a:pt x="4225" y="51482"/>
                                <a:pt x="6343" y="51812"/>
                              </a:cubicBezTo>
                              <a:lnTo>
                                <a:pt x="6343" y="850"/>
                              </a:lnTo>
                              <a:cubicBezTo>
                                <a:pt x="4237" y="533"/>
                                <a:pt x="2081" y="368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33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549" name="자유형: 도형 1548">
                          <a:extLst>
                            <a:ext uri="{FF2B5EF4-FFF2-40B4-BE49-F238E27FC236}">
                              <a16:creationId xmlns:a16="http://schemas.microsoft.com/office/drawing/2014/main" id="{15E50E3B-2458-43ED-A0A3-EC8797BBA81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125841" y="4818348"/>
                          <a:ext cx="12687" cy="50772"/>
                        </a:xfrm>
                        <a:custGeom>
                          <a:avLst/>
                          <a:gdLst>
                            <a:gd name="connsiteX0" fmla="*/ 0 w 0"/>
                            <a:gd name="connsiteY0" fmla="*/ 0 h 50771"/>
                            <a:gd name="connsiteX1" fmla="*/ 0 w 0"/>
                            <a:gd name="connsiteY1" fmla="*/ 50949 h 50771"/>
                            <a:gd name="connsiteX2" fmla="*/ 6343 w 0"/>
                            <a:gd name="connsiteY2" fmla="*/ 52587 h 50771"/>
                            <a:gd name="connsiteX3" fmla="*/ 6343 w 0"/>
                            <a:gd name="connsiteY3" fmla="*/ 1460 h 50771"/>
                            <a:gd name="connsiteX4" fmla="*/ 0 w 0"/>
                            <a:gd name="connsiteY4" fmla="*/ 0 h 5077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h="50771">
                              <a:moveTo>
                                <a:pt x="0" y="0"/>
                              </a:moveTo>
                              <a:lnTo>
                                <a:pt x="0" y="50949"/>
                              </a:lnTo>
                              <a:cubicBezTo>
                                <a:pt x="2119" y="51482"/>
                                <a:pt x="4199" y="52104"/>
                                <a:pt x="6343" y="52587"/>
                              </a:cubicBezTo>
                              <a:lnTo>
                                <a:pt x="6343" y="1460"/>
                              </a:lnTo>
                              <a:cubicBezTo>
                                <a:pt x="4225" y="977"/>
                                <a:pt x="2093" y="533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33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550" name="자유형: 도형 1549">
                          <a:extLst>
                            <a:ext uri="{FF2B5EF4-FFF2-40B4-BE49-F238E27FC236}">
                              <a16:creationId xmlns:a16="http://schemas.microsoft.com/office/drawing/2014/main" id="{C6A0B587-F934-43FD-A02E-9151AF1DB5A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109983" y="4813741"/>
                          <a:ext cx="12687" cy="50772"/>
                        </a:xfrm>
                        <a:custGeom>
                          <a:avLst/>
                          <a:gdLst>
                            <a:gd name="connsiteX0" fmla="*/ 0 w 0"/>
                            <a:gd name="connsiteY0" fmla="*/ 0 h 50771"/>
                            <a:gd name="connsiteX1" fmla="*/ 0 w 0"/>
                            <a:gd name="connsiteY1" fmla="*/ 51203 h 50771"/>
                            <a:gd name="connsiteX2" fmla="*/ 6343 w 0"/>
                            <a:gd name="connsiteY2" fmla="*/ 53107 h 50771"/>
                            <a:gd name="connsiteX3" fmla="*/ 6343 w 0"/>
                            <a:gd name="connsiteY3" fmla="*/ 2056 h 50771"/>
                            <a:gd name="connsiteX4" fmla="*/ 0 w 0"/>
                            <a:gd name="connsiteY4" fmla="*/ 0 h 5077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h="50771">
                              <a:moveTo>
                                <a:pt x="0" y="0"/>
                              </a:moveTo>
                              <a:lnTo>
                                <a:pt x="0" y="51203"/>
                              </a:lnTo>
                              <a:cubicBezTo>
                                <a:pt x="2106" y="51876"/>
                                <a:pt x="4225" y="52498"/>
                                <a:pt x="6343" y="53107"/>
                              </a:cubicBezTo>
                              <a:lnTo>
                                <a:pt x="6343" y="2056"/>
                              </a:lnTo>
                              <a:cubicBezTo>
                                <a:pt x="4199" y="1422"/>
                                <a:pt x="2106" y="685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33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551" name="자유형: 도형 1550">
                          <a:extLst>
                            <a:ext uri="{FF2B5EF4-FFF2-40B4-BE49-F238E27FC236}">
                              <a16:creationId xmlns:a16="http://schemas.microsoft.com/office/drawing/2014/main" id="{FE74162B-875D-4F3E-88DF-28CFD38BD07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094124" y="4808029"/>
                          <a:ext cx="12687" cy="50772"/>
                        </a:xfrm>
                        <a:custGeom>
                          <a:avLst/>
                          <a:gdLst>
                            <a:gd name="connsiteX0" fmla="*/ 0 w 0"/>
                            <a:gd name="connsiteY0" fmla="*/ 0 h 50771"/>
                            <a:gd name="connsiteX1" fmla="*/ 0 w 0"/>
                            <a:gd name="connsiteY1" fmla="*/ 51089 h 50771"/>
                            <a:gd name="connsiteX2" fmla="*/ 6343 w 0"/>
                            <a:gd name="connsiteY2" fmla="*/ 53424 h 50771"/>
                            <a:gd name="connsiteX3" fmla="*/ 6343 w 0"/>
                            <a:gd name="connsiteY3" fmla="*/ 2627 h 50771"/>
                            <a:gd name="connsiteX4" fmla="*/ 0 w 0"/>
                            <a:gd name="connsiteY4" fmla="*/ 0 h 5077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h="50771">
                              <a:moveTo>
                                <a:pt x="0" y="0"/>
                              </a:moveTo>
                              <a:lnTo>
                                <a:pt x="0" y="51089"/>
                              </a:lnTo>
                              <a:cubicBezTo>
                                <a:pt x="2081" y="51927"/>
                                <a:pt x="4225" y="52638"/>
                                <a:pt x="6343" y="53424"/>
                              </a:cubicBezTo>
                              <a:lnTo>
                                <a:pt x="6343" y="2627"/>
                              </a:lnTo>
                              <a:cubicBezTo>
                                <a:pt x="4187" y="1840"/>
                                <a:pt x="2119" y="863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33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552" name="자유형: 도형 1551">
                          <a:extLst>
                            <a:ext uri="{FF2B5EF4-FFF2-40B4-BE49-F238E27FC236}">
                              <a16:creationId xmlns:a16="http://schemas.microsoft.com/office/drawing/2014/main" id="{EAB6A194-2A57-41EE-AFAE-3FBF1597657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078266" y="4801124"/>
                          <a:ext cx="12687" cy="50772"/>
                        </a:xfrm>
                        <a:custGeom>
                          <a:avLst/>
                          <a:gdLst>
                            <a:gd name="connsiteX0" fmla="*/ 0 w 0"/>
                            <a:gd name="connsiteY0" fmla="*/ 0 h 50771"/>
                            <a:gd name="connsiteX1" fmla="*/ 0 w 0"/>
                            <a:gd name="connsiteY1" fmla="*/ 50861 h 50771"/>
                            <a:gd name="connsiteX2" fmla="*/ 6343 w 0"/>
                            <a:gd name="connsiteY2" fmla="*/ 53920 h 50771"/>
                            <a:gd name="connsiteX3" fmla="*/ 6343 w 0"/>
                            <a:gd name="connsiteY3" fmla="*/ 2881 h 50771"/>
                            <a:gd name="connsiteX4" fmla="*/ 0 w 0"/>
                            <a:gd name="connsiteY4" fmla="*/ 0 h 5077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h="50771">
                              <a:moveTo>
                                <a:pt x="0" y="0"/>
                              </a:moveTo>
                              <a:lnTo>
                                <a:pt x="0" y="50861"/>
                              </a:lnTo>
                              <a:cubicBezTo>
                                <a:pt x="2119" y="51889"/>
                                <a:pt x="4199" y="52955"/>
                                <a:pt x="6343" y="53920"/>
                              </a:cubicBezTo>
                              <a:lnTo>
                                <a:pt x="6343" y="2881"/>
                              </a:lnTo>
                              <a:cubicBezTo>
                                <a:pt x="4225" y="1929"/>
                                <a:pt x="2081" y="1015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33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553" name="자유형: 도형 1552">
                          <a:extLst>
                            <a:ext uri="{FF2B5EF4-FFF2-40B4-BE49-F238E27FC236}">
                              <a16:creationId xmlns:a16="http://schemas.microsoft.com/office/drawing/2014/main" id="{A55089B1-328C-4640-8D6B-670D6F7F584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062408" y="4792709"/>
                          <a:ext cx="12687" cy="50772"/>
                        </a:xfrm>
                        <a:custGeom>
                          <a:avLst/>
                          <a:gdLst>
                            <a:gd name="connsiteX0" fmla="*/ 0 w 0"/>
                            <a:gd name="connsiteY0" fmla="*/ 0 h 50771"/>
                            <a:gd name="connsiteX1" fmla="*/ 0 w 0"/>
                            <a:gd name="connsiteY1" fmla="*/ 50911 h 50771"/>
                            <a:gd name="connsiteX2" fmla="*/ 6343 w 0"/>
                            <a:gd name="connsiteY2" fmla="*/ 54694 h 50771"/>
                            <a:gd name="connsiteX3" fmla="*/ 6343 w 0"/>
                            <a:gd name="connsiteY3" fmla="*/ 3364 h 50771"/>
                            <a:gd name="connsiteX4" fmla="*/ 0 w 0"/>
                            <a:gd name="connsiteY4" fmla="*/ 0 h 5077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h="50771">
                              <a:moveTo>
                                <a:pt x="0" y="0"/>
                              </a:moveTo>
                              <a:lnTo>
                                <a:pt x="0" y="50911"/>
                              </a:lnTo>
                              <a:cubicBezTo>
                                <a:pt x="2131" y="52143"/>
                                <a:pt x="4174" y="53513"/>
                                <a:pt x="6343" y="54694"/>
                              </a:cubicBezTo>
                              <a:lnTo>
                                <a:pt x="6343" y="3364"/>
                              </a:lnTo>
                              <a:cubicBezTo>
                                <a:pt x="4237" y="2221"/>
                                <a:pt x="2068" y="1206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33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554" name="자유형: 도형 1553">
                          <a:extLst>
                            <a:ext uri="{FF2B5EF4-FFF2-40B4-BE49-F238E27FC236}">
                              <a16:creationId xmlns:a16="http://schemas.microsoft.com/office/drawing/2014/main" id="{25FA5AB6-E20F-414D-8CB2-8F2D3576F51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046550" y="4782592"/>
                          <a:ext cx="12687" cy="50772"/>
                        </a:xfrm>
                        <a:custGeom>
                          <a:avLst/>
                          <a:gdLst>
                            <a:gd name="connsiteX0" fmla="*/ 0 w 0"/>
                            <a:gd name="connsiteY0" fmla="*/ 0 h 50771"/>
                            <a:gd name="connsiteX1" fmla="*/ 0 w 0"/>
                            <a:gd name="connsiteY1" fmla="*/ 51203 h 50771"/>
                            <a:gd name="connsiteX2" fmla="*/ 6343 w 0"/>
                            <a:gd name="connsiteY2" fmla="*/ 55227 h 50771"/>
                            <a:gd name="connsiteX3" fmla="*/ 6343 w 0"/>
                            <a:gd name="connsiteY3" fmla="*/ 4087 h 50771"/>
                            <a:gd name="connsiteX4" fmla="*/ 0 w 0"/>
                            <a:gd name="connsiteY4" fmla="*/ 0 h 5077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h="50771">
                              <a:moveTo>
                                <a:pt x="0" y="0"/>
                              </a:moveTo>
                              <a:lnTo>
                                <a:pt x="0" y="51203"/>
                              </a:lnTo>
                              <a:cubicBezTo>
                                <a:pt x="2068" y="52612"/>
                                <a:pt x="4225" y="53881"/>
                                <a:pt x="6343" y="55227"/>
                              </a:cubicBezTo>
                              <a:lnTo>
                                <a:pt x="6343" y="4087"/>
                              </a:lnTo>
                              <a:cubicBezTo>
                                <a:pt x="4225" y="2742"/>
                                <a:pt x="2068" y="1434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33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555" name="자유형: 도형 1554">
                          <a:extLst>
                            <a:ext uri="{FF2B5EF4-FFF2-40B4-BE49-F238E27FC236}">
                              <a16:creationId xmlns:a16="http://schemas.microsoft.com/office/drawing/2014/main" id="{0C6FD033-A51F-4CB0-A1F7-6D4762D5E5F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030691" y="4770699"/>
                          <a:ext cx="12687" cy="50772"/>
                        </a:xfrm>
                        <a:custGeom>
                          <a:avLst/>
                          <a:gdLst>
                            <a:gd name="connsiteX0" fmla="*/ 0 w 0"/>
                            <a:gd name="connsiteY0" fmla="*/ 0 h 50771"/>
                            <a:gd name="connsiteX1" fmla="*/ 0 w 0"/>
                            <a:gd name="connsiteY1" fmla="*/ 51241 h 50771"/>
                            <a:gd name="connsiteX2" fmla="*/ 6343 w 0"/>
                            <a:gd name="connsiteY2" fmla="*/ 55988 h 50771"/>
                            <a:gd name="connsiteX3" fmla="*/ 6343 w 0"/>
                            <a:gd name="connsiteY3" fmla="*/ 4925 h 50771"/>
                            <a:gd name="connsiteX4" fmla="*/ 0 w 0"/>
                            <a:gd name="connsiteY4" fmla="*/ 0 h 5077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h="50771">
                              <a:moveTo>
                                <a:pt x="0" y="0"/>
                              </a:moveTo>
                              <a:lnTo>
                                <a:pt x="0" y="51241"/>
                              </a:lnTo>
                              <a:cubicBezTo>
                                <a:pt x="2055" y="52904"/>
                                <a:pt x="4237" y="54389"/>
                                <a:pt x="6343" y="55988"/>
                              </a:cubicBezTo>
                              <a:lnTo>
                                <a:pt x="6343" y="4925"/>
                              </a:lnTo>
                              <a:cubicBezTo>
                                <a:pt x="4212" y="3300"/>
                                <a:pt x="2068" y="1688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33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556" name="자유형: 도형 1555">
                          <a:extLst>
                            <a:ext uri="{FF2B5EF4-FFF2-40B4-BE49-F238E27FC236}">
                              <a16:creationId xmlns:a16="http://schemas.microsoft.com/office/drawing/2014/main" id="{28FE18B5-0CF4-4EE2-A0FB-58D39BE4997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014833" y="4756661"/>
                          <a:ext cx="12687" cy="50772"/>
                        </a:xfrm>
                        <a:custGeom>
                          <a:avLst/>
                          <a:gdLst>
                            <a:gd name="connsiteX0" fmla="*/ 0 w 0"/>
                            <a:gd name="connsiteY0" fmla="*/ 0 h 50771"/>
                            <a:gd name="connsiteX1" fmla="*/ 0 w 0"/>
                            <a:gd name="connsiteY1" fmla="*/ 51165 h 50771"/>
                            <a:gd name="connsiteX2" fmla="*/ 6343 w 0"/>
                            <a:gd name="connsiteY2" fmla="*/ 56928 h 50771"/>
                            <a:gd name="connsiteX3" fmla="*/ 6343 w 0"/>
                            <a:gd name="connsiteY3" fmla="*/ 5839 h 50771"/>
                            <a:gd name="connsiteX4" fmla="*/ 0 w 0"/>
                            <a:gd name="connsiteY4" fmla="*/ 0 h 5077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h="50771">
                              <a:moveTo>
                                <a:pt x="0" y="0"/>
                              </a:moveTo>
                              <a:lnTo>
                                <a:pt x="0" y="51165"/>
                              </a:lnTo>
                              <a:cubicBezTo>
                                <a:pt x="2068" y="53145"/>
                                <a:pt x="4212" y="55024"/>
                                <a:pt x="6343" y="56928"/>
                              </a:cubicBezTo>
                              <a:lnTo>
                                <a:pt x="6343" y="5839"/>
                              </a:lnTo>
                              <a:cubicBezTo>
                                <a:pt x="4199" y="3922"/>
                                <a:pt x="2068" y="2005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33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557" name="자유형: 도형 1556">
                          <a:extLst>
                            <a:ext uri="{FF2B5EF4-FFF2-40B4-BE49-F238E27FC236}">
                              <a16:creationId xmlns:a16="http://schemas.microsoft.com/office/drawing/2014/main" id="{8A6274C2-0ADA-438C-9056-586C24FA3B6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998975" y="4739970"/>
                          <a:ext cx="12687" cy="50772"/>
                        </a:xfrm>
                        <a:custGeom>
                          <a:avLst/>
                          <a:gdLst>
                            <a:gd name="connsiteX0" fmla="*/ 0 w 0"/>
                            <a:gd name="connsiteY0" fmla="*/ 0 h 50771"/>
                            <a:gd name="connsiteX1" fmla="*/ 0 w 0"/>
                            <a:gd name="connsiteY1" fmla="*/ 51102 h 50771"/>
                            <a:gd name="connsiteX2" fmla="*/ 6343 w 0"/>
                            <a:gd name="connsiteY2" fmla="*/ 58095 h 50771"/>
                            <a:gd name="connsiteX3" fmla="*/ 6343 w 0"/>
                            <a:gd name="connsiteY3" fmla="*/ 6918 h 50771"/>
                            <a:gd name="connsiteX4" fmla="*/ 0 w 0"/>
                            <a:gd name="connsiteY4" fmla="*/ 0 h 5077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h="50771">
                              <a:moveTo>
                                <a:pt x="0" y="0"/>
                              </a:moveTo>
                              <a:lnTo>
                                <a:pt x="0" y="51102"/>
                              </a:lnTo>
                              <a:cubicBezTo>
                                <a:pt x="2055" y="53488"/>
                                <a:pt x="4199" y="55785"/>
                                <a:pt x="6343" y="58095"/>
                              </a:cubicBezTo>
                              <a:lnTo>
                                <a:pt x="6343" y="6918"/>
                              </a:lnTo>
                              <a:cubicBezTo>
                                <a:pt x="4212" y="4620"/>
                                <a:pt x="2042" y="2374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33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558" name="자유형: 도형 1557">
                          <a:extLst>
                            <a:ext uri="{FF2B5EF4-FFF2-40B4-BE49-F238E27FC236}">
                              <a16:creationId xmlns:a16="http://schemas.microsoft.com/office/drawing/2014/main" id="{E08366E3-EA04-45C0-BF69-0DDADE08935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983117" y="4719547"/>
                          <a:ext cx="12687" cy="50772"/>
                        </a:xfrm>
                        <a:custGeom>
                          <a:avLst/>
                          <a:gdLst>
                            <a:gd name="connsiteX0" fmla="*/ 0 w 0"/>
                            <a:gd name="connsiteY0" fmla="*/ 0 h 50771"/>
                            <a:gd name="connsiteX1" fmla="*/ 0 w 0"/>
                            <a:gd name="connsiteY1" fmla="*/ 51216 h 50771"/>
                            <a:gd name="connsiteX2" fmla="*/ 6343 w 0"/>
                            <a:gd name="connsiteY2" fmla="*/ 59695 h 50771"/>
                            <a:gd name="connsiteX3" fmla="*/ 6343 w 0"/>
                            <a:gd name="connsiteY3" fmla="*/ 8492 h 50771"/>
                            <a:gd name="connsiteX4" fmla="*/ 0 w 0"/>
                            <a:gd name="connsiteY4" fmla="*/ 0 h 5077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h="50771">
                              <a:moveTo>
                                <a:pt x="0" y="0"/>
                              </a:moveTo>
                              <a:lnTo>
                                <a:pt x="0" y="51216"/>
                              </a:lnTo>
                              <a:cubicBezTo>
                                <a:pt x="2017" y="54123"/>
                                <a:pt x="4199" y="56890"/>
                                <a:pt x="6343" y="59695"/>
                              </a:cubicBezTo>
                              <a:lnTo>
                                <a:pt x="6343" y="8492"/>
                              </a:lnTo>
                              <a:cubicBezTo>
                                <a:pt x="4199" y="5674"/>
                                <a:pt x="2017" y="2894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33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559" name="자유형: 도형 1558">
                          <a:extLst>
                            <a:ext uri="{FF2B5EF4-FFF2-40B4-BE49-F238E27FC236}">
                              <a16:creationId xmlns:a16="http://schemas.microsoft.com/office/drawing/2014/main" id="{9BB76BA5-7A68-40AB-ADB0-D5B878A0F0E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967259" y="4693069"/>
                          <a:ext cx="12687" cy="50772"/>
                        </a:xfrm>
                        <a:custGeom>
                          <a:avLst/>
                          <a:gdLst>
                            <a:gd name="connsiteX0" fmla="*/ 0 w 0"/>
                            <a:gd name="connsiteY0" fmla="*/ 0 h 50771"/>
                            <a:gd name="connsiteX1" fmla="*/ 0 w 0"/>
                            <a:gd name="connsiteY1" fmla="*/ 51673 h 50771"/>
                            <a:gd name="connsiteX2" fmla="*/ 6343 w 0"/>
                            <a:gd name="connsiteY2" fmla="*/ 62678 h 50771"/>
                            <a:gd name="connsiteX3" fmla="*/ 6343 w 0"/>
                            <a:gd name="connsiteY3" fmla="*/ 11678 h 50771"/>
                            <a:gd name="connsiteX4" fmla="*/ 0 w 0"/>
                            <a:gd name="connsiteY4" fmla="*/ 0 h 5077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h="50771">
                              <a:moveTo>
                                <a:pt x="0" y="0"/>
                              </a:moveTo>
                              <a:lnTo>
                                <a:pt x="0" y="51673"/>
                              </a:lnTo>
                              <a:cubicBezTo>
                                <a:pt x="1979" y="55430"/>
                                <a:pt x="4174" y="59035"/>
                                <a:pt x="6343" y="62678"/>
                              </a:cubicBezTo>
                              <a:lnTo>
                                <a:pt x="6343" y="11678"/>
                              </a:lnTo>
                              <a:cubicBezTo>
                                <a:pt x="4072" y="7882"/>
                                <a:pt x="2055" y="3922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33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560" name="자유형: 도형 1559">
                          <a:extLst>
                            <a:ext uri="{FF2B5EF4-FFF2-40B4-BE49-F238E27FC236}">
                              <a16:creationId xmlns:a16="http://schemas.microsoft.com/office/drawing/2014/main" id="{785F7D79-8E48-48D3-9368-1F03008D6F7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951400" y="4655460"/>
                          <a:ext cx="12687" cy="63465"/>
                        </a:xfrm>
                        <a:custGeom>
                          <a:avLst/>
                          <a:gdLst>
                            <a:gd name="connsiteX0" fmla="*/ 0 w 0"/>
                            <a:gd name="connsiteY0" fmla="*/ 0 h 63464"/>
                            <a:gd name="connsiteX1" fmla="*/ 0 w 0"/>
                            <a:gd name="connsiteY1" fmla="*/ 51914 h 63464"/>
                            <a:gd name="connsiteX2" fmla="*/ 6343 w 0"/>
                            <a:gd name="connsiteY2" fmla="*/ 69253 h 63464"/>
                            <a:gd name="connsiteX3" fmla="*/ 6343 w 0"/>
                            <a:gd name="connsiteY3" fmla="*/ 17212 h 63464"/>
                            <a:gd name="connsiteX4" fmla="*/ 0 w 0"/>
                            <a:gd name="connsiteY4" fmla="*/ 0 h 63464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h="63464">
                              <a:moveTo>
                                <a:pt x="0" y="0"/>
                              </a:moveTo>
                              <a:lnTo>
                                <a:pt x="0" y="51914"/>
                              </a:lnTo>
                              <a:cubicBezTo>
                                <a:pt x="1941" y="57778"/>
                                <a:pt x="3984" y="63592"/>
                                <a:pt x="6343" y="69253"/>
                              </a:cubicBezTo>
                              <a:lnTo>
                                <a:pt x="6343" y="17212"/>
                              </a:lnTo>
                              <a:cubicBezTo>
                                <a:pt x="4022" y="11576"/>
                                <a:pt x="1916" y="5851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33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  <p:sp>
                      <p:nvSpPr>
                        <p:cNvPr id="1561" name="자유형: 도형 1560">
                          <a:extLst>
                            <a:ext uri="{FF2B5EF4-FFF2-40B4-BE49-F238E27FC236}">
                              <a16:creationId xmlns:a16="http://schemas.microsoft.com/office/drawing/2014/main" id="{7334B69E-B85D-433C-B8ED-AC066B76DEC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938714" y="4620475"/>
                          <a:ext cx="12687" cy="38079"/>
                        </a:xfrm>
                        <a:custGeom>
                          <a:avLst/>
                          <a:gdLst>
                            <a:gd name="connsiteX0" fmla="*/ 0 w 0"/>
                            <a:gd name="connsiteY0" fmla="*/ 9016 h 38078"/>
                            <a:gd name="connsiteX1" fmla="*/ 3172 w 0"/>
                            <a:gd name="connsiteY1" fmla="*/ 46752 h 38078"/>
                            <a:gd name="connsiteX2" fmla="*/ 3172 w 0"/>
                            <a:gd name="connsiteY2" fmla="*/ 854 h 38078"/>
                            <a:gd name="connsiteX3" fmla="*/ 0 w 0"/>
                            <a:gd name="connsiteY3" fmla="*/ 9016 h 3807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h="38078">
                              <a:moveTo>
                                <a:pt x="0" y="9016"/>
                              </a:moveTo>
                              <a:cubicBezTo>
                                <a:pt x="0" y="21887"/>
                                <a:pt x="1281" y="34414"/>
                                <a:pt x="3172" y="46752"/>
                              </a:cubicBezTo>
                              <a:lnTo>
                                <a:pt x="3172" y="854"/>
                              </a:lnTo>
                              <a:cubicBezTo>
                                <a:pt x="1928" y="-643"/>
                                <a:pt x="0" y="-1329"/>
                                <a:pt x="0" y="901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33"/>
                        </a:solidFill>
                        <a:ln w="1268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ko-KR" altLang="en-US"/>
                        </a:p>
                      </p:txBody>
                    </p:sp>
                  </p:grpSp>
                  <p:sp>
                    <p:nvSpPr>
                      <p:cNvPr id="1562" name="자유형: 도형 1561">
                        <a:extLst>
                          <a:ext uri="{FF2B5EF4-FFF2-40B4-BE49-F238E27FC236}">
                            <a16:creationId xmlns:a16="http://schemas.microsoft.com/office/drawing/2014/main" id="{D8130EF8-5AB1-4005-97B5-F18700245C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938714" y="4330915"/>
                        <a:ext cx="494776" cy="253858"/>
                      </a:xfrm>
                      <a:custGeom>
                        <a:avLst/>
                        <a:gdLst>
                          <a:gd name="connsiteX0" fmla="*/ 0 w 494776"/>
                          <a:gd name="connsiteY0" fmla="*/ 255470 h 253858"/>
                          <a:gd name="connsiteX1" fmla="*/ 247388 w 494776"/>
                          <a:gd name="connsiteY1" fmla="*/ 7958 h 253858"/>
                          <a:gd name="connsiteX2" fmla="*/ 494776 w 494776"/>
                          <a:gd name="connsiteY2" fmla="*/ 255470 h 253858"/>
                          <a:gd name="connsiteX3" fmla="*/ 494776 w 494776"/>
                          <a:gd name="connsiteY3" fmla="*/ 247512 h 253858"/>
                          <a:gd name="connsiteX4" fmla="*/ 247388 w 494776"/>
                          <a:gd name="connsiteY4" fmla="*/ 0 h 253858"/>
                          <a:gd name="connsiteX5" fmla="*/ 0 w 494776"/>
                          <a:gd name="connsiteY5" fmla="*/ 247512 h 253858"/>
                          <a:gd name="connsiteX6" fmla="*/ 0 w 494776"/>
                          <a:gd name="connsiteY6" fmla="*/ 255470 h 25385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494776" h="253858">
                            <a:moveTo>
                              <a:pt x="0" y="255470"/>
                            </a:moveTo>
                            <a:cubicBezTo>
                              <a:pt x="0" y="118768"/>
                              <a:pt x="110754" y="7958"/>
                              <a:pt x="247388" y="7958"/>
                            </a:cubicBezTo>
                            <a:cubicBezTo>
                              <a:pt x="384010" y="7958"/>
                              <a:pt x="494776" y="118768"/>
                              <a:pt x="494776" y="255470"/>
                            </a:cubicBezTo>
                            <a:lnTo>
                              <a:pt x="494776" y="247512"/>
                            </a:lnTo>
                            <a:cubicBezTo>
                              <a:pt x="494776" y="110809"/>
                              <a:pt x="384023" y="0"/>
                              <a:pt x="247388" y="0"/>
                            </a:cubicBezTo>
                            <a:cubicBezTo>
                              <a:pt x="110754" y="0"/>
                              <a:pt x="0" y="110809"/>
                              <a:pt x="0" y="247512"/>
                            </a:cubicBezTo>
                            <a:lnTo>
                              <a:pt x="0" y="255470"/>
                            </a:lnTo>
                            <a:close/>
                          </a:path>
                        </a:pathLst>
                      </a:custGeom>
                      <a:solidFill>
                        <a:srgbClr val="FFFFFF">
                          <a:alpha val="20000"/>
                        </a:srgbClr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563" name="자유형: 도형 1562">
                        <a:extLst>
                          <a:ext uri="{FF2B5EF4-FFF2-40B4-BE49-F238E27FC236}">
                            <a16:creationId xmlns:a16="http://schemas.microsoft.com/office/drawing/2014/main" id="{F790DADF-1862-4FDC-A124-F5BAF61227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938714" y="4570481"/>
                        <a:ext cx="494776" cy="253858"/>
                      </a:xfrm>
                      <a:custGeom>
                        <a:avLst/>
                        <a:gdLst>
                          <a:gd name="connsiteX0" fmla="*/ 494776 w 494776"/>
                          <a:gd name="connsiteY0" fmla="*/ 0 h 253858"/>
                          <a:gd name="connsiteX1" fmla="*/ 247388 w 494776"/>
                          <a:gd name="connsiteY1" fmla="*/ 247512 h 253858"/>
                          <a:gd name="connsiteX2" fmla="*/ 0 w 494776"/>
                          <a:gd name="connsiteY2" fmla="*/ 0 h 253858"/>
                          <a:gd name="connsiteX3" fmla="*/ 0 w 494776"/>
                          <a:gd name="connsiteY3" fmla="*/ 7946 h 253858"/>
                          <a:gd name="connsiteX4" fmla="*/ 247388 w 494776"/>
                          <a:gd name="connsiteY4" fmla="*/ 255458 h 253858"/>
                          <a:gd name="connsiteX5" fmla="*/ 494776 w 494776"/>
                          <a:gd name="connsiteY5" fmla="*/ 7946 h 253858"/>
                          <a:gd name="connsiteX6" fmla="*/ 494776 w 494776"/>
                          <a:gd name="connsiteY6" fmla="*/ 0 h 25385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494776" h="253858">
                            <a:moveTo>
                              <a:pt x="494776" y="0"/>
                            </a:moveTo>
                            <a:cubicBezTo>
                              <a:pt x="494776" y="136703"/>
                              <a:pt x="384023" y="247512"/>
                              <a:pt x="247388" y="247512"/>
                            </a:cubicBezTo>
                            <a:cubicBezTo>
                              <a:pt x="110766" y="247512"/>
                              <a:pt x="0" y="136703"/>
                              <a:pt x="0" y="0"/>
                            </a:cubicBezTo>
                            <a:lnTo>
                              <a:pt x="0" y="7946"/>
                            </a:lnTo>
                            <a:cubicBezTo>
                              <a:pt x="0" y="144648"/>
                              <a:pt x="110754" y="255458"/>
                              <a:pt x="247388" y="255458"/>
                            </a:cubicBezTo>
                            <a:cubicBezTo>
                              <a:pt x="384023" y="255458"/>
                              <a:pt x="494776" y="144648"/>
                              <a:pt x="494776" y="7946"/>
                            </a:cubicBezTo>
                            <a:lnTo>
                              <a:pt x="494776" y="0"/>
                            </a:lnTo>
                            <a:close/>
                          </a:path>
                        </a:pathLst>
                      </a:custGeom>
                      <a:solidFill>
                        <a:srgbClr val="000000">
                          <a:alpha val="20000"/>
                        </a:srgbClr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564" name="자유형: 도형 1563">
                        <a:extLst>
                          <a:ext uri="{FF2B5EF4-FFF2-40B4-BE49-F238E27FC236}">
                            <a16:creationId xmlns:a16="http://schemas.microsoft.com/office/drawing/2014/main" id="{C8A28172-C07B-497F-A334-D6D013FBAD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938714" y="4629097"/>
                        <a:ext cx="494776" cy="253858"/>
                      </a:xfrm>
                      <a:custGeom>
                        <a:avLst/>
                        <a:gdLst>
                          <a:gd name="connsiteX0" fmla="*/ 494776 w 494776"/>
                          <a:gd name="connsiteY0" fmla="*/ 0 h 253858"/>
                          <a:gd name="connsiteX1" fmla="*/ 247388 w 494776"/>
                          <a:gd name="connsiteY1" fmla="*/ 247512 h 253858"/>
                          <a:gd name="connsiteX2" fmla="*/ 0 w 494776"/>
                          <a:gd name="connsiteY2" fmla="*/ 0 h 253858"/>
                          <a:gd name="connsiteX3" fmla="*/ 0 w 494776"/>
                          <a:gd name="connsiteY3" fmla="*/ 7958 h 253858"/>
                          <a:gd name="connsiteX4" fmla="*/ 247388 w 494776"/>
                          <a:gd name="connsiteY4" fmla="*/ 255470 h 253858"/>
                          <a:gd name="connsiteX5" fmla="*/ 494776 w 494776"/>
                          <a:gd name="connsiteY5" fmla="*/ 7958 h 253858"/>
                          <a:gd name="connsiteX6" fmla="*/ 494776 w 494776"/>
                          <a:gd name="connsiteY6" fmla="*/ 0 h 25385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494776" h="253858">
                            <a:moveTo>
                              <a:pt x="494776" y="0"/>
                            </a:moveTo>
                            <a:cubicBezTo>
                              <a:pt x="494776" y="136703"/>
                              <a:pt x="384023" y="247512"/>
                              <a:pt x="247388" y="247512"/>
                            </a:cubicBezTo>
                            <a:cubicBezTo>
                              <a:pt x="110766" y="247512"/>
                              <a:pt x="0" y="136703"/>
                              <a:pt x="0" y="0"/>
                            </a:cubicBezTo>
                            <a:lnTo>
                              <a:pt x="0" y="7958"/>
                            </a:lnTo>
                            <a:cubicBezTo>
                              <a:pt x="0" y="144661"/>
                              <a:pt x="110754" y="255470"/>
                              <a:pt x="247388" y="255470"/>
                            </a:cubicBezTo>
                            <a:cubicBezTo>
                              <a:pt x="384023" y="255470"/>
                              <a:pt x="494776" y="144661"/>
                              <a:pt x="494776" y="7958"/>
                            </a:cubicBezTo>
                            <a:lnTo>
                              <a:pt x="494776" y="0"/>
                            </a:lnTo>
                            <a:close/>
                          </a:path>
                        </a:pathLst>
                      </a:custGeom>
                      <a:solidFill>
                        <a:srgbClr val="000000">
                          <a:alpha val="20000"/>
                        </a:srgbClr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565" name="자유형: 도형 1564">
                        <a:extLst>
                          <a:ext uri="{FF2B5EF4-FFF2-40B4-BE49-F238E27FC236}">
                            <a16:creationId xmlns:a16="http://schemas.microsoft.com/office/drawing/2014/main" id="{66D706BA-56C5-4E9C-9907-91EFDC7BFEA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938714" y="4695621"/>
                        <a:ext cx="494776" cy="253858"/>
                      </a:xfrm>
                      <a:custGeom>
                        <a:avLst/>
                        <a:gdLst>
                          <a:gd name="connsiteX0" fmla="*/ 494776 w 494776"/>
                          <a:gd name="connsiteY0" fmla="*/ 0 h 253858"/>
                          <a:gd name="connsiteX1" fmla="*/ 247388 w 494776"/>
                          <a:gd name="connsiteY1" fmla="*/ 247512 h 253858"/>
                          <a:gd name="connsiteX2" fmla="*/ 0 w 494776"/>
                          <a:gd name="connsiteY2" fmla="*/ 0 h 253858"/>
                          <a:gd name="connsiteX3" fmla="*/ 0 w 494776"/>
                          <a:gd name="connsiteY3" fmla="*/ 7958 h 253858"/>
                          <a:gd name="connsiteX4" fmla="*/ 247388 w 494776"/>
                          <a:gd name="connsiteY4" fmla="*/ 255470 h 253858"/>
                          <a:gd name="connsiteX5" fmla="*/ 494776 w 494776"/>
                          <a:gd name="connsiteY5" fmla="*/ 7958 h 253858"/>
                          <a:gd name="connsiteX6" fmla="*/ 494776 w 494776"/>
                          <a:gd name="connsiteY6" fmla="*/ 0 h 25385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494776" h="253858">
                            <a:moveTo>
                              <a:pt x="494776" y="0"/>
                            </a:moveTo>
                            <a:cubicBezTo>
                              <a:pt x="494776" y="136703"/>
                              <a:pt x="384023" y="247512"/>
                              <a:pt x="247388" y="247512"/>
                            </a:cubicBezTo>
                            <a:cubicBezTo>
                              <a:pt x="110754" y="247512"/>
                              <a:pt x="0" y="136703"/>
                              <a:pt x="0" y="0"/>
                            </a:cubicBezTo>
                            <a:lnTo>
                              <a:pt x="0" y="7958"/>
                            </a:lnTo>
                            <a:cubicBezTo>
                              <a:pt x="0" y="144661"/>
                              <a:pt x="110754" y="255470"/>
                              <a:pt x="247388" y="255470"/>
                            </a:cubicBezTo>
                            <a:cubicBezTo>
                              <a:pt x="384023" y="255470"/>
                              <a:pt x="494776" y="144661"/>
                              <a:pt x="494776" y="7958"/>
                            </a:cubicBezTo>
                            <a:lnTo>
                              <a:pt x="494776" y="0"/>
                            </a:lnTo>
                            <a:close/>
                          </a:path>
                        </a:pathLst>
                      </a:custGeom>
                      <a:solidFill>
                        <a:srgbClr val="000000">
                          <a:alpha val="20000"/>
                        </a:srgbClr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  <p:sp>
                    <p:nvSpPr>
                      <p:cNvPr id="1566" name="자유형: 도형 1565">
                        <a:extLst>
                          <a:ext uri="{FF2B5EF4-FFF2-40B4-BE49-F238E27FC236}">
                            <a16:creationId xmlns:a16="http://schemas.microsoft.com/office/drawing/2014/main" id="{D8677146-4272-452A-8C4F-35DB7C141B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119967" y="4512259"/>
                        <a:ext cx="126866" cy="63465"/>
                      </a:xfrm>
                      <a:custGeom>
                        <a:avLst/>
                        <a:gdLst>
                          <a:gd name="connsiteX0" fmla="*/ 0 w 126865"/>
                          <a:gd name="connsiteY0" fmla="*/ 74127 h 63464"/>
                          <a:gd name="connsiteX1" fmla="*/ 66135 w 126865"/>
                          <a:gd name="connsiteY1" fmla="*/ 7958 h 63464"/>
                          <a:gd name="connsiteX2" fmla="*/ 132258 w 126865"/>
                          <a:gd name="connsiteY2" fmla="*/ 74127 h 63464"/>
                          <a:gd name="connsiteX3" fmla="*/ 132258 w 126865"/>
                          <a:gd name="connsiteY3" fmla="*/ 66168 h 63464"/>
                          <a:gd name="connsiteX4" fmla="*/ 66135 w 126865"/>
                          <a:gd name="connsiteY4" fmla="*/ 0 h 63464"/>
                          <a:gd name="connsiteX5" fmla="*/ 0 w 126865"/>
                          <a:gd name="connsiteY5" fmla="*/ 66168 h 63464"/>
                          <a:gd name="connsiteX6" fmla="*/ 0 w 126865"/>
                          <a:gd name="connsiteY6" fmla="*/ 74127 h 6346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26865" h="63464">
                            <a:moveTo>
                              <a:pt x="0" y="74127"/>
                            </a:moveTo>
                            <a:cubicBezTo>
                              <a:pt x="0" y="37584"/>
                              <a:pt x="29610" y="7958"/>
                              <a:pt x="66135" y="7958"/>
                            </a:cubicBezTo>
                            <a:cubicBezTo>
                              <a:pt x="102647" y="7958"/>
                              <a:pt x="132258" y="37584"/>
                              <a:pt x="132258" y="74127"/>
                            </a:cubicBezTo>
                            <a:lnTo>
                              <a:pt x="132258" y="66168"/>
                            </a:lnTo>
                            <a:cubicBezTo>
                              <a:pt x="132258" y="29625"/>
                              <a:pt x="102647" y="0"/>
                              <a:pt x="66135" y="0"/>
                            </a:cubicBezTo>
                            <a:cubicBezTo>
                              <a:pt x="29610" y="0"/>
                              <a:pt x="0" y="29625"/>
                              <a:pt x="0" y="66168"/>
                            </a:cubicBezTo>
                            <a:lnTo>
                              <a:pt x="0" y="74127"/>
                            </a:lnTo>
                            <a:close/>
                          </a:path>
                        </a:pathLst>
                      </a:custGeom>
                      <a:solidFill>
                        <a:srgbClr val="1A1A1A"/>
                      </a:solidFill>
                      <a:ln w="1268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ko-KR" altLang="en-US"/>
                      </a:p>
                    </p:txBody>
                  </p:sp>
                </p:grpSp>
              </p:grpSp>
              <p:grpSp>
                <p:nvGrpSpPr>
                  <p:cNvPr id="1567" name="그래픽 629">
                    <a:extLst>
                      <a:ext uri="{FF2B5EF4-FFF2-40B4-BE49-F238E27FC236}">
                        <a16:creationId xmlns:a16="http://schemas.microsoft.com/office/drawing/2014/main" id="{A057F0D5-7676-438C-8587-7F86F4A2B054}"/>
                      </a:ext>
                    </a:extLst>
                  </p:cNvPr>
                  <p:cNvGrpSpPr/>
                  <p:nvPr/>
                </p:nvGrpSpPr>
                <p:grpSpPr>
                  <a:xfrm>
                    <a:off x="6669131" y="5216436"/>
                    <a:ext cx="25373" cy="25386"/>
                    <a:chOff x="6669131" y="5216436"/>
                    <a:chExt cx="25373" cy="25386"/>
                  </a:xfrm>
                  <a:solidFill>
                    <a:schemeClr val="accent1"/>
                  </a:solidFill>
                </p:grpSpPr>
                <p:sp>
                  <p:nvSpPr>
                    <p:cNvPr id="1568" name="자유형: 도형 1567">
                      <a:extLst>
                        <a:ext uri="{FF2B5EF4-FFF2-40B4-BE49-F238E27FC236}">
                          <a16:creationId xmlns:a16="http://schemas.microsoft.com/office/drawing/2014/main" id="{73A54578-8F86-40EB-854D-F5B89536A52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69131" y="5216436"/>
                      <a:ext cx="25373" cy="25386"/>
                    </a:xfrm>
                    <a:custGeom>
                      <a:avLst/>
                      <a:gdLst>
                        <a:gd name="connsiteX0" fmla="*/ 0 w 25373"/>
                        <a:gd name="connsiteY0" fmla="*/ 0 h 25385"/>
                        <a:gd name="connsiteX1" fmla="*/ 29166 w 25373"/>
                        <a:gd name="connsiteY1" fmla="*/ 0 h 25385"/>
                        <a:gd name="connsiteX2" fmla="*/ 29166 w 25373"/>
                        <a:gd name="connsiteY2" fmla="*/ 29153 h 25385"/>
                        <a:gd name="connsiteX3" fmla="*/ 0 w 25373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 h="25385">
                          <a:moveTo>
                            <a:pt x="0" y="0"/>
                          </a:moveTo>
                          <a:lnTo>
                            <a:pt x="29166" y="0"/>
                          </a:lnTo>
                          <a:lnTo>
                            <a:pt x="29166" y="29153"/>
                          </a:lnTo>
                          <a:lnTo>
                            <a:pt x="0" y="29153"/>
                          </a:lnTo>
                          <a:close/>
                        </a:path>
                      </a:pathLst>
                    </a:custGeom>
                    <a:solidFill>
                      <a:srgbClr val="8D8C8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569" name="자유형: 도형 1568">
                      <a:extLst>
                        <a:ext uri="{FF2B5EF4-FFF2-40B4-BE49-F238E27FC236}">
                          <a16:creationId xmlns:a16="http://schemas.microsoft.com/office/drawing/2014/main" id="{67FA0970-28D0-490A-832A-DC0215E0DF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76248" y="5223506"/>
                      <a:ext cx="12687" cy="12693"/>
                    </a:xfrm>
                    <a:custGeom>
                      <a:avLst/>
                      <a:gdLst>
                        <a:gd name="connsiteX0" fmla="*/ 0 w 12686"/>
                        <a:gd name="connsiteY0" fmla="*/ 0 h 12692"/>
                        <a:gd name="connsiteX1" fmla="*/ 15021 w 12686"/>
                        <a:gd name="connsiteY1" fmla="*/ 0 h 12692"/>
                        <a:gd name="connsiteX2" fmla="*/ 15021 w 12686"/>
                        <a:gd name="connsiteY2" fmla="*/ 15002 h 12692"/>
                        <a:gd name="connsiteX3" fmla="*/ 0 w 12686"/>
                        <a:gd name="connsiteY3" fmla="*/ 15002 h 12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2686" h="12692">
                          <a:moveTo>
                            <a:pt x="0" y="0"/>
                          </a:moveTo>
                          <a:lnTo>
                            <a:pt x="15021" y="0"/>
                          </a:lnTo>
                          <a:lnTo>
                            <a:pt x="15021" y="15002"/>
                          </a:lnTo>
                          <a:lnTo>
                            <a:pt x="0" y="15002"/>
                          </a:lnTo>
                          <a:close/>
                        </a:path>
                      </a:pathLst>
                    </a:custGeom>
                    <a:solidFill>
                      <a:srgbClr val="8C866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570" name="자유형: 도형 1569">
                      <a:extLst>
                        <a:ext uri="{FF2B5EF4-FFF2-40B4-BE49-F238E27FC236}">
                          <a16:creationId xmlns:a16="http://schemas.microsoft.com/office/drawing/2014/main" id="{C59E870B-0392-4F7E-8295-B6A3B347D2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69131" y="5216436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9153 h 25385"/>
                        <a:gd name="connsiteX1" fmla="*/ 7117 w 0"/>
                        <a:gd name="connsiteY1" fmla="*/ 22058 h 25385"/>
                        <a:gd name="connsiteX2" fmla="*/ 7117 w 0"/>
                        <a:gd name="connsiteY2" fmla="*/ 6371 h 25385"/>
                        <a:gd name="connsiteX3" fmla="*/ 0 w 0"/>
                        <a:gd name="connsiteY3" fmla="*/ 0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9153"/>
                          </a:moveTo>
                          <a:lnTo>
                            <a:pt x="7117" y="22058"/>
                          </a:lnTo>
                          <a:lnTo>
                            <a:pt x="7117" y="637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8AF82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571" name="자유형: 도형 1570">
                      <a:extLst>
                        <a:ext uri="{FF2B5EF4-FFF2-40B4-BE49-F238E27FC236}">
                          <a16:creationId xmlns:a16="http://schemas.microsoft.com/office/drawing/2014/main" id="{BBE12E91-D603-41E0-95A4-1E7BCD7F923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69131" y="5216436"/>
                      <a:ext cx="25373" cy="12693"/>
                    </a:xfrm>
                    <a:custGeom>
                      <a:avLst/>
                      <a:gdLst>
                        <a:gd name="connsiteX0" fmla="*/ 22112 w 25373"/>
                        <a:gd name="connsiteY0" fmla="*/ 7095 h 0"/>
                        <a:gd name="connsiteX1" fmla="*/ 7219 w 25373"/>
                        <a:gd name="connsiteY1" fmla="*/ 7095 h 0"/>
                        <a:gd name="connsiteX2" fmla="*/ 0 w 25373"/>
                        <a:gd name="connsiteY2" fmla="*/ 0 h 0"/>
                        <a:gd name="connsiteX3" fmla="*/ 29166 w 25373"/>
                        <a:gd name="connsiteY3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22112" y="7095"/>
                          </a:moveTo>
                          <a:lnTo>
                            <a:pt x="7219" y="7095"/>
                          </a:lnTo>
                          <a:lnTo>
                            <a:pt x="0" y="0"/>
                          </a:lnTo>
                          <a:lnTo>
                            <a:pt x="29166" y="0"/>
                          </a:lnTo>
                          <a:close/>
                        </a:path>
                      </a:pathLst>
                    </a:custGeom>
                    <a:solidFill>
                      <a:srgbClr val="80795B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572" name="자유형: 도형 1571">
                      <a:extLst>
                        <a:ext uri="{FF2B5EF4-FFF2-40B4-BE49-F238E27FC236}">
                          <a16:creationId xmlns:a16="http://schemas.microsoft.com/office/drawing/2014/main" id="{218274F6-A087-4A78-92B7-2A7C85BC60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91243" y="5216436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2058 h 25385"/>
                        <a:gd name="connsiteX1" fmla="*/ 0 w 0"/>
                        <a:gd name="connsiteY1" fmla="*/ 7095 h 25385"/>
                        <a:gd name="connsiteX2" fmla="*/ 7054 w 0"/>
                        <a:gd name="connsiteY2" fmla="*/ 0 h 25385"/>
                        <a:gd name="connsiteX3" fmla="*/ 7054 w 0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2058"/>
                          </a:moveTo>
                          <a:lnTo>
                            <a:pt x="0" y="7095"/>
                          </a:lnTo>
                          <a:lnTo>
                            <a:pt x="7054" y="0"/>
                          </a:lnTo>
                          <a:lnTo>
                            <a:pt x="7054" y="29153"/>
                          </a:lnTo>
                          <a:close/>
                        </a:path>
                      </a:pathLst>
                    </a:custGeom>
                    <a:solidFill>
                      <a:srgbClr val="5E5B4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573" name="자유형: 도형 1572">
                      <a:extLst>
                        <a:ext uri="{FF2B5EF4-FFF2-40B4-BE49-F238E27FC236}">
                          <a16:creationId xmlns:a16="http://schemas.microsoft.com/office/drawing/2014/main" id="{6511D6FC-8179-42A2-9F9B-748415336A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69131" y="5238495"/>
                      <a:ext cx="25373" cy="12693"/>
                    </a:xfrm>
                    <a:custGeom>
                      <a:avLst/>
                      <a:gdLst>
                        <a:gd name="connsiteX0" fmla="*/ 0 w 25373"/>
                        <a:gd name="connsiteY0" fmla="*/ 7095 h 0"/>
                        <a:gd name="connsiteX1" fmla="*/ 7193 w 25373"/>
                        <a:gd name="connsiteY1" fmla="*/ 0 h 0"/>
                        <a:gd name="connsiteX2" fmla="*/ 22112 w 25373"/>
                        <a:gd name="connsiteY2" fmla="*/ 0 h 0"/>
                        <a:gd name="connsiteX3" fmla="*/ 29166 w 25373"/>
                        <a:gd name="connsiteY3" fmla="*/ 7095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0" y="7095"/>
                          </a:moveTo>
                          <a:lnTo>
                            <a:pt x="7193" y="0"/>
                          </a:lnTo>
                          <a:lnTo>
                            <a:pt x="22112" y="0"/>
                          </a:lnTo>
                          <a:lnTo>
                            <a:pt x="29166" y="7095"/>
                          </a:lnTo>
                          <a:close/>
                        </a:path>
                      </a:pathLst>
                    </a:custGeom>
                    <a:solidFill>
                      <a:srgbClr val="9A916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</p:grpSp>
              <p:grpSp>
                <p:nvGrpSpPr>
                  <p:cNvPr id="1574" name="그래픽 629">
                    <a:extLst>
                      <a:ext uri="{FF2B5EF4-FFF2-40B4-BE49-F238E27FC236}">
                        <a16:creationId xmlns:a16="http://schemas.microsoft.com/office/drawing/2014/main" id="{A057F0D5-7676-438C-8587-7F86F4A2B054}"/>
                      </a:ext>
                    </a:extLst>
                  </p:cNvPr>
                  <p:cNvGrpSpPr/>
                  <p:nvPr/>
                </p:nvGrpSpPr>
                <p:grpSpPr>
                  <a:xfrm>
                    <a:off x="6669131" y="4211158"/>
                    <a:ext cx="25373" cy="25386"/>
                    <a:chOff x="6669131" y="4211158"/>
                    <a:chExt cx="25373" cy="25386"/>
                  </a:xfrm>
                  <a:solidFill>
                    <a:schemeClr val="accent1"/>
                  </a:solidFill>
                </p:grpSpPr>
                <p:sp>
                  <p:nvSpPr>
                    <p:cNvPr id="1575" name="자유형: 도형 1574">
                      <a:extLst>
                        <a:ext uri="{FF2B5EF4-FFF2-40B4-BE49-F238E27FC236}">
                          <a16:creationId xmlns:a16="http://schemas.microsoft.com/office/drawing/2014/main" id="{67C7288E-3AFF-4DCF-92C0-D5FC20227BB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69131" y="4211158"/>
                      <a:ext cx="25373" cy="25386"/>
                    </a:xfrm>
                    <a:custGeom>
                      <a:avLst/>
                      <a:gdLst>
                        <a:gd name="connsiteX0" fmla="*/ 0 w 25373"/>
                        <a:gd name="connsiteY0" fmla="*/ 0 h 25385"/>
                        <a:gd name="connsiteX1" fmla="*/ 29166 w 25373"/>
                        <a:gd name="connsiteY1" fmla="*/ 0 h 25385"/>
                        <a:gd name="connsiteX2" fmla="*/ 29166 w 25373"/>
                        <a:gd name="connsiteY2" fmla="*/ 29153 h 25385"/>
                        <a:gd name="connsiteX3" fmla="*/ 0 w 25373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 h="25385">
                          <a:moveTo>
                            <a:pt x="0" y="0"/>
                          </a:moveTo>
                          <a:lnTo>
                            <a:pt x="29166" y="0"/>
                          </a:lnTo>
                          <a:lnTo>
                            <a:pt x="29166" y="29153"/>
                          </a:lnTo>
                          <a:lnTo>
                            <a:pt x="0" y="29153"/>
                          </a:lnTo>
                          <a:close/>
                        </a:path>
                      </a:pathLst>
                    </a:custGeom>
                    <a:solidFill>
                      <a:srgbClr val="8D8C8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576" name="자유형: 도형 1575">
                      <a:extLst>
                        <a:ext uri="{FF2B5EF4-FFF2-40B4-BE49-F238E27FC236}">
                          <a16:creationId xmlns:a16="http://schemas.microsoft.com/office/drawing/2014/main" id="{1F7F9318-B8B7-4F50-9495-36E966A3A6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76248" y="4218227"/>
                      <a:ext cx="12687" cy="12693"/>
                    </a:xfrm>
                    <a:custGeom>
                      <a:avLst/>
                      <a:gdLst>
                        <a:gd name="connsiteX0" fmla="*/ 0 w 12686"/>
                        <a:gd name="connsiteY0" fmla="*/ 0 h 12692"/>
                        <a:gd name="connsiteX1" fmla="*/ 15021 w 12686"/>
                        <a:gd name="connsiteY1" fmla="*/ 0 h 12692"/>
                        <a:gd name="connsiteX2" fmla="*/ 15021 w 12686"/>
                        <a:gd name="connsiteY2" fmla="*/ 15002 h 12692"/>
                        <a:gd name="connsiteX3" fmla="*/ 0 w 12686"/>
                        <a:gd name="connsiteY3" fmla="*/ 15002 h 12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2686" h="12692">
                          <a:moveTo>
                            <a:pt x="0" y="0"/>
                          </a:moveTo>
                          <a:lnTo>
                            <a:pt x="15021" y="0"/>
                          </a:lnTo>
                          <a:lnTo>
                            <a:pt x="15021" y="15002"/>
                          </a:lnTo>
                          <a:lnTo>
                            <a:pt x="0" y="15002"/>
                          </a:lnTo>
                          <a:close/>
                        </a:path>
                      </a:pathLst>
                    </a:custGeom>
                    <a:solidFill>
                      <a:srgbClr val="8C866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577" name="자유형: 도형 1576">
                      <a:extLst>
                        <a:ext uri="{FF2B5EF4-FFF2-40B4-BE49-F238E27FC236}">
                          <a16:creationId xmlns:a16="http://schemas.microsoft.com/office/drawing/2014/main" id="{A4D9C993-21B9-485F-BB41-4C75E28C53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69131" y="4211158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9153 h 25385"/>
                        <a:gd name="connsiteX1" fmla="*/ 7117 w 0"/>
                        <a:gd name="connsiteY1" fmla="*/ 22058 h 25385"/>
                        <a:gd name="connsiteX2" fmla="*/ 7117 w 0"/>
                        <a:gd name="connsiteY2" fmla="*/ 6371 h 25385"/>
                        <a:gd name="connsiteX3" fmla="*/ 0 w 0"/>
                        <a:gd name="connsiteY3" fmla="*/ 0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9153"/>
                          </a:moveTo>
                          <a:lnTo>
                            <a:pt x="7117" y="22058"/>
                          </a:lnTo>
                          <a:lnTo>
                            <a:pt x="7117" y="637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8AF82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578" name="자유형: 도형 1577">
                      <a:extLst>
                        <a:ext uri="{FF2B5EF4-FFF2-40B4-BE49-F238E27FC236}">
                          <a16:creationId xmlns:a16="http://schemas.microsoft.com/office/drawing/2014/main" id="{FFA81C48-8CAD-4A4C-992F-BE35866ADA8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69131" y="4211158"/>
                      <a:ext cx="25373" cy="12693"/>
                    </a:xfrm>
                    <a:custGeom>
                      <a:avLst/>
                      <a:gdLst>
                        <a:gd name="connsiteX0" fmla="*/ 22112 w 25373"/>
                        <a:gd name="connsiteY0" fmla="*/ 7095 h 0"/>
                        <a:gd name="connsiteX1" fmla="*/ 7219 w 25373"/>
                        <a:gd name="connsiteY1" fmla="*/ 7095 h 0"/>
                        <a:gd name="connsiteX2" fmla="*/ 0 w 25373"/>
                        <a:gd name="connsiteY2" fmla="*/ 0 h 0"/>
                        <a:gd name="connsiteX3" fmla="*/ 29166 w 25373"/>
                        <a:gd name="connsiteY3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22112" y="7095"/>
                          </a:moveTo>
                          <a:lnTo>
                            <a:pt x="7219" y="7095"/>
                          </a:lnTo>
                          <a:lnTo>
                            <a:pt x="0" y="0"/>
                          </a:lnTo>
                          <a:lnTo>
                            <a:pt x="29166" y="0"/>
                          </a:lnTo>
                          <a:close/>
                        </a:path>
                      </a:pathLst>
                    </a:custGeom>
                    <a:solidFill>
                      <a:srgbClr val="80795B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579" name="자유형: 도형 1578">
                      <a:extLst>
                        <a:ext uri="{FF2B5EF4-FFF2-40B4-BE49-F238E27FC236}">
                          <a16:creationId xmlns:a16="http://schemas.microsoft.com/office/drawing/2014/main" id="{12C04B5A-C96E-4F18-98A1-271D5F801C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91243" y="4211158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2058 h 25385"/>
                        <a:gd name="connsiteX1" fmla="*/ 0 w 0"/>
                        <a:gd name="connsiteY1" fmla="*/ 7095 h 25385"/>
                        <a:gd name="connsiteX2" fmla="*/ 7054 w 0"/>
                        <a:gd name="connsiteY2" fmla="*/ 0 h 25385"/>
                        <a:gd name="connsiteX3" fmla="*/ 7054 w 0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2058"/>
                          </a:moveTo>
                          <a:lnTo>
                            <a:pt x="0" y="7095"/>
                          </a:lnTo>
                          <a:lnTo>
                            <a:pt x="7054" y="0"/>
                          </a:lnTo>
                          <a:lnTo>
                            <a:pt x="7054" y="29153"/>
                          </a:lnTo>
                          <a:close/>
                        </a:path>
                      </a:pathLst>
                    </a:custGeom>
                    <a:solidFill>
                      <a:srgbClr val="5E5B4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580" name="자유형: 도형 1579">
                      <a:extLst>
                        <a:ext uri="{FF2B5EF4-FFF2-40B4-BE49-F238E27FC236}">
                          <a16:creationId xmlns:a16="http://schemas.microsoft.com/office/drawing/2014/main" id="{B921F2FF-EFEA-457B-8CA2-5CD90EA7FD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69131" y="4233216"/>
                      <a:ext cx="25373" cy="12693"/>
                    </a:xfrm>
                    <a:custGeom>
                      <a:avLst/>
                      <a:gdLst>
                        <a:gd name="connsiteX0" fmla="*/ 0 w 25373"/>
                        <a:gd name="connsiteY0" fmla="*/ 7095 h 0"/>
                        <a:gd name="connsiteX1" fmla="*/ 7193 w 25373"/>
                        <a:gd name="connsiteY1" fmla="*/ 0 h 0"/>
                        <a:gd name="connsiteX2" fmla="*/ 22112 w 25373"/>
                        <a:gd name="connsiteY2" fmla="*/ 0 h 0"/>
                        <a:gd name="connsiteX3" fmla="*/ 29166 w 25373"/>
                        <a:gd name="connsiteY3" fmla="*/ 7095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0" y="7095"/>
                          </a:moveTo>
                          <a:lnTo>
                            <a:pt x="7193" y="0"/>
                          </a:lnTo>
                          <a:lnTo>
                            <a:pt x="22112" y="0"/>
                          </a:lnTo>
                          <a:lnTo>
                            <a:pt x="29166" y="7095"/>
                          </a:lnTo>
                          <a:close/>
                        </a:path>
                      </a:pathLst>
                    </a:custGeom>
                    <a:solidFill>
                      <a:srgbClr val="9A916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</p:grpSp>
              <p:grpSp>
                <p:nvGrpSpPr>
                  <p:cNvPr id="1581" name="그래픽 629">
                    <a:extLst>
                      <a:ext uri="{FF2B5EF4-FFF2-40B4-BE49-F238E27FC236}">
                        <a16:creationId xmlns:a16="http://schemas.microsoft.com/office/drawing/2014/main" id="{A057F0D5-7676-438C-8587-7F86F4A2B054}"/>
                      </a:ext>
                    </a:extLst>
                  </p:cNvPr>
                  <p:cNvGrpSpPr/>
                  <p:nvPr/>
                </p:nvGrpSpPr>
                <p:grpSpPr>
                  <a:xfrm>
                    <a:off x="6760474" y="5216436"/>
                    <a:ext cx="25373" cy="25386"/>
                    <a:chOff x="6760474" y="5216436"/>
                    <a:chExt cx="25373" cy="25386"/>
                  </a:xfrm>
                  <a:solidFill>
                    <a:schemeClr val="accent1"/>
                  </a:solidFill>
                </p:grpSpPr>
                <p:sp>
                  <p:nvSpPr>
                    <p:cNvPr id="1582" name="자유형: 도형 1581">
                      <a:extLst>
                        <a:ext uri="{FF2B5EF4-FFF2-40B4-BE49-F238E27FC236}">
                          <a16:creationId xmlns:a16="http://schemas.microsoft.com/office/drawing/2014/main" id="{BD4D15C0-6F8E-4AA5-B95F-EA0AC696BFF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60474" y="5216436"/>
                      <a:ext cx="25373" cy="25386"/>
                    </a:xfrm>
                    <a:custGeom>
                      <a:avLst/>
                      <a:gdLst>
                        <a:gd name="connsiteX0" fmla="*/ 0 w 25373"/>
                        <a:gd name="connsiteY0" fmla="*/ 0 h 25385"/>
                        <a:gd name="connsiteX1" fmla="*/ 29166 w 25373"/>
                        <a:gd name="connsiteY1" fmla="*/ 0 h 25385"/>
                        <a:gd name="connsiteX2" fmla="*/ 29166 w 25373"/>
                        <a:gd name="connsiteY2" fmla="*/ 29153 h 25385"/>
                        <a:gd name="connsiteX3" fmla="*/ 0 w 25373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 h="25385">
                          <a:moveTo>
                            <a:pt x="0" y="0"/>
                          </a:moveTo>
                          <a:lnTo>
                            <a:pt x="29166" y="0"/>
                          </a:lnTo>
                          <a:lnTo>
                            <a:pt x="29166" y="29153"/>
                          </a:lnTo>
                          <a:lnTo>
                            <a:pt x="0" y="29153"/>
                          </a:lnTo>
                          <a:close/>
                        </a:path>
                      </a:pathLst>
                    </a:custGeom>
                    <a:solidFill>
                      <a:srgbClr val="8D8C8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583" name="자유형: 도형 1582">
                      <a:extLst>
                        <a:ext uri="{FF2B5EF4-FFF2-40B4-BE49-F238E27FC236}">
                          <a16:creationId xmlns:a16="http://schemas.microsoft.com/office/drawing/2014/main" id="{6DB2CBDD-BC35-4681-80D9-7FD9D6CD07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67591" y="5223506"/>
                      <a:ext cx="12687" cy="12693"/>
                    </a:xfrm>
                    <a:custGeom>
                      <a:avLst/>
                      <a:gdLst>
                        <a:gd name="connsiteX0" fmla="*/ 0 w 12686"/>
                        <a:gd name="connsiteY0" fmla="*/ 0 h 12692"/>
                        <a:gd name="connsiteX1" fmla="*/ 15021 w 12686"/>
                        <a:gd name="connsiteY1" fmla="*/ 0 h 12692"/>
                        <a:gd name="connsiteX2" fmla="*/ 15021 w 12686"/>
                        <a:gd name="connsiteY2" fmla="*/ 15002 h 12692"/>
                        <a:gd name="connsiteX3" fmla="*/ 0 w 12686"/>
                        <a:gd name="connsiteY3" fmla="*/ 15002 h 12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2686" h="12692">
                          <a:moveTo>
                            <a:pt x="0" y="0"/>
                          </a:moveTo>
                          <a:lnTo>
                            <a:pt x="15021" y="0"/>
                          </a:lnTo>
                          <a:lnTo>
                            <a:pt x="15021" y="15002"/>
                          </a:lnTo>
                          <a:lnTo>
                            <a:pt x="0" y="15002"/>
                          </a:lnTo>
                          <a:close/>
                        </a:path>
                      </a:pathLst>
                    </a:custGeom>
                    <a:solidFill>
                      <a:srgbClr val="8C866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584" name="자유형: 도형 1583">
                      <a:extLst>
                        <a:ext uri="{FF2B5EF4-FFF2-40B4-BE49-F238E27FC236}">
                          <a16:creationId xmlns:a16="http://schemas.microsoft.com/office/drawing/2014/main" id="{377CC095-35BB-41FA-AD73-3A9973D24F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60474" y="5216436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9153 h 25385"/>
                        <a:gd name="connsiteX1" fmla="*/ 7117 w 0"/>
                        <a:gd name="connsiteY1" fmla="*/ 22058 h 25385"/>
                        <a:gd name="connsiteX2" fmla="*/ 7117 w 0"/>
                        <a:gd name="connsiteY2" fmla="*/ 6371 h 25385"/>
                        <a:gd name="connsiteX3" fmla="*/ 0 w 0"/>
                        <a:gd name="connsiteY3" fmla="*/ 0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9153"/>
                          </a:moveTo>
                          <a:lnTo>
                            <a:pt x="7117" y="22058"/>
                          </a:lnTo>
                          <a:lnTo>
                            <a:pt x="7117" y="637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8AF82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585" name="자유형: 도형 1584">
                      <a:extLst>
                        <a:ext uri="{FF2B5EF4-FFF2-40B4-BE49-F238E27FC236}">
                          <a16:creationId xmlns:a16="http://schemas.microsoft.com/office/drawing/2014/main" id="{7D03FCD9-AC5A-4DB0-95BC-F4AF5DB983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60474" y="5216436"/>
                      <a:ext cx="25373" cy="12693"/>
                    </a:xfrm>
                    <a:custGeom>
                      <a:avLst/>
                      <a:gdLst>
                        <a:gd name="connsiteX0" fmla="*/ 22112 w 25373"/>
                        <a:gd name="connsiteY0" fmla="*/ 7095 h 0"/>
                        <a:gd name="connsiteX1" fmla="*/ 7219 w 25373"/>
                        <a:gd name="connsiteY1" fmla="*/ 7095 h 0"/>
                        <a:gd name="connsiteX2" fmla="*/ 0 w 25373"/>
                        <a:gd name="connsiteY2" fmla="*/ 0 h 0"/>
                        <a:gd name="connsiteX3" fmla="*/ 29166 w 25373"/>
                        <a:gd name="connsiteY3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22112" y="7095"/>
                          </a:moveTo>
                          <a:lnTo>
                            <a:pt x="7219" y="7095"/>
                          </a:lnTo>
                          <a:lnTo>
                            <a:pt x="0" y="0"/>
                          </a:lnTo>
                          <a:lnTo>
                            <a:pt x="29166" y="0"/>
                          </a:lnTo>
                          <a:close/>
                        </a:path>
                      </a:pathLst>
                    </a:custGeom>
                    <a:solidFill>
                      <a:srgbClr val="80795B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586" name="자유형: 도형 1585">
                      <a:extLst>
                        <a:ext uri="{FF2B5EF4-FFF2-40B4-BE49-F238E27FC236}">
                          <a16:creationId xmlns:a16="http://schemas.microsoft.com/office/drawing/2014/main" id="{8B548E74-EDB3-46F4-BCAB-73DEF9E460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82586" y="5216436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2058 h 25385"/>
                        <a:gd name="connsiteX1" fmla="*/ 0 w 0"/>
                        <a:gd name="connsiteY1" fmla="*/ 7095 h 25385"/>
                        <a:gd name="connsiteX2" fmla="*/ 7054 w 0"/>
                        <a:gd name="connsiteY2" fmla="*/ 0 h 25385"/>
                        <a:gd name="connsiteX3" fmla="*/ 7054 w 0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2058"/>
                          </a:moveTo>
                          <a:lnTo>
                            <a:pt x="0" y="7095"/>
                          </a:lnTo>
                          <a:lnTo>
                            <a:pt x="7054" y="0"/>
                          </a:lnTo>
                          <a:lnTo>
                            <a:pt x="7054" y="29153"/>
                          </a:lnTo>
                          <a:close/>
                        </a:path>
                      </a:pathLst>
                    </a:custGeom>
                    <a:solidFill>
                      <a:srgbClr val="5E5B4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587" name="자유형: 도형 1586">
                      <a:extLst>
                        <a:ext uri="{FF2B5EF4-FFF2-40B4-BE49-F238E27FC236}">
                          <a16:creationId xmlns:a16="http://schemas.microsoft.com/office/drawing/2014/main" id="{917E190D-7A36-4774-8A77-9E1EF5A813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60474" y="5238495"/>
                      <a:ext cx="25373" cy="12693"/>
                    </a:xfrm>
                    <a:custGeom>
                      <a:avLst/>
                      <a:gdLst>
                        <a:gd name="connsiteX0" fmla="*/ 0 w 25373"/>
                        <a:gd name="connsiteY0" fmla="*/ 7095 h 0"/>
                        <a:gd name="connsiteX1" fmla="*/ 7193 w 25373"/>
                        <a:gd name="connsiteY1" fmla="*/ 0 h 0"/>
                        <a:gd name="connsiteX2" fmla="*/ 22112 w 25373"/>
                        <a:gd name="connsiteY2" fmla="*/ 0 h 0"/>
                        <a:gd name="connsiteX3" fmla="*/ 29166 w 25373"/>
                        <a:gd name="connsiteY3" fmla="*/ 7095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0" y="7095"/>
                          </a:moveTo>
                          <a:lnTo>
                            <a:pt x="7193" y="0"/>
                          </a:lnTo>
                          <a:lnTo>
                            <a:pt x="22112" y="0"/>
                          </a:lnTo>
                          <a:lnTo>
                            <a:pt x="29166" y="7095"/>
                          </a:lnTo>
                          <a:close/>
                        </a:path>
                      </a:pathLst>
                    </a:custGeom>
                    <a:solidFill>
                      <a:srgbClr val="9A916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</p:grpSp>
              <p:grpSp>
                <p:nvGrpSpPr>
                  <p:cNvPr id="1588" name="그래픽 629">
                    <a:extLst>
                      <a:ext uri="{FF2B5EF4-FFF2-40B4-BE49-F238E27FC236}">
                        <a16:creationId xmlns:a16="http://schemas.microsoft.com/office/drawing/2014/main" id="{A057F0D5-7676-438C-8587-7F86F4A2B054}"/>
                      </a:ext>
                    </a:extLst>
                  </p:cNvPr>
                  <p:cNvGrpSpPr/>
                  <p:nvPr/>
                </p:nvGrpSpPr>
                <p:grpSpPr>
                  <a:xfrm>
                    <a:off x="6760474" y="4211158"/>
                    <a:ext cx="25373" cy="25386"/>
                    <a:chOff x="6760474" y="4211158"/>
                    <a:chExt cx="25373" cy="25386"/>
                  </a:xfrm>
                  <a:solidFill>
                    <a:schemeClr val="accent1"/>
                  </a:solidFill>
                </p:grpSpPr>
                <p:sp>
                  <p:nvSpPr>
                    <p:cNvPr id="1589" name="자유형: 도형 1588">
                      <a:extLst>
                        <a:ext uri="{FF2B5EF4-FFF2-40B4-BE49-F238E27FC236}">
                          <a16:creationId xmlns:a16="http://schemas.microsoft.com/office/drawing/2014/main" id="{55A9265D-E220-42F4-A3AA-7155E36ACE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60474" y="4211158"/>
                      <a:ext cx="25373" cy="25386"/>
                    </a:xfrm>
                    <a:custGeom>
                      <a:avLst/>
                      <a:gdLst>
                        <a:gd name="connsiteX0" fmla="*/ 0 w 25373"/>
                        <a:gd name="connsiteY0" fmla="*/ 0 h 25385"/>
                        <a:gd name="connsiteX1" fmla="*/ 29166 w 25373"/>
                        <a:gd name="connsiteY1" fmla="*/ 0 h 25385"/>
                        <a:gd name="connsiteX2" fmla="*/ 29166 w 25373"/>
                        <a:gd name="connsiteY2" fmla="*/ 29153 h 25385"/>
                        <a:gd name="connsiteX3" fmla="*/ 0 w 25373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 h="25385">
                          <a:moveTo>
                            <a:pt x="0" y="0"/>
                          </a:moveTo>
                          <a:lnTo>
                            <a:pt x="29166" y="0"/>
                          </a:lnTo>
                          <a:lnTo>
                            <a:pt x="29166" y="29153"/>
                          </a:lnTo>
                          <a:lnTo>
                            <a:pt x="0" y="29153"/>
                          </a:lnTo>
                          <a:close/>
                        </a:path>
                      </a:pathLst>
                    </a:custGeom>
                    <a:solidFill>
                      <a:srgbClr val="8D8C8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590" name="자유형: 도형 1589">
                      <a:extLst>
                        <a:ext uri="{FF2B5EF4-FFF2-40B4-BE49-F238E27FC236}">
                          <a16:creationId xmlns:a16="http://schemas.microsoft.com/office/drawing/2014/main" id="{A6F893D1-C7EA-4DDD-A8FF-E34F0FCB91C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67591" y="4218227"/>
                      <a:ext cx="12687" cy="12693"/>
                    </a:xfrm>
                    <a:custGeom>
                      <a:avLst/>
                      <a:gdLst>
                        <a:gd name="connsiteX0" fmla="*/ 0 w 12686"/>
                        <a:gd name="connsiteY0" fmla="*/ 0 h 12692"/>
                        <a:gd name="connsiteX1" fmla="*/ 15021 w 12686"/>
                        <a:gd name="connsiteY1" fmla="*/ 0 h 12692"/>
                        <a:gd name="connsiteX2" fmla="*/ 15021 w 12686"/>
                        <a:gd name="connsiteY2" fmla="*/ 15002 h 12692"/>
                        <a:gd name="connsiteX3" fmla="*/ 0 w 12686"/>
                        <a:gd name="connsiteY3" fmla="*/ 15002 h 12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2686" h="12692">
                          <a:moveTo>
                            <a:pt x="0" y="0"/>
                          </a:moveTo>
                          <a:lnTo>
                            <a:pt x="15021" y="0"/>
                          </a:lnTo>
                          <a:lnTo>
                            <a:pt x="15021" y="15002"/>
                          </a:lnTo>
                          <a:lnTo>
                            <a:pt x="0" y="15002"/>
                          </a:lnTo>
                          <a:close/>
                        </a:path>
                      </a:pathLst>
                    </a:custGeom>
                    <a:solidFill>
                      <a:srgbClr val="8C866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591" name="자유형: 도형 1590">
                      <a:extLst>
                        <a:ext uri="{FF2B5EF4-FFF2-40B4-BE49-F238E27FC236}">
                          <a16:creationId xmlns:a16="http://schemas.microsoft.com/office/drawing/2014/main" id="{3E8D7EAF-12B3-4E7C-AF58-FB00A61D9A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60474" y="4211158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9153 h 25385"/>
                        <a:gd name="connsiteX1" fmla="*/ 7117 w 0"/>
                        <a:gd name="connsiteY1" fmla="*/ 22058 h 25385"/>
                        <a:gd name="connsiteX2" fmla="*/ 7117 w 0"/>
                        <a:gd name="connsiteY2" fmla="*/ 6371 h 25385"/>
                        <a:gd name="connsiteX3" fmla="*/ 0 w 0"/>
                        <a:gd name="connsiteY3" fmla="*/ 0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9153"/>
                          </a:moveTo>
                          <a:lnTo>
                            <a:pt x="7117" y="22058"/>
                          </a:lnTo>
                          <a:lnTo>
                            <a:pt x="7117" y="637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8AF82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592" name="자유형: 도형 1591">
                      <a:extLst>
                        <a:ext uri="{FF2B5EF4-FFF2-40B4-BE49-F238E27FC236}">
                          <a16:creationId xmlns:a16="http://schemas.microsoft.com/office/drawing/2014/main" id="{969A066A-7555-4D0F-8ADA-F05CAEAA77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60474" y="4211158"/>
                      <a:ext cx="25373" cy="12693"/>
                    </a:xfrm>
                    <a:custGeom>
                      <a:avLst/>
                      <a:gdLst>
                        <a:gd name="connsiteX0" fmla="*/ 22112 w 25373"/>
                        <a:gd name="connsiteY0" fmla="*/ 7095 h 0"/>
                        <a:gd name="connsiteX1" fmla="*/ 7219 w 25373"/>
                        <a:gd name="connsiteY1" fmla="*/ 7095 h 0"/>
                        <a:gd name="connsiteX2" fmla="*/ 0 w 25373"/>
                        <a:gd name="connsiteY2" fmla="*/ 0 h 0"/>
                        <a:gd name="connsiteX3" fmla="*/ 29166 w 25373"/>
                        <a:gd name="connsiteY3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22112" y="7095"/>
                          </a:moveTo>
                          <a:lnTo>
                            <a:pt x="7219" y="7095"/>
                          </a:lnTo>
                          <a:lnTo>
                            <a:pt x="0" y="0"/>
                          </a:lnTo>
                          <a:lnTo>
                            <a:pt x="29166" y="0"/>
                          </a:lnTo>
                          <a:close/>
                        </a:path>
                      </a:pathLst>
                    </a:custGeom>
                    <a:solidFill>
                      <a:srgbClr val="80795B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593" name="자유형: 도형 1592">
                      <a:extLst>
                        <a:ext uri="{FF2B5EF4-FFF2-40B4-BE49-F238E27FC236}">
                          <a16:creationId xmlns:a16="http://schemas.microsoft.com/office/drawing/2014/main" id="{A5299527-0D7E-4A9B-8B81-A3EF6C66A70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82586" y="4211158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2058 h 25385"/>
                        <a:gd name="connsiteX1" fmla="*/ 0 w 0"/>
                        <a:gd name="connsiteY1" fmla="*/ 7095 h 25385"/>
                        <a:gd name="connsiteX2" fmla="*/ 7054 w 0"/>
                        <a:gd name="connsiteY2" fmla="*/ 0 h 25385"/>
                        <a:gd name="connsiteX3" fmla="*/ 7054 w 0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2058"/>
                          </a:moveTo>
                          <a:lnTo>
                            <a:pt x="0" y="7095"/>
                          </a:lnTo>
                          <a:lnTo>
                            <a:pt x="7054" y="0"/>
                          </a:lnTo>
                          <a:lnTo>
                            <a:pt x="7054" y="29153"/>
                          </a:lnTo>
                          <a:close/>
                        </a:path>
                      </a:pathLst>
                    </a:custGeom>
                    <a:solidFill>
                      <a:srgbClr val="5E5B4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594" name="자유형: 도형 1593">
                      <a:extLst>
                        <a:ext uri="{FF2B5EF4-FFF2-40B4-BE49-F238E27FC236}">
                          <a16:creationId xmlns:a16="http://schemas.microsoft.com/office/drawing/2014/main" id="{E3D6DD5E-FD63-4321-A2BE-F7FF9BE012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60474" y="4233216"/>
                      <a:ext cx="25373" cy="12693"/>
                    </a:xfrm>
                    <a:custGeom>
                      <a:avLst/>
                      <a:gdLst>
                        <a:gd name="connsiteX0" fmla="*/ 0 w 25373"/>
                        <a:gd name="connsiteY0" fmla="*/ 7095 h 0"/>
                        <a:gd name="connsiteX1" fmla="*/ 7193 w 25373"/>
                        <a:gd name="connsiteY1" fmla="*/ 0 h 0"/>
                        <a:gd name="connsiteX2" fmla="*/ 22112 w 25373"/>
                        <a:gd name="connsiteY2" fmla="*/ 0 h 0"/>
                        <a:gd name="connsiteX3" fmla="*/ 29166 w 25373"/>
                        <a:gd name="connsiteY3" fmla="*/ 7095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0" y="7095"/>
                          </a:moveTo>
                          <a:lnTo>
                            <a:pt x="7193" y="0"/>
                          </a:lnTo>
                          <a:lnTo>
                            <a:pt x="22112" y="0"/>
                          </a:lnTo>
                          <a:lnTo>
                            <a:pt x="29166" y="7095"/>
                          </a:lnTo>
                          <a:close/>
                        </a:path>
                      </a:pathLst>
                    </a:custGeom>
                    <a:solidFill>
                      <a:srgbClr val="9A916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</p:grpSp>
              <p:grpSp>
                <p:nvGrpSpPr>
                  <p:cNvPr id="1595" name="그래픽 629">
                    <a:extLst>
                      <a:ext uri="{FF2B5EF4-FFF2-40B4-BE49-F238E27FC236}">
                        <a16:creationId xmlns:a16="http://schemas.microsoft.com/office/drawing/2014/main" id="{A057F0D5-7676-438C-8587-7F86F4A2B054}"/>
                      </a:ext>
                    </a:extLst>
                  </p:cNvPr>
                  <p:cNvGrpSpPr/>
                  <p:nvPr/>
                </p:nvGrpSpPr>
                <p:grpSpPr>
                  <a:xfrm>
                    <a:off x="6851817" y="5216436"/>
                    <a:ext cx="25373" cy="25386"/>
                    <a:chOff x="6851817" y="5216436"/>
                    <a:chExt cx="25373" cy="25386"/>
                  </a:xfrm>
                  <a:solidFill>
                    <a:schemeClr val="accent1"/>
                  </a:solidFill>
                </p:grpSpPr>
                <p:sp>
                  <p:nvSpPr>
                    <p:cNvPr id="1596" name="자유형: 도형 1595">
                      <a:extLst>
                        <a:ext uri="{FF2B5EF4-FFF2-40B4-BE49-F238E27FC236}">
                          <a16:creationId xmlns:a16="http://schemas.microsoft.com/office/drawing/2014/main" id="{C0C3784D-B34B-455F-AB76-813F0DA684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1817" y="5216436"/>
                      <a:ext cx="25373" cy="25386"/>
                    </a:xfrm>
                    <a:custGeom>
                      <a:avLst/>
                      <a:gdLst>
                        <a:gd name="connsiteX0" fmla="*/ 0 w 25373"/>
                        <a:gd name="connsiteY0" fmla="*/ 0 h 25385"/>
                        <a:gd name="connsiteX1" fmla="*/ 29166 w 25373"/>
                        <a:gd name="connsiteY1" fmla="*/ 0 h 25385"/>
                        <a:gd name="connsiteX2" fmla="*/ 29166 w 25373"/>
                        <a:gd name="connsiteY2" fmla="*/ 29153 h 25385"/>
                        <a:gd name="connsiteX3" fmla="*/ 0 w 25373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 h="25385">
                          <a:moveTo>
                            <a:pt x="0" y="0"/>
                          </a:moveTo>
                          <a:lnTo>
                            <a:pt x="29166" y="0"/>
                          </a:lnTo>
                          <a:lnTo>
                            <a:pt x="29166" y="29153"/>
                          </a:lnTo>
                          <a:lnTo>
                            <a:pt x="0" y="29153"/>
                          </a:lnTo>
                          <a:close/>
                        </a:path>
                      </a:pathLst>
                    </a:custGeom>
                    <a:solidFill>
                      <a:srgbClr val="8D8C8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597" name="자유형: 도형 1596">
                      <a:extLst>
                        <a:ext uri="{FF2B5EF4-FFF2-40B4-BE49-F238E27FC236}">
                          <a16:creationId xmlns:a16="http://schemas.microsoft.com/office/drawing/2014/main" id="{3AF5A703-AE7F-49BA-9A9C-E6E366037D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8934" y="5223506"/>
                      <a:ext cx="12687" cy="12693"/>
                    </a:xfrm>
                    <a:custGeom>
                      <a:avLst/>
                      <a:gdLst>
                        <a:gd name="connsiteX0" fmla="*/ 0 w 12686"/>
                        <a:gd name="connsiteY0" fmla="*/ 0 h 12692"/>
                        <a:gd name="connsiteX1" fmla="*/ 15021 w 12686"/>
                        <a:gd name="connsiteY1" fmla="*/ 0 h 12692"/>
                        <a:gd name="connsiteX2" fmla="*/ 15021 w 12686"/>
                        <a:gd name="connsiteY2" fmla="*/ 15002 h 12692"/>
                        <a:gd name="connsiteX3" fmla="*/ 0 w 12686"/>
                        <a:gd name="connsiteY3" fmla="*/ 15002 h 12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2686" h="12692">
                          <a:moveTo>
                            <a:pt x="0" y="0"/>
                          </a:moveTo>
                          <a:lnTo>
                            <a:pt x="15021" y="0"/>
                          </a:lnTo>
                          <a:lnTo>
                            <a:pt x="15021" y="15002"/>
                          </a:lnTo>
                          <a:lnTo>
                            <a:pt x="0" y="15002"/>
                          </a:lnTo>
                          <a:close/>
                        </a:path>
                      </a:pathLst>
                    </a:custGeom>
                    <a:solidFill>
                      <a:srgbClr val="8C866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598" name="자유형: 도형 1597">
                      <a:extLst>
                        <a:ext uri="{FF2B5EF4-FFF2-40B4-BE49-F238E27FC236}">
                          <a16:creationId xmlns:a16="http://schemas.microsoft.com/office/drawing/2014/main" id="{E9A3327B-5A0E-4E37-8753-14B0A1ED440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1817" y="5216436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9153 h 25385"/>
                        <a:gd name="connsiteX1" fmla="*/ 7117 w 0"/>
                        <a:gd name="connsiteY1" fmla="*/ 22058 h 25385"/>
                        <a:gd name="connsiteX2" fmla="*/ 7117 w 0"/>
                        <a:gd name="connsiteY2" fmla="*/ 6371 h 25385"/>
                        <a:gd name="connsiteX3" fmla="*/ 0 w 0"/>
                        <a:gd name="connsiteY3" fmla="*/ 0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9153"/>
                          </a:moveTo>
                          <a:lnTo>
                            <a:pt x="7117" y="22058"/>
                          </a:lnTo>
                          <a:lnTo>
                            <a:pt x="7117" y="637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8AF82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599" name="자유형: 도형 1598">
                      <a:extLst>
                        <a:ext uri="{FF2B5EF4-FFF2-40B4-BE49-F238E27FC236}">
                          <a16:creationId xmlns:a16="http://schemas.microsoft.com/office/drawing/2014/main" id="{4FA7D407-E197-4296-B66E-91DB529AE9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1817" y="5216436"/>
                      <a:ext cx="25373" cy="12693"/>
                    </a:xfrm>
                    <a:custGeom>
                      <a:avLst/>
                      <a:gdLst>
                        <a:gd name="connsiteX0" fmla="*/ 22112 w 25373"/>
                        <a:gd name="connsiteY0" fmla="*/ 7095 h 0"/>
                        <a:gd name="connsiteX1" fmla="*/ 7219 w 25373"/>
                        <a:gd name="connsiteY1" fmla="*/ 7095 h 0"/>
                        <a:gd name="connsiteX2" fmla="*/ 0 w 25373"/>
                        <a:gd name="connsiteY2" fmla="*/ 0 h 0"/>
                        <a:gd name="connsiteX3" fmla="*/ 29166 w 25373"/>
                        <a:gd name="connsiteY3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22112" y="7095"/>
                          </a:moveTo>
                          <a:lnTo>
                            <a:pt x="7219" y="7095"/>
                          </a:lnTo>
                          <a:lnTo>
                            <a:pt x="0" y="0"/>
                          </a:lnTo>
                          <a:lnTo>
                            <a:pt x="29166" y="0"/>
                          </a:lnTo>
                          <a:close/>
                        </a:path>
                      </a:pathLst>
                    </a:custGeom>
                    <a:solidFill>
                      <a:srgbClr val="80795B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00" name="자유형: 도형 1599">
                      <a:extLst>
                        <a:ext uri="{FF2B5EF4-FFF2-40B4-BE49-F238E27FC236}">
                          <a16:creationId xmlns:a16="http://schemas.microsoft.com/office/drawing/2014/main" id="{580D83A8-6DCF-4FBF-ABF0-CE904E7C38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73929" y="5216436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2058 h 25385"/>
                        <a:gd name="connsiteX1" fmla="*/ 0 w 0"/>
                        <a:gd name="connsiteY1" fmla="*/ 7095 h 25385"/>
                        <a:gd name="connsiteX2" fmla="*/ 7054 w 0"/>
                        <a:gd name="connsiteY2" fmla="*/ 0 h 25385"/>
                        <a:gd name="connsiteX3" fmla="*/ 7054 w 0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2058"/>
                          </a:moveTo>
                          <a:lnTo>
                            <a:pt x="0" y="7095"/>
                          </a:lnTo>
                          <a:lnTo>
                            <a:pt x="7054" y="0"/>
                          </a:lnTo>
                          <a:lnTo>
                            <a:pt x="7054" y="29153"/>
                          </a:lnTo>
                          <a:close/>
                        </a:path>
                      </a:pathLst>
                    </a:custGeom>
                    <a:solidFill>
                      <a:srgbClr val="5E5B4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01" name="자유형: 도형 1600">
                      <a:extLst>
                        <a:ext uri="{FF2B5EF4-FFF2-40B4-BE49-F238E27FC236}">
                          <a16:creationId xmlns:a16="http://schemas.microsoft.com/office/drawing/2014/main" id="{95986845-21AA-4641-AB16-B406492BAA9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1817" y="5238495"/>
                      <a:ext cx="25373" cy="12693"/>
                    </a:xfrm>
                    <a:custGeom>
                      <a:avLst/>
                      <a:gdLst>
                        <a:gd name="connsiteX0" fmla="*/ 0 w 25373"/>
                        <a:gd name="connsiteY0" fmla="*/ 7095 h 0"/>
                        <a:gd name="connsiteX1" fmla="*/ 7193 w 25373"/>
                        <a:gd name="connsiteY1" fmla="*/ 0 h 0"/>
                        <a:gd name="connsiteX2" fmla="*/ 22112 w 25373"/>
                        <a:gd name="connsiteY2" fmla="*/ 0 h 0"/>
                        <a:gd name="connsiteX3" fmla="*/ 29166 w 25373"/>
                        <a:gd name="connsiteY3" fmla="*/ 7095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0" y="7095"/>
                          </a:moveTo>
                          <a:lnTo>
                            <a:pt x="7193" y="0"/>
                          </a:lnTo>
                          <a:lnTo>
                            <a:pt x="22112" y="0"/>
                          </a:lnTo>
                          <a:lnTo>
                            <a:pt x="29166" y="7095"/>
                          </a:lnTo>
                          <a:close/>
                        </a:path>
                      </a:pathLst>
                    </a:custGeom>
                    <a:solidFill>
                      <a:srgbClr val="9A916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</p:grpSp>
              <p:grpSp>
                <p:nvGrpSpPr>
                  <p:cNvPr id="1602" name="그래픽 629">
                    <a:extLst>
                      <a:ext uri="{FF2B5EF4-FFF2-40B4-BE49-F238E27FC236}">
                        <a16:creationId xmlns:a16="http://schemas.microsoft.com/office/drawing/2014/main" id="{A057F0D5-7676-438C-8587-7F86F4A2B054}"/>
                      </a:ext>
                    </a:extLst>
                  </p:cNvPr>
                  <p:cNvGrpSpPr/>
                  <p:nvPr/>
                </p:nvGrpSpPr>
                <p:grpSpPr>
                  <a:xfrm>
                    <a:off x="6851817" y="4211158"/>
                    <a:ext cx="25373" cy="25386"/>
                    <a:chOff x="6851817" y="4211158"/>
                    <a:chExt cx="25373" cy="25386"/>
                  </a:xfrm>
                  <a:solidFill>
                    <a:schemeClr val="accent1"/>
                  </a:solidFill>
                </p:grpSpPr>
                <p:sp>
                  <p:nvSpPr>
                    <p:cNvPr id="1603" name="자유형: 도형 1602">
                      <a:extLst>
                        <a:ext uri="{FF2B5EF4-FFF2-40B4-BE49-F238E27FC236}">
                          <a16:creationId xmlns:a16="http://schemas.microsoft.com/office/drawing/2014/main" id="{B9E70122-279A-47A9-8600-E135213115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1817" y="4211158"/>
                      <a:ext cx="25373" cy="25386"/>
                    </a:xfrm>
                    <a:custGeom>
                      <a:avLst/>
                      <a:gdLst>
                        <a:gd name="connsiteX0" fmla="*/ 0 w 25373"/>
                        <a:gd name="connsiteY0" fmla="*/ 0 h 25385"/>
                        <a:gd name="connsiteX1" fmla="*/ 29166 w 25373"/>
                        <a:gd name="connsiteY1" fmla="*/ 0 h 25385"/>
                        <a:gd name="connsiteX2" fmla="*/ 29166 w 25373"/>
                        <a:gd name="connsiteY2" fmla="*/ 29153 h 25385"/>
                        <a:gd name="connsiteX3" fmla="*/ 0 w 25373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 h="25385">
                          <a:moveTo>
                            <a:pt x="0" y="0"/>
                          </a:moveTo>
                          <a:lnTo>
                            <a:pt x="29166" y="0"/>
                          </a:lnTo>
                          <a:lnTo>
                            <a:pt x="29166" y="29153"/>
                          </a:lnTo>
                          <a:lnTo>
                            <a:pt x="0" y="29153"/>
                          </a:lnTo>
                          <a:close/>
                        </a:path>
                      </a:pathLst>
                    </a:custGeom>
                    <a:solidFill>
                      <a:srgbClr val="8D8C8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04" name="자유형: 도형 1603">
                      <a:extLst>
                        <a:ext uri="{FF2B5EF4-FFF2-40B4-BE49-F238E27FC236}">
                          <a16:creationId xmlns:a16="http://schemas.microsoft.com/office/drawing/2014/main" id="{C8F74EFF-1688-4262-A184-8F981D6B189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8934" y="4218227"/>
                      <a:ext cx="12687" cy="12693"/>
                    </a:xfrm>
                    <a:custGeom>
                      <a:avLst/>
                      <a:gdLst>
                        <a:gd name="connsiteX0" fmla="*/ 0 w 12686"/>
                        <a:gd name="connsiteY0" fmla="*/ 0 h 12692"/>
                        <a:gd name="connsiteX1" fmla="*/ 15021 w 12686"/>
                        <a:gd name="connsiteY1" fmla="*/ 0 h 12692"/>
                        <a:gd name="connsiteX2" fmla="*/ 15021 w 12686"/>
                        <a:gd name="connsiteY2" fmla="*/ 15002 h 12692"/>
                        <a:gd name="connsiteX3" fmla="*/ 0 w 12686"/>
                        <a:gd name="connsiteY3" fmla="*/ 15002 h 12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2686" h="12692">
                          <a:moveTo>
                            <a:pt x="0" y="0"/>
                          </a:moveTo>
                          <a:lnTo>
                            <a:pt x="15021" y="0"/>
                          </a:lnTo>
                          <a:lnTo>
                            <a:pt x="15021" y="15002"/>
                          </a:lnTo>
                          <a:lnTo>
                            <a:pt x="0" y="15002"/>
                          </a:lnTo>
                          <a:close/>
                        </a:path>
                      </a:pathLst>
                    </a:custGeom>
                    <a:solidFill>
                      <a:srgbClr val="8C866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05" name="자유형: 도형 1604">
                      <a:extLst>
                        <a:ext uri="{FF2B5EF4-FFF2-40B4-BE49-F238E27FC236}">
                          <a16:creationId xmlns:a16="http://schemas.microsoft.com/office/drawing/2014/main" id="{741AE14B-4693-4C3E-853B-113C7FD6B5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1817" y="4211158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9153 h 25385"/>
                        <a:gd name="connsiteX1" fmla="*/ 7117 w 0"/>
                        <a:gd name="connsiteY1" fmla="*/ 22058 h 25385"/>
                        <a:gd name="connsiteX2" fmla="*/ 7117 w 0"/>
                        <a:gd name="connsiteY2" fmla="*/ 6371 h 25385"/>
                        <a:gd name="connsiteX3" fmla="*/ 0 w 0"/>
                        <a:gd name="connsiteY3" fmla="*/ 0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9153"/>
                          </a:moveTo>
                          <a:lnTo>
                            <a:pt x="7117" y="22058"/>
                          </a:lnTo>
                          <a:lnTo>
                            <a:pt x="7117" y="637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8AF82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06" name="자유형: 도형 1605">
                      <a:extLst>
                        <a:ext uri="{FF2B5EF4-FFF2-40B4-BE49-F238E27FC236}">
                          <a16:creationId xmlns:a16="http://schemas.microsoft.com/office/drawing/2014/main" id="{74227BE4-76E7-4DE9-A0EC-39AD97A92C6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1817" y="4211158"/>
                      <a:ext cx="25373" cy="12693"/>
                    </a:xfrm>
                    <a:custGeom>
                      <a:avLst/>
                      <a:gdLst>
                        <a:gd name="connsiteX0" fmla="*/ 22112 w 25373"/>
                        <a:gd name="connsiteY0" fmla="*/ 7095 h 0"/>
                        <a:gd name="connsiteX1" fmla="*/ 7219 w 25373"/>
                        <a:gd name="connsiteY1" fmla="*/ 7095 h 0"/>
                        <a:gd name="connsiteX2" fmla="*/ 0 w 25373"/>
                        <a:gd name="connsiteY2" fmla="*/ 0 h 0"/>
                        <a:gd name="connsiteX3" fmla="*/ 29166 w 25373"/>
                        <a:gd name="connsiteY3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22112" y="7095"/>
                          </a:moveTo>
                          <a:lnTo>
                            <a:pt x="7219" y="7095"/>
                          </a:lnTo>
                          <a:lnTo>
                            <a:pt x="0" y="0"/>
                          </a:lnTo>
                          <a:lnTo>
                            <a:pt x="29166" y="0"/>
                          </a:lnTo>
                          <a:close/>
                        </a:path>
                      </a:pathLst>
                    </a:custGeom>
                    <a:solidFill>
                      <a:srgbClr val="80795B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07" name="자유형: 도형 1606">
                      <a:extLst>
                        <a:ext uri="{FF2B5EF4-FFF2-40B4-BE49-F238E27FC236}">
                          <a16:creationId xmlns:a16="http://schemas.microsoft.com/office/drawing/2014/main" id="{0ECF60FC-E6E1-4127-90FC-A187BC87990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73929" y="4211158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2058 h 25385"/>
                        <a:gd name="connsiteX1" fmla="*/ 0 w 0"/>
                        <a:gd name="connsiteY1" fmla="*/ 7095 h 25385"/>
                        <a:gd name="connsiteX2" fmla="*/ 7054 w 0"/>
                        <a:gd name="connsiteY2" fmla="*/ 0 h 25385"/>
                        <a:gd name="connsiteX3" fmla="*/ 7054 w 0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2058"/>
                          </a:moveTo>
                          <a:lnTo>
                            <a:pt x="0" y="7095"/>
                          </a:lnTo>
                          <a:lnTo>
                            <a:pt x="7054" y="0"/>
                          </a:lnTo>
                          <a:lnTo>
                            <a:pt x="7054" y="29153"/>
                          </a:lnTo>
                          <a:close/>
                        </a:path>
                      </a:pathLst>
                    </a:custGeom>
                    <a:solidFill>
                      <a:srgbClr val="5E5B4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08" name="자유형: 도형 1607">
                      <a:extLst>
                        <a:ext uri="{FF2B5EF4-FFF2-40B4-BE49-F238E27FC236}">
                          <a16:creationId xmlns:a16="http://schemas.microsoft.com/office/drawing/2014/main" id="{727CD218-3B6B-4FE9-8D00-1A0B75A8EC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1817" y="4233216"/>
                      <a:ext cx="25373" cy="12693"/>
                    </a:xfrm>
                    <a:custGeom>
                      <a:avLst/>
                      <a:gdLst>
                        <a:gd name="connsiteX0" fmla="*/ 0 w 25373"/>
                        <a:gd name="connsiteY0" fmla="*/ 7095 h 0"/>
                        <a:gd name="connsiteX1" fmla="*/ 7193 w 25373"/>
                        <a:gd name="connsiteY1" fmla="*/ 0 h 0"/>
                        <a:gd name="connsiteX2" fmla="*/ 22112 w 25373"/>
                        <a:gd name="connsiteY2" fmla="*/ 0 h 0"/>
                        <a:gd name="connsiteX3" fmla="*/ 29166 w 25373"/>
                        <a:gd name="connsiteY3" fmla="*/ 7095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0" y="7095"/>
                          </a:moveTo>
                          <a:lnTo>
                            <a:pt x="7193" y="0"/>
                          </a:lnTo>
                          <a:lnTo>
                            <a:pt x="22112" y="0"/>
                          </a:lnTo>
                          <a:lnTo>
                            <a:pt x="29166" y="7095"/>
                          </a:lnTo>
                          <a:close/>
                        </a:path>
                      </a:pathLst>
                    </a:custGeom>
                    <a:solidFill>
                      <a:srgbClr val="9A916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</p:grpSp>
              <p:grpSp>
                <p:nvGrpSpPr>
                  <p:cNvPr id="1609" name="그래픽 629">
                    <a:extLst>
                      <a:ext uri="{FF2B5EF4-FFF2-40B4-BE49-F238E27FC236}">
                        <a16:creationId xmlns:a16="http://schemas.microsoft.com/office/drawing/2014/main" id="{A057F0D5-7676-438C-8587-7F86F4A2B054}"/>
                      </a:ext>
                    </a:extLst>
                  </p:cNvPr>
                  <p:cNvGrpSpPr/>
                  <p:nvPr/>
                </p:nvGrpSpPr>
                <p:grpSpPr>
                  <a:xfrm>
                    <a:off x="6943160" y="5216436"/>
                    <a:ext cx="25373" cy="25386"/>
                    <a:chOff x="6943160" y="5216436"/>
                    <a:chExt cx="25373" cy="25386"/>
                  </a:xfrm>
                  <a:solidFill>
                    <a:schemeClr val="accent1"/>
                  </a:solidFill>
                </p:grpSpPr>
                <p:sp>
                  <p:nvSpPr>
                    <p:cNvPr id="1610" name="자유형: 도형 1609">
                      <a:extLst>
                        <a:ext uri="{FF2B5EF4-FFF2-40B4-BE49-F238E27FC236}">
                          <a16:creationId xmlns:a16="http://schemas.microsoft.com/office/drawing/2014/main" id="{FFF800FB-2853-4D12-96F1-F0527F9440B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43160" y="5216436"/>
                      <a:ext cx="25373" cy="25386"/>
                    </a:xfrm>
                    <a:custGeom>
                      <a:avLst/>
                      <a:gdLst>
                        <a:gd name="connsiteX0" fmla="*/ 0 w 25373"/>
                        <a:gd name="connsiteY0" fmla="*/ 0 h 25385"/>
                        <a:gd name="connsiteX1" fmla="*/ 29166 w 25373"/>
                        <a:gd name="connsiteY1" fmla="*/ 0 h 25385"/>
                        <a:gd name="connsiteX2" fmla="*/ 29166 w 25373"/>
                        <a:gd name="connsiteY2" fmla="*/ 29153 h 25385"/>
                        <a:gd name="connsiteX3" fmla="*/ 0 w 25373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 h="25385">
                          <a:moveTo>
                            <a:pt x="0" y="0"/>
                          </a:moveTo>
                          <a:lnTo>
                            <a:pt x="29166" y="0"/>
                          </a:lnTo>
                          <a:lnTo>
                            <a:pt x="29166" y="29153"/>
                          </a:lnTo>
                          <a:lnTo>
                            <a:pt x="0" y="29153"/>
                          </a:lnTo>
                          <a:close/>
                        </a:path>
                      </a:pathLst>
                    </a:custGeom>
                    <a:solidFill>
                      <a:srgbClr val="8D8C8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11" name="자유형: 도형 1610">
                      <a:extLst>
                        <a:ext uri="{FF2B5EF4-FFF2-40B4-BE49-F238E27FC236}">
                          <a16:creationId xmlns:a16="http://schemas.microsoft.com/office/drawing/2014/main" id="{1FF9F6B8-B2C7-49E2-A1C7-FDD7653DF98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50278" y="5223506"/>
                      <a:ext cx="12687" cy="12693"/>
                    </a:xfrm>
                    <a:custGeom>
                      <a:avLst/>
                      <a:gdLst>
                        <a:gd name="connsiteX0" fmla="*/ 0 w 12686"/>
                        <a:gd name="connsiteY0" fmla="*/ 0 h 12692"/>
                        <a:gd name="connsiteX1" fmla="*/ 15021 w 12686"/>
                        <a:gd name="connsiteY1" fmla="*/ 0 h 12692"/>
                        <a:gd name="connsiteX2" fmla="*/ 15021 w 12686"/>
                        <a:gd name="connsiteY2" fmla="*/ 15002 h 12692"/>
                        <a:gd name="connsiteX3" fmla="*/ 0 w 12686"/>
                        <a:gd name="connsiteY3" fmla="*/ 15002 h 12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2686" h="12692">
                          <a:moveTo>
                            <a:pt x="0" y="0"/>
                          </a:moveTo>
                          <a:lnTo>
                            <a:pt x="15021" y="0"/>
                          </a:lnTo>
                          <a:lnTo>
                            <a:pt x="15021" y="15002"/>
                          </a:lnTo>
                          <a:lnTo>
                            <a:pt x="0" y="15002"/>
                          </a:lnTo>
                          <a:close/>
                        </a:path>
                      </a:pathLst>
                    </a:custGeom>
                    <a:solidFill>
                      <a:srgbClr val="8C866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12" name="자유형: 도형 1611">
                      <a:extLst>
                        <a:ext uri="{FF2B5EF4-FFF2-40B4-BE49-F238E27FC236}">
                          <a16:creationId xmlns:a16="http://schemas.microsoft.com/office/drawing/2014/main" id="{DB52B302-A7FC-4516-81CE-D9098DEBCD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43160" y="5216436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9153 h 25385"/>
                        <a:gd name="connsiteX1" fmla="*/ 7117 w 0"/>
                        <a:gd name="connsiteY1" fmla="*/ 22058 h 25385"/>
                        <a:gd name="connsiteX2" fmla="*/ 7117 w 0"/>
                        <a:gd name="connsiteY2" fmla="*/ 6371 h 25385"/>
                        <a:gd name="connsiteX3" fmla="*/ 0 w 0"/>
                        <a:gd name="connsiteY3" fmla="*/ 0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9153"/>
                          </a:moveTo>
                          <a:lnTo>
                            <a:pt x="7117" y="22058"/>
                          </a:lnTo>
                          <a:lnTo>
                            <a:pt x="7117" y="637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8AF82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13" name="자유형: 도형 1612">
                      <a:extLst>
                        <a:ext uri="{FF2B5EF4-FFF2-40B4-BE49-F238E27FC236}">
                          <a16:creationId xmlns:a16="http://schemas.microsoft.com/office/drawing/2014/main" id="{FAF0C68A-9325-43F5-A059-6A847528A72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43160" y="5216436"/>
                      <a:ext cx="25373" cy="12693"/>
                    </a:xfrm>
                    <a:custGeom>
                      <a:avLst/>
                      <a:gdLst>
                        <a:gd name="connsiteX0" fmla="*/ 22112 w 25373"/>
                        <a:gd name="connsiteY0" fmla="*/ 7095 h 0"/>
                        <a:gd name="connsiteX1" fmla="*/ 7219 w 25373"/>
                        <a:gd name="connsiteY1" fmla="*/ 7095 h 0"/>
                        <a:gd name="connsiteX2" fmla="*/ 0 w 25373"/>
                        <a:gd name="connsiteY2" fmla="*/ 0 h 0"/>
                        <a:gd name="connsiteX3" fmla="*/ 29166 w 25373"/>
                        <a:gd name="connsiteY3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22112" y="7095"/>
                          </a:moveTo>
                          <a:lnTo>
                            <a:pt x="7219" y="7095"/>
                          </a:lnTo>
                          <a:lnTo>
                            <a:pt x="0" y="0"/>
                          </a:lnTo>
                          <a:lnTo>
                            <a:pt x="29166" y="0"/>
                          </a:lnTo>
                          <a:close/>
                        </a:path>
                      </a:pathLst>
                    </a:custGeom>
                    <a:solidFill>
                      <a:srgbClr val="80795B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14" name="자유형: 도형 1613">
                      <a:extLst>
                        <a:ext uri="{FF2B5EF4-FFF2-40B4-BE49-F238E27FC236}">
                          <a16:creationId xmlns:a16="http://schemas.microsoft.com/office/drawing/2014/main" id="{83924D4A-E60E-46CD-93BC-2B62CD3801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65273" y="5216436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2058 h 25385"/>
                        <a:gd name="connsiteX1" fmla="*/ 0 w 0"/>
                        <a:gd name="connsiteY1" fmla="*/ 7095 h 25385"/>
                        <a:gd name="connsiteX2" fmla="*/ 7054 w 0"/>
                        <a:gd name="connsiteY2" fmla="*/ 0 h 25385"/>
                        <a:gd name="connsiteX3" fmla="*/ 7054 w 0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2058"/>
                          </a:moveTo>
                          <a:lnTo>
                            <a:pt x="0" y="7095"/>
                          </a:lnTo>
                          <a:lnTo>
                            <a:pt x="7054" y="0"/>
                          </a:lnTo>
                          <a:lnTo>
                            <a:pt x="7054" y="29153"/>
                          </a:lnTo>
                          <a:close/>
                        </a:path>
                      </a:pathLst>
                    </a:custGeom>
                    <a:solidFill>
                      <a:srgbClr val="5E5B4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15" name="자유형: 도형 1614">
                      <a:extLst>
                        <a:ext uri="{FF2B5EF4-FFF2-40B4-BE49-F238E27FC236}">
                          <a16:creationId xmlns:a16="http://schemas.microsoft.com/office/drawing/2014/main" id="{014462AD-5C7C-4A6A-A6E4-8E7A4742DA2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43160" y="5238495"/>
                      <a:ext cx="25373" cy="12693"/>
                    </a:xfrm>
                    <a:custGeom>
                      <a:avLst/>
                      <a:gdLst>
                        <a:gd name="connsiteX0" fmla="*/ 0 w 25373"/>
                        <a:gd name="connsiteY0" fmla="*/ 7095 h 0"/>
                        <a:gd name="connsiteX1" fmla="*/ 7193 w 25373"/>
                        <a:gd name="connsiteY1" fmla="*/ 0 h 0"/>
                        <a:gd name="connsiteX2" fmla="*/ 22112 w 25373"/>
                        <a:gd name="connsiteY2" fmla="*/ 0 h 0"/>
                        <a:gd name="connsiteX3" fmla="*/ 29166 w 25373"/>
                        <a:gd name="connsiteY3" fmla="*/ 7095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0" y="7095"/>
                          </a:moveTo>
                          <a:lnTo>
                            <a:pt x="7193" y="0"/>
                          </a:lnTo>
                          <a:lnTo>
                            <a:pt x="22112" y="0"/>
                          </a:lnTo>
                          <a:lnTo>
                            <a:pt x="29166" y="7095"/>
                          </a:lnTo>
                          <a:close/>
                        </a:path>
                      </a:pathLst>
                    </a:custGeom>
                    <a:solidFill>
                      <a:srgbClr val="9A916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</p:grpSp>
              <p:grpSp>
                <p:nvGrpSpPr>
                  <p:cNvPr id="1616" name="그래픽 629">
                    <a:extLst>
                      <a:ext uri="{FF2B5EF4-FFF2-40B4-BE49-F238E27FC236}">
                        <a16:creationId xmlns:a16="http://schemas.microsoft.com/office/drawing/2014/main" id="{A057F0D5-7676-438C-8587-7F86F4A2B054}"/>
                      </a:ext>
                    </a:extLst>
                  </p:cNvPr>
                  <p:cNvGrpSpPr/>
                  <p:nvPr/>
                </p:nvGrpSpPr>
                <p:grpSpPr>
                  <a:xfrm>
                    <a:off x="6943160" y="4211158"/>
                    <a:ext cx="25373" cy="25386"/>
                    <a:chOff x="6943160" y="4211158"/>
                    <a:chExt cx="25373" cy="25386"/>
                  </a:xfrm>
                  <a:solidFill>
                    <a:schemeClr val="accent1"/>
                  </a:solidFill>
                </p:grpSpPr>
                <p:sp>
                  <p:nvSpPr>
                    <p:cNvPr id="1617" name="자유형: 도형 1616">
                      <a:extLst>
                        <a:ext uri="{FF2B5EF4-FFF2-40B4-BE49-F238E27FC236}">
                          <a16:creationId xmlns:a16="http://schemas.microsoft.com/office/drawing/2014/main" id="{2B8630DA-A941-4AD0-90C9-0B9169C1BF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43160" y="4211158"/>
                      <a:ext cx="25373" cy="25386"/>
                    </a:xfrm>
                    <a:custGeom>
                      <a:avLst/>
                      <a:gdLst>
                        <a:gd name="connsiteX0" fmla="*/ 0 w 25373"/>
                        <a:gd name="connsiteY0" fmla="*/ 0 h 25385"/>
                        <a:gd name="connsiteX1" fmla="*/ 29166 w 25373"/>
                        <a:gd name="connsiteY1" fmla="*/ 0 h 25385"/>
                        <a:gd name="connsiteX2" fmla="*/ 29166 w 25373"/>
                        <a:gd name="connsiteY2" fmla="*/ 29153 h 25385"/>
                        <a:gd name="connsiteX3" fmla="*/ 0 w 25373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 h="25385">
                          <a:moveTo>
                            <a:pt x="0" y="0"/>
                          </a:moveTo>
                          <a:lnTo>
                            <a:pt x="29166" y="0"/>
                          </a:lnTo>
                          <a:lnTo>
                            <a:pt x="29166" y="29153"/>
                          </a:lnTo>
                          <a:lnTo>
                            <a:pt x="0" y="29153"/>
                          </a:lnTo>
                          <a:close/>
                        </a:path>
                      </a:pathLst>
                    </a:custGeom>
                    <a:solidFill>
                      <a:srgbClr val="8D8C8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18" name="자유형: 도형 1617">
                      <a:extLst>
                        <a:ext uri="{FF2B5EF4-FFF2-40B4-BE49-F238E27FC236}">
                          <a16:creationId xmlns:a16="http://schemas.microsoft.com/office/drawing/2014/main" id="{ED9723EB-2C67-40FD-9929-0FB26E44BAD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50278" y="4218227"/>
                      <a:ext cx="12687" cy="12693"/>
                    </a:xfrm>
                    <a:custGeom>
                      <a:avLst/>
                      <a:gdLst>
                        <a:gd name="connsiteX0" fmla="*/ 0 w 12686"/>
                        <a:gd name="connsiteY0" fmla="*/ 0 h 12692"/>
                        <a:gd name="connsiteX1" fmla="*/ 15021 w 12686"/>
                        <a:gd name="connsiteY1" fmla="*/ 0 h 12692"/>
                        <a:gd name="connsiteX2" fmla="*/ 15021 w 12686"/>
                        <a:gd name="connsiteY2" fmla="*/ 15002 h 12692"/>
                        <a:gd name="connsiteX3" fmla="*/ 0 w 12686"/>
                        <a:gd name="connsiteY3" fmla="*/ 15002 h 12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2686" h="12692">
                          <a:moveTo>
                            <a:pt x="0" y="0"/>
                          </a:moveTo>
                          <a:lnTo>
                            <a:pt x="15021" y="0"/>
                          </a:lnTo>
                          <a:lnTo>
                            <a:pt x="15021" y="15002"/>
                          </a:lnTo>
                          <a:lnTo>
                            <a:pt x="0" y="15002"/>
                          </a:lnTo>
                          <a:close/>
                        </a:path>
                      </a:pathLst>
                    </a:custGeom>
                    <a:solidFill>
                      <a:srgbClr val="8C866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19" name="자유형: 도형 1618">
                      <a:extLst>
                        <a:ext uri="{FF2B5EF4-FFF2-40B4-BE49-F238E27FC236}">
                          <a16:creationId xmlns:a16="http://schemas.microsoft.com/office/drawing/2014/main" id="{0EC3B5FD-3362-49D3-8227-28A00043FD2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43160" y="4211158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9153 h 25385"/>
                        <a:gd name="connsiteX1" fmla="*/ 7117 w 0"/>
                        <a:gd name="connsiteY1" fmla="*/ 22058 h 25385"/>
                        <a:gd name="connsiteX2" fmla="*/ 7117 w 0"/>
                        <a:gd name="connsiteY2" fmla="*/ 6371 h 25385"/>
                        <a:gd name="connsiteX3" fmla="*/ 0 w 0"/>
                        <a:gd name="connsiteY3" fmla="*/ 0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9153"/>
                          </a:moveTo>
                          <a:lnTo>
                            <a:pt x="7117" y="22058"/>
                          </a:lnTo>
                          <a:lnTo>
                            <a:pt x="7117" y="637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8AF82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20" name="자유형: 도형 1619">
                      <a:extLst>
                        <a:ext uri="{FF2B5EF4-FFF2-40B4-BE49-F238E27FC236}">
                          <a16:creationId xmlns:a16="http://schemas.microsoft.com/office/drawing/2014/main" id="{9AE00DA8-F21B-472B-B11C-EFE333F712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43160" y="4211158"/>
                      <a:ext cx="25373" cy="12693"/>
                    </a:xfrm>
                    <a:custGeom>
                      <a:avLst/>
                      <a:gdLst>
                        <a:gd name="connsiteX0" fmla="*/ 22112 w 25373"/>
                        <a:gd name="connsiteY0" fmla="*/ 7095 h 0"/>
                        <a:gd name="connsiteX1" fmla="*/ 7219 w 25373"/>
                        <a:gd name="connsiteY1" fmla="*/ 7095 h 0"/>
                        <a:gd name="connsiteX2" fmla="*/ 0 w 25373"/>
                        <a:gd name="connsiteY2" fmla="*/ 0 h 0"/>
                        <a:gd name="connsiteX3" fmla="*/ 29166 w 25373"/>
                        <a:gd name="connsiteY3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22112" y="7095"/>
                          </a:moveTo>
                          <a:lnTo>
                            <a:pt x="7219" y="7095"/>
                          </a:lnTo>
                          <a:lnTo>
                            <a:pt x="0" y="0"/>
                          </a:lnTo>
                          <a:lnTo>
                            <a:pt x="29166" y="0"/>
                          </a:lnTo>
                          <a:close/>
                        </a:path>
                      </a:pathLst>
                    </a:custGeom>
                    <a:solidFill>
                      <a:srgbClr val="80795B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21" name="자유형: 도형 1620">
                      <a:extLst>
                        <a:ext uri="{FF2B5EF4-FFF2-40B4-BE49-F238E27FC236}">
                          <a16:creationId xmlns:a16="http://schemas.microsoft.com/office/drawing/2014/main" id="{8AD326F4-B2AA-437D-8F12-0461385C5C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65273" y="4211158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2058 h 25385"/>
                        <a:gd name="connsiteX1" fmla="*/ 0 w 0"/>
                        <a:gd name="connsiteY1" fmla="*/ 7095 h 25385"/>
                        <a:gd name="connsiteX2" fmla="*/ 7054 w 0"/>
                        <a:gd name="connsiteY2" fmla="*/ 0 h 25385"/>
                        <a:gd name="connsiteX3" fmla="*/ 7054 w 0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2058"/>
                          </a:moveTo>
                          <a:lnTo>
                            <a:pt x="0" y="7095"/>
                          </a:lnTo>
                          <a:lnTo>
                            <a:pt x="7054" y="0"/>
                          </a:lnTo>
                          <a:lnTo>
                            <a:pt x="7054" y="29153"/>
                          </a:lnTo>
                          <a:close/>
                        </a:path>
                      </a:pathLst>
                    </a:custGeom>
                    <a:solidFill>
                      <a:srgbClr val="5E5B4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22" name="자유형: 도형 1621">
                      <a:extLst>
                        <a:ext uri="{FF2B5EF4-FFF2-40B4-BE49-F238E27FC236}">
                          <a16:creationId xmlns:a16="http://schemas.microsoft.com/office/drawing/2014/main" id="{025E6BDC-556A-401B-9C08-410DFC7F09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43160" y="4233216"/>
                      <a:ext cx="25373" cy="12693"/>
                    </a:xfrm>
                    <a:custGeom>
                      <a:avLst/>
                      <a:gdLst>
                        <a:gd name="connsiteX0" fmla="*/ 0 w 25373"/>
                        <a:gd name="connsiteY0" fmla="*/ 7095 h 0"/>
                        <a:gd name="connsiteX1" fmla="*/ 7193 w 25373"/>
                        <a:gd name="connsiteY1" fmla="*/ 0 h 0"/>
                        <a:gd name="connsiteX2" fmla="*/ 22112 w 25373"/>
                        <a:gd name="connsiteY2" fmla="*/ 0 h 0"/>
                        <a:gd name="connsiteX3" fmla="*/ 29166 w 25373"/>
                        <a:gd name="connsiteY3" fmla="*/ 7095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0" y="7095"/>
                          </a:moveTo>
                          <a:lnTo>
                            <a:pt x="7193" y="0"/>
                          </a:lnTo>
                          <a:lnTo>
                            <a:pt x="22112" y="0"/>
                          </a:lnTo>
                          <a:lnTo>
                            <a:pt x="29166" y="7095"/>
                          </a:lnTo>
                          <a:close/>
                        </a:path>
                      </a:pathLst>
                    </a:custGeom>
                    <a:solidFill>
                      <a:srgbClr val="9A916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</p:grpSp>
              <p:grpSp>
                <p:nvGrpSpPr>
                  <p:cNvPr id="1623" name="그래픽 629">
                    <a:extLst>
                      <a:ext uri="{FF2B5EF4-FFF2-40B4-BE49-F238E27FC236}">
                        <a16:creationId xmlns:a16="http://schemas.microsoft.com/office/drawing/2014/main" id="{A057F0D5-7676-438C-8587-7F86F4A2B054}"/>
                      </a:ext>
                    </a:extLst>
                  </p:cNvPr>
                  <p:cNvGrpSpPr/>
                  <p:nvPr/>
                </p:nvGrpSpPr>
                <p:grpSpPr>
                  <a:xfrm>
                    <a:off x="7034504" y="5216436"/>
                    <a:ext cx="25373" cy="25386"/>
                    <a:chOff x="7034504" y="5216436"/>
                    <a:chExt cx="25373" cy="25386"/>
                  </a:xfrm>
                  <a:solidFill>
                    <a:schemeClr val="accent1"/>
                  </a:solidFill>
                </p:grpSpPr>
                <p:sp>
                  <p:nvSpPr>
                    <p:cNvPr id="1624" name="자유형: 도형 1623">
                      <a:extLst>
                        <a:ext uri="{FF2B5EF4-FFF2-40B4-BE49-F238E27FC236}">
                          <a16:creationId xmlns:a16="http://schemas.microsoft.com/office/drawing/2014/main" id="{F2E3295C-F5C0-4BC8-950D-3DDF878057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34504" y="5216436"/>
                      <a:ext cx="25373" cy="25386"/>
                    </a:xfrm>
                    <a:custGeom>
                      <a:avLst/>
                      <a:gdLst>
                        <a:gd name="connsiteX0" fmla="*/ 0 w 25373"/>
                        <a:gd name="connsiteY0" fmla="*/ 0 h 25385"/>
                        <a:gd name="connsiteX1" fmla="*/ 29166 w 25373"/>
                        <a:gd name="connsiteY1" fmla="*/ 0 h 25385"/>
                        <a:gd name="connsiteX2" fmla="*/ 29166 w 25373"/>
                        <a:gd name="connsiteY2" fmla="*/ 29153 h 25385"/>
                        <a:gd name="connsiteX3" fmla="*/ 0 w 25373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 h="25385">
                          <a:moveTo>
                            <a:pt x="0" y="0"/>
                          </a:moveTo>
                          <a:lnTo>
                            <a:pt x="29166" y="0"/>
                          </a:lnTo>
                          <a:lnTo>
                            <a:pt x="29166" y="29153"/>
                          </a:lnTo>
                          <a:lnTo>
                            <a:pt x="0" y="29153"/>
                          </a:lnTo>
                          <a:close/>
                        </a:path>
                      </a:pathLst>
                    </a:custGeom>
                    <a:solidFill>
                      <a:srgbClr val="8D8C8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25" name="자유형: 도형 1624">
                      <a:extLst>
                        <a:ext uri="{FF2B5EF4-FFF2-40B4-BE49-F238E27FC236}">
                          <a16:creationId xmlns:a16="http://schemas.microsoft.com/office/drawing/2014/main" id="{EDF497C3-A19B-4A77-9515-95084D7FEE9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41621" y="5223506"/>
                      <a:ext cx="12687" cy="12693"/>
                    </a:xfrm>
                    <a:custGeom>
                      <a:avLst/>
                      <a:gdLst>
                        <a:gd name="connsiteX0" fmla="*/ 0 w 12686"/>
                        <a:gd name="connsiteY0" fmla="*/ 0 h 12692"/>
                        <a:gd name="connsiteX1" fmla="*/ 15021 w 12686"/>
                        <a:gd name="connsiteY1" fmla="*/ 0 h 12692"/>
                        <a:gd name="connsiteX2" fmla="*/ 15021 w 12686"/>
                        <a:gd name="connsiteY2" fmla="*/ 15002 h 12692"/>
                        <a:gd name="connsiteX3" fmla="*/ 0 w 12686"/>
                        <a:gd name="connsiteY3" fmla="*/ 15002 h 12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2686" h="12692">
                          <a:moveTo>
                            <a:pt x="0" y="0"/>
                          </a:moveTo>
                          <a:lnTo>
                            <a:pt x="15021" y="0"/>
                          </a:lnTo>
                          <a:lnTo>
                            <a:pt x="15021" y="15002"/>
                          </a:lnTo>
                          <a:lnTo>
                            <a:pt x="0" y="15002"/>
                          </a:lnTo>
                          <a:close/>
                        </a:path>
                      </a:pathLst>
                    </a:custGeom>
                    <a:solidFill>
                      <a:srgbClr val="8C866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26" name="자유형: 도형 1625">
                      <a:extLst>
                        <a:ext uri="{FF2B5EF4-FFF2-40B4-BE49-F238E27FC236}">
                          <a16:creationId xmlns:a16="http://schemas.microsoft.com/office/drawing/2014/main" id="{48355C99-F3F1-4DED-9106-E11BB97CA50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34504" y="5216436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9153 h 25385"/>
                        <a:gd name="connsiteX1" fmla="*/ 7117 w 0"/>
                        <a:gd name="connsiteY1" fmla="*/ 22058 h 25385"/>
                        <a:gd name="connsiteX2" fmla="*/ 7117 w 0"/>
                        <a:gd name="connsiteY2" fmla="*/ 6371 h 25385"/>
                        <a:gd name="connsiteX3" fmla="*/ 0 w 0"/>
                        <a:gd name="connsiteY3" fmla="*/ 0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9153"/>
                          </a:moveTo>
                          <a:lnTo>
                            <a:pt x="7117" y="22058"/>
                          </a:lnTo>
                          <a:lnTo>
                            <a:pt x="7117" y="637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8AF82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27" name="자유형: 도형 1626">
                      <a:extLst>
                        <a:ext uri="{FF2B5EF4-FFF2-40B4-BE49-F238E27FC236}">
                          <a16:creationId xmlns:a16="http://schemas.microsoft.com/office/drawing/2014/main" id="{DCC7F0FE-8688-475E-9309-7B71236865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34504" y="5216436"/>
                      <a:ext cx="25373" cy="12693"/>
                    </a:xfrm>
                    <a:custGeom>
                      <a:avLst/>
                      <a:gdLst>
                        <a:gd name="connsiteX0" fmla="*/ 22112 w 25373"/>
                        <a:gd name="connsiteY0" fmla="*/ 7095 h 0"/>
                        <a:gd name="connsiteX1" fmla="*/ 7219 w 25373"/>
                        <a:gd name="connsiteY1" fmla="*/ 7095 h 0"/>
                        <a:gd name="connsiteX2" fmla="*/ 0 w 25373"/>
                        <a:gd name="connsiteY2" fmla="*/ 0 h 0"/>
                        <a:gd name="connsiteX3" fmla="*/ 29166 w 25373"/>
                        <a:gd name="connsiteY3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22112" y="7095"/>
                          </a:moveTo>
                          <a:lnTo>
                            <a:pt x="7219" y="7095"/>
                          </a:lnTo>
                          <a:lnTo>
                            <a:pt x="0" y="0"/>
                          </a:lnTo>
                          <a:lnTo>
                            <a:pt x="29166" y="0"/>
                          </a:lnTo>
                          <a:close/>
                        </a:path>
                      </a:pathLst>
                    </a:custGeom>
                    <a:solidFill>
                      <a:srgbClr val="80795B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28" name="자유형: 도형 1627">
                      <a:extLst>
                        <a:ext uri="{FF2B5EF4-FFF2-40B4-BE49-F238E27FC236}">
                          <a16:creationId xmlns:a16="http://schemas.microsoft.com/office/drawing/2014/main" id="{9D2EBD6B-D930-4772-A99C-7A33CCBC687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56616" y="5216436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2058 h 25385"/>
                        <a:gd name="connsiteX1" fmla="*/ 0 w 0"/>
                        <a:gd name="connsiteY1" fmla="*/ 7095 h 25385"/>
                        <a:gd name="connsiteX2" fmla="*/ 7054 w 0"/>
                        <a:gd name="connsiteY2" fmla="*/ 0 h 25385"/>
                        <a:gd name="connsiteX3" fmla="*/ 7054 w 0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2058"/>
                          </a:moveTo>
                          <a:lnTo>
                            <a:pt x="0" y="7095"/>
                          </a:lnTo>
                          <a:lnTo>
                            <a:pt x="7054" y="0"/>
                          </a:lnTo>
                          <a:lnTo>
                            <a:pt x="7054" y="29153"/>
                          </a:lnTo>
                          <a:close/>
                        </a:path>
                      </a:pathLst>
                    </a:custGeom>
                    <a:solidFill>
                      <a:srgbClr val="5E5B4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29" name="자유형: 도형 1628">
                      <a:extLst>
                        <a:ext uri="{FF2B5EF4-FFF2-40B4-BE49-F238E27FC236}">
                          <a16:creationId xmlns:a16="http://schemas.microsoft.com/office/drawing/2014/main" id="{71CF1D1B-A300-4847-ADA0-623128D615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34504" y="5238495"/>
                      <a:ext cx="25373" cy="12693"/>
                    </a:xfrm>
                    <a:custGeom>
                      <a:avLst/>
                      <a:gdLst>
                        <a:gd name="connsiteX0" fmla="*/ 0 w 25373"/>
                        <a:gd name="connsiteY0" fmla="*/ 7095 h 0"/>
                        <a:gd name="connsiteX1" fmla="*/ 7193 w 25373"/>
                        <a:gd name="connsiteY1" fmla="*/ 0 h 0"/>
                        <a:gd name="connsiteX2" fmla="*/ 22112 w 25373"/>
                        <a:gd name="connsiteY2" fmla="*/ 0 h 0"/>
                        <a:gd name="connsiteX3" fmla="*/ 29166 w 25373"/>
                        <a:gd name="connsiteY3" fmla="*/ 7095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0" y="7095"/>
                          </a:moveTo>
                          <a:lnTo>
                            <a:pt x="7193" y="0"/>
                          </a:lnTo>
                          <a:lnTo>
                            <a:pt x="22112" y="0"/>
                          </a:lnTo>
                          <a:lnTo>
                            <a:pt x="29166" y="7095"/>
                          </a:lnTo>
                          <a:close/>
                        </a:path>
                      </a:pathLst>
                    </a:custGeom>
                    <a:solidFill>
                      <a:srgbClr val="9A916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</p:grpSp>
              <p:grpSp>
                <p:nvGrpSpPr>
                  <p:cNvPr id="1630" name="그래픽 629">
                    <a:extLst>
                      <a:ext uri="{FF2B5EF4-FFF2-40B4-BE49-F238E27FC236}">
                        <a16:creationId xmlns:a16="http://schemas.microsoft.com/office/drawing/2014/main" id="{A057F0D5-7676-438C-8587-7F86F4A2B054}"/>
                      </a:ext>
                    </a:extLst>
                  </p:cNvPr>
                  <p:cNvGrpSpPr/>
                  <p:nvPr/>
                </p:nvGrpSpPr>
                <p:grpSpPr>
                  <a:xfrm>
                    <a:off x="7034504" y="4211158"/>
                    <a:ext cx="25373" cy="25386"/>
                    <a:chOff x="7034504" y="4211158"/>
                    <a:chExt cx="25373" cy="25386"/>
                  </a:xfrm>
                  <a:solidFill>
                    <a:schemeClr val="accent1"/>
                  </a:solidFill>
                </p:grpSpPr>
                <p:sp>
                  <p:nvSpPr>
                    <p:cNvPr id="1631" name="자유형: 도형 1630">
                      <a:extLst>
                        <a:ext uri="{FF2B5EF4-FFF2-40B4-BE49-F238E27FC236}">
                          <a16:creationId xmlns:a16="http://schemas.microsoft.com/office/drawing/2014/main" id="{5C515DEA-683E-4183-AE13-B16B06F469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34504" y="4211158"/>
                      <a:ext cx="25373" cy="25386"/>
                    </a:xfrm>
                    <a:custGeom>
                      <a:avLst/>
                      <a:gdLst>
                        <a:gd name="connsiteX0" fmla="*/ 0 w 25373"/>
                        <a:gd name="connsiteY0" fmla="*/ 0 h 25385"/>
                        <a:gd name="connsiteX1" fmla="*/ 29166 w 25373"/>
                        <a:gd name="connsiteY1" fmla="*/ 0 h 25385"/>
                        <a:gd name="connsiteX2" fmla="*/ 29166 w 25373"/>
                        <a:gd name="connsiteY2" fmla="*/ 29153 h 25385"/>
                        <a:gd name="connsiteX3" fmla="*/ 0 w 25373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 h="25385">
                          <a:moveTo>
                            <a:pt x="0" y="0"/>
                          </a:moveTo>
                          <a:lnTo>
                            <a:pt x="29166" y="0"/>
                          </a:lnTo>
                          <a:lnTo>
                            <a:pt x="29166" y="29153"/>
                          </a:lnTo>
                          <a:lnTo>
                            <a:pt x="0" y="29153"/>
                          </a:lnTo>
                          <a:close/>
                        </a:path>
                      </a:pathLst>
                    </a:custGeom>
                    <a:solidFill>
                      <a:srgbClr val="8D8C8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32" name="자유형: 도형 1631">
                      <a:extLst>
                        <a:ext uri="{FF2B5EF4-FFF2-40B4-BE49-F238E27FC236}">
                          <a16:creationId xmlns:a16="http://schemas.microsoft.com/office/drawing/2014/main" id="{929F0DAD-4E7F-45E9-AEFB-2B026D71B8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41621" y="4218227"/>
                      <a:ext cx="12687" cy="12693"/>
                    </a:xfrm>
                    <a:custGeom>
                      <a:avLst/>
                      <a:gdLst>
                        <a:gd name="connsiteX0" fmla="*/ 0 w 12686"/>
                        <a:gd name="connsiteY0" fmla="*/ 0 h 12692"/>
                        <a:gd name="connsiteX1" fmla="*/ 15021 w 12686"/>
                        <a:gd name="connsiteY1" fmla="*/ 0 h 12692"/>
                        <a:gd name="connsiteX2" fmla="*/ 15021 w 12686"/>
                        <a:gd name="connsiteY2" fmla="*/ 15002 h 12692"/>
                        <a:gd name="connsiteX3" fmla="*/ 0 w 12686"/>
                        <a:gd name="connsiteY3" fmla="*/ 15002 h 12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2686" h="12692">
                          <a:moveTo>
                            <a:pt x="0" y="0"/>
                          </a:moveTo>
                          <a:lnTo>
                            <a:pt x="15021" y="0"/>
                          </a:lnTo>
                          <a:lnTo>
                            <a:pt x="15021" y="15002"/>
                          </a:lnTo>
                          <a:lnTo>
                            <a:pt x="0" y="15002"/>
                          </a:lnTo>
                          <a:close/>
                        </a:path>
                      </a:pathLst>
                    </a:custGeom>
                    <a:solidFill>
                      <a:srgbClr val="8C866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33" name="자유형: 도형 1632">
                      <a:extLst>
                        <a:ext uri="{FF2B5EF4-FFF2-40B4-BE49-F238E27FC236}">
                          <a16:creationId xmlns:a16="http://schemas.microsoft.com/office/drawing/2014/main" id="{E416A107-CA95-46F0-BCBD-CD7A3F39B5B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34504" y="4211158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9153 h 25385"/>
                        <a:gd name="connsiteX1" fmla="*/ 7117 w 0"/>
                        <a:gd name="connsiteY1" fmla="*/ 22058 h 25385"/>
                        <a:gd name="connsiteX2" fmla="*/ 7117 w 0"/>
                        <a:gd name="connsiteY2" fmla="*/ 6371 h 25385"/>
                        <a:gd name="connsiteX3" fmla="*/ 0 w 0"/>
                        <a:gd name="connsiteY3" fmla="*/ 0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9153"/>
                          </a:moveTo>
                          <a:lnTo>
                            <a:pt x="7117" y="22058"/>
                          </a:lnTo>
                          <a:lnTo>
                            <a:pt x="7117" y="637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8AF82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34" name="자유형: 도형 1633">
                      <a:extLst>
                        <a:ext uri="{FF2B5EF4-FFF2-40B4-BE49-F238E27FC236}">
                          <a16:creationId xmlns:a16="http://schemas.microsoft.com/office/drawing/2014/main" id="{98F263E7-0048-43B2-8D71-2721F4E6633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34504" y="4211158"/>
                      <a:ext cx="25373" cy="12693"/>
                    </a:xfrm>
                    <a:custGeom>
                      <a:avLst/>
                      <a:gdLst>
                        <a:gd name="connsiteX0" fmla="*/ 22112 w 25373"/>
                        <a:gd name="connsiteY0" fmla="*/ 7095 h 0"/>
                        <a:gd name="connsiteX1" fmla="*/ 7219 w 25373"/>
                        <a:gd name="connsiteY1" fmla="*/ 7095 h 0"/>
                        <a:gd name="connsiteX2" fmla="*/ 0 w 25373"/>
                        <a:gd name="connsiteY2" fmla="*/ 0 h 0"/>
                        <a:gd name="connsiteX3" fmla="*/ 29166 w 25373"/>
                        <a:gd name="connsiteY3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22112" y="7095"/>
                          </a:moveTo>
                          <a:lnTo>
                            <a:pt x="7219" y="7095"/>
                          </a:lnTo>
                          <a:lnTo>
                            <a:pt x="0" y="0"/>
                          </a:lnTo>
                          <a:lnTo>
                            <a:pt x="29166" y="0"/>
                          </a:lnTo>
                          <a:close/>
                        </a:path>
                      </a:pathLst>
                    </a:custGeom>
                    <a:solidFill>
                      <a:srgbClr val="80795B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35" name="자유형: 도형 1634">
                      <a:extLst>
                        <a:ext uri="{FF2B5EF4-FFF2-40B4-BE49-F238E27FC236}">
                          <a16:creationId xmlns:a16="http://schemas.microsoft.com/office/drawing/2014/main" id="{1CDDAB87-CE53-4C1A-B93E-0D0A27CBD9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56616" y="4211158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2058 h 25385"/>
                        <a:gd name="connsiteX1" fmla="*/ 0 w 0"/>
                        <a:gd name="connsiteY1" fmla="*/ 7095 h 25385"/>
                        <a:gd name="connsiteX2" fmla="*/ 7054 w 0"/>
                        <a:gd name="connsiteY2" fmla="*/ 0 h 25385"/>
                        <a:gd name="connsiteX3" fmla="*/ 7054 w 0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2058"/>
                          </a:moveTo>
                          <a:lnTo>
                            <a:pt x="0" y="7095"/>
                          </a:lnTo>
                          <a:lnTo>
                            <a:pt x="7054" y="0"/>
                          </a:lnTo>
                          <a:lnTo>
                            <a:pt x="7054" y="29153"/>
                          </a:lnTo>
                          <a:close/>
                        </a:path>
                      </a:pathLst>
                    </a:custGeom>
                    <a:solidFill>
                      <a:srgbClr val="5E5B4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36" name="자유형: 도형 1635">
                      <a:extLst>
                        <a:ext uri="{FF2B5EF4-FFF2-40B4-BE49-F238E27FC236}">
                          <a16:creationId xmlns:a16="http://schemas.microsoft.com/office/drawing/2014/main" id="{F56579B1-F0D8-4142-9E6B-DFF41D6D72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34504" y="4233216"/>
                      <a:ext cx="25373" cy="12693"/>
                    </a:xfrm>
                    <a:custGeom>
                      <a:avLst/>
                      <a:gdLst>
                        <a:gd name="connsiteX0" fmla="*/ 0 w 25373"/>
                        <a:gd name="connsiteY0" fmla="*/ 7095 h 0"/>
                        <a:gd name="connsiteX1" fmla="*/ 7193 w 25373"/>
                        <a:gd name="connsiteY1" fmla="*/ 0 h 0"/>
                        <a:gd name="connsiteX2" fmla="*/ 22112 w 25373"/>
                        <a:gd name="connsiteY2" fmla="*/ 0 h 0"/>
                        <a:gd name="connsiteX3" fmla="*/ 29166 w 25373"/>
                        <a:gd name="connsiteY3" fmla="*/ 7095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0" y="7095"/>
                          </a:moveTo>
                          <a:lnTo>
                            <a:pt x="7193" y="0"/>
                          </a:lnTo>
                          <a:lnTo>
                            <a:pt x="22112" y="0"/>
                          </a:lnTo>
                          <a:lnTo>
                            <a:pt x="29166" y="7095"/>
                          </a:lnTo>
                          <a:close/>
                        </a:path>
                      </a:pathLst>
                    </a:custGeom>
                    <a:solidFill>
                      <a:srgbClr val="9A916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</p:grpSp>
              <p:grpSp>
                <p:nvGrpSpPr>
                  <p:cNvPr id="1637" name="그래픽 629">
                    <a:extLst>
                      <a:ext uri="{FF2B5EF4-FFF2-40B4-BE49-F238E27FC236}">
                        <a16:creationId xmlns:a16="http://schemas.microsoft.com/office/drawing/2014/main" id="{A057F0D5-7676-438C-8587-7F86F4A2B054}"/>
                      </a:ext>
                    </a:extLst>
                  </p:cNvPr>
                  <p:cNvGrpSpPr/>
                  <p:nvPr/>
                </p:nvGrpSpPr>
                <p:grpSpPr>
                  <a:xfrm>
                    <a:off x="7125847" y="5216436"/>
                    <a:ext cx="25373" cy="25386"/>
                    <a:chOff x="7125847" y="5216436"/>
                    <a:chExt cx="25373" cy="25386"/>
                  </a:xfrm>
                  <a:solidFill>
                    <a:schemeClr val="accent1"/>
                  </a:solidFill>
                </p:grpSpPr>
                <p:sp>
                  <p:nvSpPr>
                    <p:cNvPr id="1638" name="자유형: 도형 1637">
                      <a:extLst>
                        <a:ext uri="{FF2B5EF4-FFF2-40B4-BE49-F238E27FC236}">
                          <a16:creationId xmlns:a16="http://schemas.microsoft.com/office/drawing/2014/main" id="{BB854A30-9022-4D85-8892-904390B9AC7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25847" y="5216436"/>
                      <a:ext cx="25373" cy="25386"/>
                    </a:xfrm>
                    <a:custGeom>
                      <a:avLst/>
                      <a:gdLst>
                        <a:gd name="connsiteX0" fmla="*/ 0 w 25373"/>
                        <a:gd name="connsiteY0" fmla="*/ 0 h 25385"/>
                        <a:gd name="connsiteX1" fmla="*/ 29166 w 25373"/>
                        <a:gd name="connsiteY1" fmla="*/ 0 h 25385"/>
                        <a:gd name="connsiteX2" fmla="*/ 29166 w 25373"/>
                        <a:gd name="connsiteY2" fmla="*/ 29153 h 25385"/>
                        <a:gd name="connsiteX3" fmla="*/ 0 w 25373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 h="25385">
                          <a:moveTo>
                            <a:pt x="0" y="0"/>
                          </a:moveTo>
                          <a:lnTo>
                            <a:pt x="29166" y="0"/>
                          </a:lnTo>
                          <a:lnTo>
                            <a:pt x="29166" y="29153"/>
                          </a:lnTo>
                          <a:lnTo>
                            <a:pt x="0" y="29153"/>
                          </a:lnTo>
                          <a:close/>
                        </a:path>
                      </a:pathLst>
                    </a:custGeom>
                    <a:solidFill>
                      <a:srgbClr val="8D8C8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39" name="자유형: 도형 1638">
                      <a:extLst>
                        <a:ext uri="{FF2B5EF4-FFF2-40B4-BE49-F238E27FC236}">
                          <a16:creationId xmlns:a16="http://schemas.microsoft.com/office/drawing/2014/main" id="{0240609B-5DBC-42E5-94B0-7E288FAEC8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32964" y="5223506"/>
                      <a:ext cx="12687" cy="12693"/>
                    </a:xfrm>
                    <a:custGeom>
                      <a:avLst/>
                      <a:gdLst>
                        <a:gd name="connsiteX0" fmla="*/ 0 w 12686"/>
                        <a:gd name="connsiteY0" fmla="*/ 0 h 12692"/>
                        <a:gd name="connsiteX1" fmla="*/ 15021 w 12686"/>
                        <a:gd name="connsiteY1" fmla="*/ 0 h 12692"/>
                        <a:gd name="connsiteX2" fmla="*/ 15021 w 12686"/>
                        <a:gd name="connsiteY2" fmla="*/ 15002 h 12692"/>
                        <a:gd name="connsiteX3" fmla="*/ 0 w 12686"/>
                        <a:gd name="connsiteY3" fmla="*/ 15002 h 12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2686" h="12692">
                          <a:moveTo>
                            <a:pt x="0" y="0"/>
                          </a:moveTo>
                          <a:lnTo>
                            <a:pt x="15021" y="0"/>
                          </a:lnTo>
                          <a:lnTo>
                            <a:pt x="15021" y="15002"/>
                          </a:lnTo>
                          <a:lnTo>
                            <a:pt x="0" y="15002"/>
                          </a:lnTo>
                          <a:close/>
                        </a:path>
                      </a:pathLst>
                    </a:custGeom>
                    <a:solidFill>
                      <a:srgbClr val="8C866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40" name="자유형: 도형 1639">
                      <a:extLst>
                        <a:ext uri="{FF2B5EF4-FFF2-40B4-BE49-F238E27FC236}">
                          <a16:creationId xmlns:a16="http://schemas.microsoft.com/office/drawing/2014/main" id="{4F2F8C4A-C80A-4C6E-94C4-6AD6D27220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25847" y="5216436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9153 h 25385"/>
                        <a:gd name="connsiteX1" fmla="*/ 7117 w 0"/>
                        <a:gd name="connsiteY1" fmla="*/ 22058 h 25385"/>
                        <a:gd name="connsiteX2" fmla="*/ 7117 w 0"/>
                        <a:gd name="connsiteY2" fmla="*/ 6371 h 25385"/>
                        <a:gd name="connsiteX3" fmla="*/ 0 w 0"/>
                        <a:gd name="connsiteY3" fmla="*/ 0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9153"/>
                          </a:moveTo>
                          <a:lnTo>
                            <a:pt x="7117" y="22058"/>
                          </a:lnTo>
                          <a:lnTo>
                            <a:pt x="7117" y="637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8AF82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41" name="자유형: 도형 1640">
                      <a:extLst>
                        <a:ext uri="{FF2B5EF4-FFF2-40B4-BE49-F238E27FC236}">
                          <a16:creationId xmlns:a16="http://schemas.microsoft.com/office/drawing/2014/main" id="{089A4BA4-EDA6-40C2-8064-777E1BA7F95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25847" y="5216436"/>
                      <a:ext cx="25373" cy="12693"/>
                    </a:xfrm>
                    <a:custGeom>
                      <a:avLst/>
                      <a:gdLst>
                        <a:gd name="connsiteX0" fmla="*/ 22112 w 25373"/>
                        <a:gd name="connsiteY0" fmla="*/ 7095 h 0"/>
                        <a:gd name="connsiteX1" fmla="*/ 7219 w 25373"/>
                        <a:gd name="connsiteY1" fmla="*/ 7095 h 0"/>
                        <a:gd name="connsiteX2" fmla="*/ 0 w 25373"/>
                        <a:gd name="connsiteY2" fmla="*/ 0 h 0"/>
                        <a:gd name="connsiteX3" fmla="*/ 29166 w 25373"/>
                        <a:gd name="connsiteY3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22112" y="7095"/>
                          </a:moveTo>
                          <a:lnTo>
                            <a:pt x="7219" y="7095"/>
                          </a:lnTo>
                          <a:lnTo>
                            <a:pt x="0" y="0"/>
                          </a:lnTo>
                          <a:lnTo>
                            <a:pt x="29166" y="0"/>
                          </a:lnTo>
                          <a:close/>
                        </a:path>
                      </a:pathLst>
                    </a:custGeom>
                    <a:solidFill>
                      <a:srgbClr val="80795B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42" name="자유형: 도형 1641">
                      <a:extLst>
                        <a:ext uri="{FF2B5EF4-FFF2-40B4-BE49-F238E27FC236}">
                          <a16:creationId xmlns:a16="http://schemas.microsoft.com/office/drawing/2014/main" id="{F023FE8D-00A9-4355-A92B-EEE93487B7F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47959" y="5216436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2058 h 25385"/>
                        <a:gd name="connsiteX1" fmla="*/ 0 w 0"/>
                        <a:gd name="connsiteY1" fmla="*/ 7095 h 25385"/>
                        <a:gd name="connsiteX2" fmla="*/ 7054 w 0"/>
                        <a:gd name="connsiteY2" fmla="*/ 0 h 25385"/>
                        <a:gd name="connsiteX3" fmla="*/ 7054 w 0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2058"/>
                          </a:moveTo>
                          <a:lnTo>
                            <a:pt x="0" y="7095"/>
                          </a:lnTo>
                          <a:lnTo>
                            <a:pt x="7054" y="0"/>
                          </a:lnTo>
                          <a:lnTo>
                            <a:pt x="7054" y="29153"/>
                          </a:lnTo>
                          <a:close/>
                        </a:path>
                      </a:pathLst>
                    </a:custGeom>
                    <a:solidFill>
                      <a:srgbClr val="5E5B4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43" name="자유형: 도형 1642">
                      <a:extLst>
                        <a:ext uri="{FF2B5EF4-FFF2-40B4-BE49-F238E27FC236}">
                          <a16:creationId xmlns:a16="http://schemas.microsoft.com/office/drawing/2014/main" id="{280B2DE3-FE30-4EFE-8A2C-5CE8B4A6F44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25847" y="5238495"/>
                      <a:ext cx="25373" cy="12693"/>
                    </a:xfrm>
                    <a:custGeom>
                      <a:avLst/>
                      <a:gdLst>
                        <a:gd name="connsiteX0" fmla="*/ 0 w 25373"/>
                        <a:gd name="connsiteY0" fmla="*/ 7095 h 0"/>
                        <a:gd name="connsiteX1" fmla="*/ 7193 w 25373"/>
                        <a:gd name="connsiteY1" fmla="*/ 0 h 0"/>
                        <a:gd name="connsiteX2" fmla="*/ 22112 w 25373"/>
                        <a:gd name="connsiteY2" fmla="*/ 0 h 0"/>
                        <a:gd name="connsiteX3" fmla="*/ 29166 w 25373"/>
                        <a:gd name="connsiteY3" fmla="*/ 7095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0" y="7095"/>
                          </a:moveTo>
                          <a:lnTo>
                            <a:pt x="7193" y="0"/>
                          </a:lnTo>
                          <a:lnTo>
                            <a:pt x="22112" y="0"/>
                          </a:lnTo>
                          <a:lnTo>
                            <a:pt x="29166" y="7095"/>
                          </a:lnTo>
                          <a:close/>
                        </a:path>
                      </a:pathLst>
                    </a:custGeom>
                    <a:solidFill>
                      <a:srgbClr val="9A916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</p:grpSp>
              <p:grpSp>
                <p:nvGrpSpPr>
                  <p:cNvPr id="1644" name="그래픽 629">
                    <a:extLst>
                      <a:ext uri="{FF2B5EF4-FFF2-40B4-BE49-F238E27FC236}">
                        <a16:creationId xmlns:a16="http://schemas.microsoft.com/office/drawing/2014/main" id="{A057F0D5-7676-438C-8587-7F86F4A2B054}"/>
                      </a:ext>
                    </a:extLst>
                  </p:cNvPr>
                  <p:cNvGrpSpPr/>
                  <p:nvPr/>
                </p:nvGrpSpPr>
                <p:grpSpPr>
                  <a:xfrm>
                    <a:off x="7125847" y="4211158"/>
                    <a:ext cx="25373" cy="25386"/>
                    <a:chOff x="7125847" y="4211158"/>
                    <a:chExt cx="25373" cy="25386"/>
                  </a:xfrm>
                  <a:solidFill>
                    <a:schemeClr val="accent1"/>
                  </a:solidFill>
                </p:grpSpPr>
                <p:sp>
                  <p:nvSpPr>
                    <p:cNvPr id="1645" name="자유형: 도형 1644">
                      <a:extLst>
                        <a:ext uri="{FF2B5EF4-FFF2-40B4-BE49-F238E27FC236}">
                          <a16:creationId xmlns:a16="http://schemas.microsoft.com/office/drawing/2014/main" id="{6B4EC972-D25A-41DC-A684-E4270B90522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25847" y="4211158"/>
                      <a:ext cx="25373" cy="25386"/>
                    </a:xfrm>
                    <a:custGeom>
                      <a:avLst/>
                      <a:gdLst>
                        <a:gd name="connsiteX0" fmla="*/ 0 w 25373"/>
                        <a:gd name="connsiteY0" fmla="*/ 0 h 25385"/>
                        <a:gd name="connsiteX1" fmla="*/ 29166 w 25373"/>
                        <a:gd name="connsiteY1" fmla="*/ 0 h 25385"/>
                        <a:gd name="connsiteX2" fmla="*/ 29166 w 25373"/>
                        <a:gd name="connsiteY2" fmla="*/ 29153 h 25385"/>
                        <a:gd name="connsiteX3" fmla="*/ 0 w 25373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 h="25385">
                          <a:moveTo>
                            <a:pt x="0" y="0"/>
                          </a:moveTo>
                          <a:lnTo>
                            <a:pt x="29166" y="0"/>
                          </a:lnTo>
                          <a:lnTo>
                            <a:pt x="29166" y="29153"/>
                          </a:lnTo>
                          <a:lnTo>
                            <a:pt x="0" y="29153"/>
                          </a:lnTo>
                          <a:close/>
                        </a:path>
                      </a:pathLst>
                    </a:custGeom>
                    <a:solidFill>
                      <a:srgbClr val="8D8C8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46" name="자유형: 도형 1645">
                      <a:extLst>
                        <a:ext uri="{FF2B5EF4-FFF2-40B4-BE49-F238E27FC236}">
                          <a16:creationId xmlns:a16="http://schemas.microsoft.com/office/drawing/2014/main" id="{F17CE147-17B3-4E32-9759-2EA28EB385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32964" y="4218227"/>
                      <a:ext cx="12687" cy="12693"/>
                    </a:xfrm>
                    <a:custGeom>
                      <a:avLst/>
                      <a:gdLst>
                        <a:gd name="connsiteX0" fmla="*/ 0 w 12686"/>
                        <a:gd name="connsiteY0" fmla="*/ 0 h 12692"/>
                        <a:gd name="connsiteX1" fmla="*/ 15021 w 12686"/>
                        <a:gd name="connsiteY1" fmla="*/ 0 h 12692"/>
                        <a:gd name="connsiteX2" fmla="*/ 15021 w 12686"/>
                        <a:gd name="connsiteY2" fmla="*/ 15002 h 12692"/>
                        <a:gd name="connsiteX3" fmla="*/ 0 w 12686"/>
                        <a:gd name="connsiteY3" fmla="*/ 15002 h 12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2686" h="12692">
                          <a:moveTo>
                            <a:pt x="0" y="0"/>
                          </a:moveTo>
                          <a:lnTo>
                            <a:pt x="15021" y="0"/>
                          </a:lnTo>
                          <a:lnTo>
                            <a:pt x="15021" y="15002"/>
                          </a:lnTo>
                          <a:lnTo>
                            <a:pt x="0" y="15002"/>
                          </a:lnTo>
                          <a:close/>
                        </a:path>
                      </a:pathLst>
                    </a:custGeom>
                    <a:solidFill>
                      <a:srgbClr val="8C866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47" name="자유형: 도형 1646">
                      <a:extLst>
                        <a:ext uri="{FF2B5EF4-FFF2-40B4-BE49-F238E27FC236}">
                          <a16:creationId xmlns:a16="http://schemas.microsoft.com/office/drawing/2014/main" id="{B3C120C8-6405-451C-BFDF-CC7775998B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25847" y="4211158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9153 h 25385"/>
                        <a:gd name="connsiteX1" fmla="*/ 7117 w 0"/>
                        <a:gd name="connsiteY1" fmla="*/ 22058 h 25385"/>
                        <a:gd name="connsiteX2" fmla="*/ 7117 w 0"/>
                        <a:gd name="connsiteY2" fmla="*/ 6371 h 25385"/>
                        <a:gd name="connsiteX3" fmla="*/ 0 w 0"/>
                        <a:gd name="connsiteY3" fmla="*/ 0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9153"/>
                          </a:moveTo>
                          <a:lnTo>
                            <a:pt x="7117" y="22058"/>
                          </a:lnTo>
                          <a:lnTo>
                            <a:pt x="7117" y="637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8AF82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48" name="자유형: 도형 1647">
                      <a:extLst>
                        <a:ext uri="{FF2B5EF4-FFF2-40B4-BE49-F238E27FC236}">
                          <a16:creationId xmlns:a16="http://schemas.microsoft.com/office/drawing/2014/main" id="{BA2CB632-C563-4919-ACC7-3FCC25CE89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25847" y="4211158"/>
                      <a:ext cx="25373" cy="12693"/>
                    </a:xfrm>
                    <a:custGeom>
                      <a:avLst/>
                      <a:gdLst>
                        <a:gd name="connsiteX0" fmla="*/ 22112 w 25373"/>
                        <a:gd name="connsiteY0" fmla="*/ 7095 h 0"/>
                        <a:gd name="connsiteX1" fmla="*/ 7219 w 25373"/>
                        <a:gd name="connsiteY1" fmla="*/ 7095 h 0"/>
                        <a:gd name="connsiteX2" fmla="*/ 0 w 25373"/>
                        <a:gd name="connsiteY2" fmla="*/ 0 h 0"/>
                        <a:gd name="connsiteX3" fmla="*/ 29166 w 25373"/>
                        <a:gd name="connsiteY3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22112" y="7095"/>
                          </a:moveTo>
                          <a:lnTo>
                            <a:pt x="7219" y="7095"/>
                          </a:lnTo>
                          <a:lnTo>
                            <a:pt x="0" y="0"/>
                          </a:lnTo>
                          <a:lnTo>
                            <a:pt x="29166" y="0"/>
                          </a:lnTo>
                          <a:close/>
                        </a:path>
                      </a:pathLst>
                    </a:custGeom>
                    <a:solidFill>
                      <a:srgbClr val="80795B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49" name="자유형: 도형 1648">
                      <a:extLst>
                        <a:ext uri="{FF2B5EF4-FFF2-40B4-BE49-F238E27FC236}">
                          <a16:creationId xmlns:a16="http://schemas.microsoft.com/office/drawing/2014/main" id="{F9124B49-C560-433D-A3C0-C2E2538F4C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47959" y="4211158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2058 h 25385"/>
                        <a:gd name="connsiteX1" fmla="*/ 0 w 0"/>
                        <a:gd name="connsiteY1" fmla="*/ 7095 h 25385"/>
                        <a:gd name="connsiteX2" fmla="*/ 7054 w 0"/>
                        <a:gd name="connsiteY2" fmla="*/ 0 h 25385"/>
                        <a:gd name="connsiteX3" fmla="*/ 7054 w 0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2058"/>
                          </a:moveTo>
                          <a:lnTo>
                            <a:pt x="0" y="7095"/>
                          </a:lnTo>
                          <a:lnTo>
                            <a:pt x="7054" y="0"/>
                          </a:lnTo>
                          <a:lnTo>
                            <a:pt x="7054" y="29153"/>
                          </a:lnTo>
                          <a:close/>
                        </a:path>
                      </a:pathLst>
                    </a:custGeom>
                    <a:solidFill>
                      <a:srgbClr val="5E5B4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50" name="자유형: 도형 1649">
                      <a:extLst>
                        <a:ext uri="{FF2B5EF4-FFF2-40B4-BE49-F238E27FC236}">
                          <a16:creationId xmlns:a16="http://schemas.microsoft.com/office/drawing/2014/main" id="{5C20B7AC-3D6B-4DAC-A314-F0B6D186857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25847" y="4233216"/>
                      <a:ext cx="25373" cy="12693"/>
                    </a:xfrm>
                    <a:custGeom>
                      <a:avLst/>
                      <a:gdLst>
                        <a:gd name="connsiteX0" fmla="*/ 0 w 25373"/>
                        <a:gd name="connsiteY0" fmla="*/ 7095 h 0"/>
                        <a:gd name="connsiteX1" fmla="*/ 7193 w 25373"/>
                        <a:gd name="connsiteY1" fmla="*/ 0 h 0"/>
                        <a:gd name="connsiteX2" fmla="*/ 22112 w 25373"/>
                        <a:gd name="connsiteY2" fmla="*/ 0 h 0"/>
                        <a:gd name="connsiteX3" fmla="*/ 29166 w 25373"/>
                        <a:gd name="connsiteY3" fmla="*/ 7095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0" y="7095"/>
                          </a:moveTo>
                          <a:lnTo>
                            <a:pt x="7193" y="0"/>
                          </a:lnTo>
                          <a:lnTo>
                            <a:pt x="22112" y="0"/>
                          </a:lnTo>
                          <a:lnTo>
                            <a:pt x="29166" y="7095"/>
                          </a:lnTo>
                          <a:close/>
                        </a:path>
                      </a:pathLst>
                    </a:custGeom>
                    <a:solidFill>
                      <a:srgbClr val="9A916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</p:grpSp>
              <p:grpSp>
                <p:nvGrpSpPr>
                  <p:cNvPr id="1651" name="그래픽 629">
                    <a:extLst>
                      <a:ext uri="{FF2B5EF4-FFF2-40B4-BE49-F238E27FC236}">
                        <a16:creationId xmlns:a16="http://schemas.microsoft.com/office/drawing/2014/main" id="{A057F0D5-7676-438C-8587-7F86F4A2B054}"/>
                      </a:ext>
                    </a:extLst>
                  </p:cNvPr>
                  <p:cNvGrpSpPr/>
                  <p:nvPr/>
                </p:nvGrpSpPr>
                <p:grpSpPr>
                  <a:xfrm>
                    <a:off x="7217190" y="5216436"/>
                    <a:ext cx="25373" cy="25386"/>
                    <a:chOff x="7217190" y="5216436"/>
                    <a:chExt cx="25373" cy="25386"/>
                  </a:xfrm>
                  <a:solidFill>
                    <a:schemeClr val="accent1"/>
                  </a:solidFill>
                </p:grpSpPr>
                <p:sp>
                  <p:nvSpPr>
                    <p:cNvPr id="1652" name="자유형: 도형 1651">
                      <a:extLst>
                        <a:ext uri="{FF2B5EF4-FFF2-40B4-BE49-F238E27FC236}">
                          <a16:creationId xmlns:a16="http://schemas.microsoft.com/office/drawing/2014/main" id="{D7D449DE-242E-4976-98C7-AAB136312DF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17190" y="5216436"/>
                      <a:ext cx="25373" cy="25386"/>
                    </a:xfrm>
                    <a:custGeom>
                      <a:avLst/>
                      <a:gdLst>
                        <a:gd name="connsiteX0" fmla="*/ 0 w 25373"/>
                        <a:gd name="connsiteY0" fmla="*/ 0 h 25385"/>
                        <a:gd name="connsiteX1" fmla="*/ 29166 w 25373"/>
                        <a:gd name="connsiteY1" fmla="*/ 0 h 25385"/>
                        <a:gd name="connsiteX2" fmla="*/ 29166 w 25373"/>
                        <a:gd name="connsiteY2" fmla="*/ 29153 h 25385"/>
                        <a:gd name="connsiteX3" fmla="*/ 0 w 25373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 h="25385">
                          <a:moveTo>
                            <a:pt x="0" y="0"/>
                          </a:moveTo>
                          <a:lnTo>
                            <a:pt x="29166" y="0"/>
                          </a:lnTo>
                          <a:lnTo>
                            <a:pt x="29166" y="29153"/>
                          </a:lnTo>
                          <a:lnTo>
                            <a:pt x="0" y="29153"/>
                          </a:lnTo>
                          <a:close/>
                        </a:path>
                      </a:pathLst>
                    </a:custGeom>
                    <a:solidFill>
                      <a:srgbClr val="8D8C8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53" name="자유형: 도형 1652">
                      <a:extLst>
                        <a:ext uri="{FF2B5EF4-FFF2-40B4-BE49-F238E27FC236}">
                          <a16:creationId xmlns:a16="http://schemas.microsoft.com/office/drawing/2014/main" id="{AA3D15E1-0D26-4DE1-82D2-0728772C751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24308" y="5223506"/>
                      <a:ext cx="12687" cy="12693"/>
                    </a:xfrm>
                    <a:custGeom>
                      <a:avLst/>
                      <a:gdLst>
                        <a:gd name="connsiteX0" fmla="*/ 0 w 12686"/>
                        <a:gd name="connsiteY0" fmla="*/ 0 h 12692"/>
                        <a:gd name="connsiteX1" fmla="*/ 15021 w 12686"/>
                        <a:gd name="connsiteY1" fmla="*/ 0 h 12692"/>
                        <a:gd name="connsiteX2" fmla="*/ 15021 w 12686"/>
                        <a:gd name="connsiteY2" fmla="*/ 15002 h 12692"/>
                        <a:gd name="connsiteX3" fmla="*/ 0 w 12686"/>
                        <a:gd name="connsiteY3" fmla="*/ 15002 h 12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2686" h="12692">
                          <a:moveTo>
                            <a:pt x="0" y="0"/>
                          </a:moveTo>
                          <a:lnTo>
                            <a:pt x="15021" y="0"/>
                          </a:lnTo>
                          <a:lnTo>
                            <a:pt x="15021" y="15002"/>
                          </a:lnTo>
                          <a:lnTo>
                            <a:pt x="0" y="15002"/>
                          </a:lnTo>
                          <a:close/>
                        </a:path>
                      </a:pathLst>
                    </a:custGeom>
                    <a:solidFill>
                      <a:srgbClr val="8C866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54" name="자유형: 도형 1653">
                      <a:extLst>
                        <a:ext uri="{FF2B5EF4-FFF2-40B4-BE49-F238E27FC236}">
                          <a16:creationId xmlns:a16="http://schemas.microsoft.com/office/drawing/2014/main" id="{40CFC9D3-A9DE-42C9-A6CE-01E40CB7854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17190" y="5216436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9153 h 25385"/>
                        <a:gd name="connsiteX1" fmla="*/ 7117 w 0"/>
                        <a:gd name="connsiteY1" fmla="*/ 22058 h 25385"/>
                        <a:gd name="connsiteX2" fmla="*/ 7117 w 0"/>
                        <a:gd name="connsiteY2" fmla="*/ 6371 h 25385"/>
                        <a:gd name="connsiteX3" fmla="*/ 0 w 0"/>
                        <a:gd name="connsiteY3" fmla="*/ 0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9153"/>
                          </a:moveTo>
                          <a:lnTo>
                            <a:pt x="7117" y="22058"/>
                          </a:lnTo>
                          <a:lnTo>
                            <a:pt x="7117" y="637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8AF82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55" name="자유형: 도형 1654">
                      <a:extLst>
                        <a:ext uri="{FF2B5EF4-FFF2-40B4-BE49-F238E27FC236}">
                          <a16:creationId xmlns:a16="http://schemas.microsoft.com/office/drawing/2014/main" id="{7CF0F39D-ED73-4B7D-A381-F6475725573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17190" y="5216436"/>
                      <a:ext cx="25373" cy="12693"/>
                    </a:xfrm>
                    <a:custGeom>
                      <a:avLst/>
                      <a:gdLst>
                        <a:gd name="connsiteX0" fmla="*/ 22112 w 25373"/>
                        <a:gd name="connsiteY0" fmla="*/ 7095 h 0"/>
                        <a:gd name="connsiteX1" fmla="*/ 7219 w 25373"/>
                        <a:gd name="connsiteY1" fmla="*/ 7095 h 0"/>
                        <a:gd name="connsiteX2" fmla="*/ 0 w 25373"/>
                        <a:gd name="connsiteY2" fmla="*/ 0 h 0"/>
                        <a:gd name="connsiteX3" fmla="*/ 29166 w 25373"/>
                        <a:gd name="connsiteY3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22112" y="7095"/>
                          </a:moveTo>
                          <a:lnTo>
                            <a:pt x="7219" y="7095"/>
                          </a:lnTo>
                          <a:lnTo>
                            <a:pt x="0" y="0"/>
                          </a:lnTo>
                          <a:lnTo>
                            <a:pt x="29166" y="0"/>
                          </a:lnTo>
                          <a:close/>
                        </a:path>
                      </a:pathLst>
                    </a:custGeom>
                    <a:solidFill>
                      <a:srgbClr val="80795B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56" name="자유형: 도형 1655">
                      <a:extLst>
                        <a:ext uri="{FF2B5EF4-FFF2-40B4-BE49-F238E27FC236}">
                          <a16:creationId xmlns:a16="http://schemas.microsoft.com/office/drawing/2014/main" id="{5AB3D7F6-1A32-41AD-BBF2-FCF4F47FA2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39303" y="5216436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2058 h 25385"/>
                        <a:gd name="connsiteX1" fmla="*/ 0 w 0"/>
                        <a:gd name="connsiteY1" fmla="*/ 7095 h 25385"/>
                        <a:gd name="connsiteX2" fmla="*/ 7054 w 0"/>
                        <a:gd name="connsiteY2" fmla="*/ 0 h 25385"/>
                        <a:gd name="connsiteX3" fmla="*/ 7054 w 0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2058"/>
                          </a:moveTo>
                          <a:lnTo>
                            <a:pt x="0" y="7095"/>
                          </a:lnTo>
                          <a:lnTo>
                            <a:pt x="7054" y="0"/>
                          </a:lnTo>
                          <a:lnTo>
                            <a:pt x="7054" y="29153"/>
                          </a:lnTo>
                          <a:close/>
                        </a:path>
                      </a:pathLst>
                    </a:custGeom>
                    <a:solidFill>
                      <a:srgbClr val="5E5B4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57" name="자유형: 도형 1656">
                      <a:extLst>
                        <a:ext uri="{FF2B5EF4-FFF2-40B4-BE49-F238E27FC236}">
                          <a16:creationId xmlns:a16="http://schemas.microsoft.com/office/drawing/2014/main" id="{1AE5E7F7-FBF6-4834-AD04-09BCD95905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17190" y="5238495"/>
                      <a:ext cx="25373" cy="12693"/>
                    </a:xfrm>
                    <a:custGeom>
                      <a:avLst/>
                      <a:gdLst>
                        <a:gd name="connsiteX0" fmla="*/ 0 w 25373"/>
                        <a:gd name="connsiteY0" fmla="*/ 7095 h 0"/>
                        <a:gd name="connsiteX1" fmla="*/ 7193 w 25373"/>
                        <a:gd name="connsiteY1" fmla="*/ 0 h 0"/>
                        <a:gd name="connsiteX2" fmla="*/ 22112 w 25373"/>
                        <a:gd name="connsiteY2" fmla="*/ 0 h 0"/>
                        <a:gd name="connsiteX3" fmla="*/ 29166 w 25373"/>
                        <a:gd name="connsiteY3" fmla="*/ 7095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0" y="7095"/>
                          </a:moveTo>
                          <a:lnTo>
                            <a:pt x="7193" y="0"/>
                          </a:lnTo>
                          <a:lnTo>
                            <a:pt x="22112" y="0"/>
                          </a:lnTo>
                          <a:lnTo>
                            <a:pt x="29166" y="7095"/>
                          </a:lnTo>
                          <a:close/>
                        </a:path>
                      </a:pathLst>
                    </a:custGeom>
                    <a:solidFill>
                      <a:srgbClr val="9A916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</p:grpSp>
              <p:grpSp>
                <p:nvGrpSpPr>
                  <p:cNvPr id="1658" name="그래픽 629">
                    <a:extLst>
                      <a:ext uri="{FF2B5EF4-FFF2-40B4-BE49-F238E27FC236}">
                        <a16:creationId xmlns:a16="http://schemas.microsoft.com/office/drawing/2014/main" id="{A057F0D5-7676-438C-8587-7F86F4A2B054}"/>
                      </a:ext>
                    </a:extLst>
                  </p:cNvPr>
                  <p:cNvGrpSpPr/>
                  <p:nvPr/>
                </p:nvGrpSpPr>
                <p:grpSpPr>
                  <a:xfrm>
                    <a:off x="7217190" y="4211158"/>
                    <a:ext cx="25373" cy="25386"/>
                    <a:chOff x="7217190" y="4211158"/>
                    <a:chExt cx="25373" cy="25386"/>
                  </a:xfrm>
                  <a:solidFill>
                    <a:schemeClr val="accent1"/>
                  </a:solidFill>
                </p:grpSpPr>
                <p:sp>
                  <p:nvSpPr>
                    <p:cNvPr id="1659" name="자유형: 도형 1658">
                      <a:extLst>
                        <a:ext uri="{FF2B5EF4-FFF2-40B4-BE49-F238E27FC236}">
                          <a16:creationId xmlns:a16="http://schemas.microsoft.com/office/drawing/2014/main" id="{0C2D2881-0985-411A-B6EC-7EC2189D0F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17190" y="4211158"/>
                      <a:ext cx="25373" cy="25386"/>
                    </a:xfrm>
                    <a:custGeom>
                      <a:avLst/>
                      <a:gdLst>
                        <a:gd name="connsiteX0" fmla="*/ 0 w 25373"/>
                        <a:gd name="connsiteY0" fmla="*/ 0 h 25385"/>
                        <a:gd name="connsiteX1" fmla="*/ 29166 w 25373"/>
                        <a:gd name="connsiteY1" fmla="*/ 0 h 25385"/>
                        <a:gd name="connsiteX2" fmla="*/ 29166 w 25373"/>
                        <a:gd name="connsiteY2" fmla="*/ 29153 h 25385"/>
                        <a:gd name="connsiteX3" fmla="*/ 0 w 25373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 h="25385">
                          <a:moveTo>
                            <a:pt x="0" y="0"/>
                          </a:moveTo>
                          <a:lnTo>
                            <a:pt x="29166" y="0"/>
                          </a:lnTo>
                          <a:lnTo>
                            <a:pt x="29166" y="29153"/>
                          </a:lnTo>
                          <a:lnTo>
                            <a:pt x="0" y="29153"/>
                          </a:lnTo>
                          <a:close/>
                        </a:path>
                      </a:pathLst>
                    </a:custGeom>
                    <a:solidFill>
                      <a:srgbClr val="8D8C8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60" name="자유형: 도형 1659">
                      <a:extLst>
                        <a:ext uri="{FF2B5EF4-FFF2-40B4-BE49-F238E27FC236}">
                          <a16:creationId xmlns:a16="http://schemas.microsoft.com/office/drawing/2014/main" id="{564AB1A7-2CA8-43E6-9758-27FF4567086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24308" y="4218227"/>
                      <a:ext cx="12687" cy="12693"/>
                    </a:xfrm>
                    <a:custGeom>
                      <a:avLst/>
                      <a:gdLst>
                        <a:gd name="connsiteX0" fmla="*/ 0 w 12686"/>
                        <a:gd name="connsiteY0" fmla="*/ 0 h 12692"/>
                        <a:gd name="connsiteX1" fmla="*/ 15021 w 12686"/>
                        <a:gd name="connsiteY1" fmla="*/ 0 h 12692"/>
                        <a:gd name="connsiteX2" fmla="*/ 15021 w 12686"/>
                        <a:gd name="connsiteY2" fmla="*/ 15002 h 12692"/>
                        <a:gd name="connsiteX3" fmla="*/ 0 w 12686"/>
                        <a:gd name="connsiteY3" fmla="*/ 15002 h 12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2686" h="12692">
                          <a:moveTo>
                            <a:pt x="0" y="0"/>
                          </a:moveTo>
                          <a:lnTo>
                            <a:pt x="15021" y="0"/>
                          </a:lnTo>
                          <a:lnTo>
                            <a:pt x="15021" y="15002"/>
                          </a:lnTo>
                          <a:lnTo>
                            <a:pt x="0" y="15002"/>
                          </a:lnTo>
                          <a:close/>
                        </a:path>
                      </a:pathLst>
                    </a:custGeom>
                    <a:solidFill>
                      <a:srgbClr val="8C866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61" name="자유형: 도형 1660">
                      <a:extLst>
                        <a:ext uri="{FF2B5EF4-FFF2-40B4-BE49-F238E27FC236}">
                          <a16:creationId xmlns:a16="http://schemas.microsoft.com/office/drawing/2014/main" id="{BAD6D950-023D-4309-A744-D7540CDCEDB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17190" y="4211158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9153 h 25385"/>
                        <a:gd name="connsiteX1" fmla="*/ 7117 w 0"/>
                        <a:gd name="connsiteY1" fmla="*/ 22058 h 25385"/>
                        <a:gd name="connsiteX2" fmla="*/ 7117 w 0"/>
                        <a:gd name="connsiteY2" fmla="*/ 6371 h 25385"/>
                        <a:gd name="connsiteX3" fmla="*/ 0 w 0"/>
                        <a:gd name="connsiteY3" fmla="*/ 0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9153"/>
                          </a:moveTo>
                          <a:lnTo>
                            <a:pt x="7117" y="22058"/>
                          </a:lnTo>
                          <a:lnTo>
                            <a:pt x="7117" y="637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8AF82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62" name="자유형: 도형 1661">
                      <a:extLst>
                        <a:ext uri="{FF2B5EF4-FFF2-40B4-BE49-F238E27FC236}">
                          <a16:creationId xmlns:a16="http://schemas.microsoft.com/office/drawing/2014/main" id="{67258C2E-59A7-4D08-BA14-78350E05A9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17190" y="4211158"/>
                      <a:ext cx="25373" cy="12693"/>
                    </a:xfrm>
                    <a:custGeom>
                      <a:avLst/>
                      <a:gdLst>
                        <a:gd name="connsiteX0" fmla="*/ 22112 w 25373"/>
                        <a:gd name="connsiteY0" fmla="*/ 7095 h 0"/>
                        <a:gd name="connsiteX1" fmla="*/ 7219 w 25373"/>
                        <a:gd name="connsiteY1" fmla="*/ 7095 h 0"/>
                        <a:gd name="connsiteX2" fmla="*/ 0 w 25373"/>
                        <a:gd name="connsiteY2" fmla="*/ 0 h 0"/>
                        <a:gd name="connsiteX3" fmla="*/ 29166 w 25373"/>
                        <a:gd name="connsiteY3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22112" y="7095"/>
                          </a:moveTo>
                          <a:lnTo>
                            <a:pt x="7219" y="7095"/>
                          </a:lnTo>
                          <a:lnTo>
                            <a:pt x="0" y="0"/>
                          </a:lnTo>
                          <a:lnTo>
                            <a:pt x="29166" y="0"/>
                          </a:lnTo>
                          <a:close/>
                        </a:path>
                      </a:pathLst>
                    </a:custGeom>
                    <a:solidFill>
                      <a:srgbClr val="80795B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63" name="자유형: 도형 1662">
                      <a:extLst>
                        <a:ext uri="{FF2B5EF4-FFF2-40B4-BE49-F238E27FC236}">
                          <a16:creationId xmlns:a16="http://schemas.microsoft.com/office/drawing/2014/main" id="{ECB9ADCA-75C5-4147-AB50-0FFA589D52D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39303" y="4211158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2058 h 25385"/>
                        <a:gd name="connsiteX1" fmla="*/ 0 w 0"/>
                        <a:gd name="connsiteY1" fmla="*/ 7095 h 25385"/>
                        <a:gd name="connsiteX2" fmla="*/ 7054 w 0"/>
                        <a:gd name="connsiteY2" fmla="*/ 0 h 25385"/>
                        <a:gd name="connsiteX3" fmla="*/ 7054 w 0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2058"/>
                          </a:moveTo>
                          <a:lnTo>
                            <a:pt x="0" y="7095"/>
                          </a:lnTo>
                          <a:lnTo>
                            <a:pt x="7054" y="0"/>
                          </a:lnTo>
                          <a:lnTo>
                            <a:pt x="7054" y="29153"/>
                          </a:lnTo>
                          <a:close/>
                        </a:path>
                      </a:pathLst>
                    </a:custGeom>
                    <a:solidFill>
                      <a:srgbClr val="5E5B4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64" name="자유형: 도형 1663">
                      <a:extLst>
                        <a:ext uri="{FF2B5EF4-FFF2-40B4-BE49-F238E27FC236}">
                          <a16:creationId xmlns:a16="http://schemas.microsoft.com/office/drawing/2014/main" id="{73A3A432-0897-4002-B325-590C46E70E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17190" y="4233216"/>
                      <a:ext cx="25373" cy="12693"/>
                    </a:xfrm>
                    <a:custGeom>
                      <a:avLst/>
                      <a:gdLst>
                        <a:gd name="connsiteX0" fmla="*/ 0 w 25373"/>
                        <a:gd name="connsiteY0" fmla="*/ 7095 h 0"/>
                        <a:gd name="connsiteX1" fmla="*/ 7193 w 25373"/>
                        <a:gd name="connsiteY1" fmla="*/ 0 h 0"/>
                        <a:gd name="connsiteX2" fmla="*/ 22112 w 25373"/>
                        <a:gd name="connsiteY2" fmla="*/ 0 h 0"/>
                        <a:gd name="connsiteX3" fmla="*/ 29166 w 25373"/>
                        <a:gd name="connsiteY3" fmla="*/ 7095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0" y="7095"/>
                          </a:moveTo>
                          <a:lnTo>
                            <a:pt x="7193" y="0"/>
                          </a:lnTo>
                          <a:lnTo>
                            <a:pt x="22112" y="0"/>
                          </a:lnTo>
                          <a:lnTo>
                            <a:pt x="29166" y="7095"/>
                          </a:lnTo>
                          <a:close/>
                        </a:path>
                      </a:pathLst>
                    </a:custGeom>
                    <a:solidFill>
                      <a:srgbClr val="9A916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</p:grpSp>
              <p:grpSp>
                <p:nvGrpSpPr>
                  <p:cNvPr id="1665" name="그래픽 629">
                    <a:extLst>
                      <a:ext uri="{FF2B5EF4-FFF2-40B4-BE49-F238E27FC236}">
                        <a16:creationId xmlns:a16="http://schemas.microsoft.com/office/drawing/2014/main" id="{A057F0D5-7676-438C-8587-7F86F4A2B054}"/>
                      </a:ext>
                    </a:extLst>
                  </p:cNvPr>
                  <p:cNvGrpSpPr/>
                  <p:nvPr/>
                </p:nvGrpSpPr>
                <p:grpSpPr>
                  <a:xfrm>
                    <a:off x="7308534" y="5216436"/>
                    <a:ext cx="25373" cy="25386"/>
                    <a:chOff x="7308534" y="5216436"/>
                    <a:chExt cx="25373" cy="25386"/>
                  </a:xfrm>
                  <a:solidFill>
                    <a:schemeClr val="accent1"/>
                  </a:solidFill>
                </p:grpSpPr>
                <p:sp>
                  <p:nvSpPr>
                    <p:cNvPr id="1666" name="자유형: 도형 1665">
                      <a:extLst>
                        <a:ext uri="{FF2B5EF4-FFF2-40B4-BE49-F238E27FC236}">
                          <a16:creationId xmlns:a16="http://schemas.microsoft.com/office/drawing/2014/main" id="{683F4967-3666-4D04-A853-69149757A60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08534" y="5216436"/>
                      <a:ext cx="25373" cy="25386"/>
                    </a:xfrm>
                    <a:custGeom>
                      <a:avLst/>
                      <a:gdLst>
                        <a:gd name="connsiteX0" fmla="*/ 0 w 25373"/>
                        <a:gd name="connsiteY0" fmla="*/ 0 h 25385"/>
                        <a:gd name="connsiteX1" fmla="*/ 29166 w 25373"/>
                        <a:gd name="connsiteY1" fmla="*/ 0 h 25385"/>
                        <a:gd name="connsiteX2" fmla="*/ 29166 w 25373"/>
                        <a:gd name="connsiteY2" fmla="*/ 29153 h 25385"/>
                        <a:gd name="connsiteX3" fmla="*/ 0 w 25373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 h="25385">
                          <a:moveTo>
                            <a:pt x="0" y="0"/>
                          </a:moveTo>
                          <a:lnTo>
                            <a:pt x="29166" y="0"/>
                          </a:lnTo>
                          <a:lnTo>
                            <a:pt x="29166" y="29153"/>
                          </a:lnTo>
                          <a:lnTo>
                            <a:pt x="0" y="29153"/>
                          </a:lnTo>
                          <a:close/>
                        </a:path>
                      </a:pathLst>
                    </a:custGeom>
                    <a:solidFill>
                      <a:srgbClr val="8D8C8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67" name="자유형: 도형 1666">
                      <a:extLst>
                        <a:ext uri="{FF2B5EF4-FFF2-40B4-BE49-F238E27FC236}">
                          <a16:creationId xmlns:a16="http://schemas.microsoft.com/office/drawing/2014/main" id="{205D0F2E-F81A-463A-8610-71A8CFD9CE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651" y="5223506"/>
                      <a:ext cx="12687" cy="12693"/>
                    </a:xfrm>
                    <a:custGeom>
                      <a:avLst/>
                      <a:gdLst>
                        <a:gd name="connsiteX0" fmla="*/ 0 w 12686"/>
                        <a:gd name="connsiteY0" fmla="*/ 0 h 12692"/>
                        <a:gd name="connsiteX1" fmla="*/ 15021 w 12686"/>
                        <a:gd name="connsiteY1" fmla="*/ 0 h 12692"/>
                        <a:gd name="connsiteX2" fmla="*/ 15021 w 12686"/>
                        <a:gd name="connsiteY2" fmla="*/ 15002 h 12692"/>
                        <a:gd name="connsiteX3" fmla="*/ 0 w 12686"/>
                        <a:gd name="connsiteY3" fmla="*/ 15002 h 12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2686" h="12692">
                          <a:moveTo>
                            <a:pt x="0" y="0"/>
                          </a:moveTo>
                          <a:lnTo>
                            <a:pt x="15021" y="0"/>
                          </a:lnTo>
                          <a:lnTo>
                            <a:pt x="15021" y="15002"/>
                          </a:lnTo>
                          <a:lnTo>
                            <a:pt x="0" y="15002"/>
                          </a:lnTo>
                          <a:close/>
                        </a:path>
                      </a:pathLst>
                    </a:custGeom>
                    <a:solidFill>
                      <a:srgbClr val="8C866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68" name="자유형: 도형 1667">
                      <a:extLst>
                        <a:ext uri="{FF2B5EF4-FFF2-40B4-BE49-F238E27FC236}">
                          <a16:creationId xmlns:a16="http://schemas.microsoft.com/office/drawing/2014/main" id="{D9DBC0C7-95D7-4953-9121-163542F8924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08534" y="5216436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9153 h 25385"/>
                        <a:gd name="connsiteX1" fmla="*/ 7117 w 0"/>
                        <a:gd name="connsiteY1" fmla="*/ 22058 h 25385"/>
                        <a:gd name="connsiteX2" fmla="*/ 7117 w 0"/>
                        <a:gd name="connsiteY2" fmla="*/ 6371 h 25385"/>
                        <a:gd name="connsiteX3" fmla="*/ 0 w 0"/>
                        <a:gd name="connsiteY3" fmla="*/ 0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9153"/>
                          </a:moveTo>
                          <a:lnTo>
                            <a:pt x="7117" y="22058"/>
                          </a:lnTo>
                          <a:lnTo>
                            <a:pt x="7117" y="637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8AF82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69" name="자유형: 도형 1668">
                      <a:extLst>
                        <a:ext uri="{FF2B5EF4-FFF2-40B4-BE49-F238E27FC236}">
                          <a16:creationId xmlns:a16="http://schemas.microsoft.com/office/drawing/2014/main" id="{0C378C38-7E37-48AF-BBB2-1A3C30202A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08534" y="5216436"/>
                      <a:ext cx="25373" cy="12693"/>
                    </a:xfrm>
                    <a:custGeom>
                      <a:avLst/>
                      <a:gdLst>
                        <a:gd name="connsiteX0" fmla="*/ 22112 w 25373"/>
                        <a:gd name="connsiteY0" fmla="*/ 7095 h 0"/>
                        <a:gd name="connsiteX1" fmla="*/ 7219 w 25373"/>
                        <a:gd name="connsiteY1" fmla="*/ 7095 h 0"/>
                        <a:gd name="connsiteX2" fmla="*/ 0 w 25373"/>
                        <a:gd name="connsiteY2" fmla="*/ 0 h 0"/>
                        <a:gd name="connsiteX3" fmla="*/ 29166 w 25373"/>
                        <a:gd name="connsiteY3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22112" y="7095"/>
                          </a:moveTo>
                          <a:lnTo>
                            <a:pt x="7219" y="7095"/>
                          </a:lnTo>
                          <a:lnTo>
                            <a:pt x="0" y="0"/>
                          </a:lnTo>
                          <a:lnTo>
                            <a:pt x="29166" y="0"/>
                          </a:lnTo>
                          <a:close/>
                        </a:path>
                      </a:pathLst>
                    </a:custGeom>
                    <a:solidFill>
                      <a:srgbClr val="80795B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70" name="자유형: 도형 1669">
                      <a:extLst>
                        <a:ext uri="{FF2B5EF4-FFF2-40B4-BE49-F238E27FC236}">
                          <a16:creationId xmlns:a16="http://schemas.microsoft.com/office/drawing/2014/main" id="{5B0B0D9B-37A3-4C4B-A148-8FC31B339A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30646" y="5216436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2058 h 25385"/>
                        <a:gd name="connsiteX1" fmla="*/ 0 w 0"/>
                        <a:gd name="connsiteY1" fmla="*/ 7095 h 25385"/>
                        <a:gd name="connsiteX2" fmla="*/ 7054 w 0"/>
                        <a:gd name="connsiteY2" fmla="*/ 0 h 25385"/>
                        <a:gd name="connsiteX3" fmla="*/ 7054 w 0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2058"/>
                          </a:moveTo>
                          <a:lnTo>
                            <a:pt x="0" y="7095"/>
                          </a:lnTo>
                          <a:lnTo>
                            <a:pt x="7054" y="0"/>
                          </a:lnTo>
                          <a:lnTo>
                            <a:pt x="7054" y="29153"/>
                          </a:lnTo>
                          <a:close/>
                        </a:path>
                      </a:pathLst>
                    </a:custGeom>
                    <a:solidFill>
                      <a:srgbClr val="5E5B4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71" name="자유형: 도형 1670">
                      <a:extLst>
                        <a:ext uri="{FF2B5EF4-FFF2-40B4-BE49-F238E27FC236}">
                          <a16:creationId xmlns:a16="http://schemas.microsoft.com/office/drawing/2014/main" id="{689CB83E-B5A0-45C9-BFD4-D8795E11E2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08534" y="5238495"/>
                      <a:ext cx="25373" cy="12693"/>
                    </a:xfrm>
                    <a:custGeom>
                      <a:avLst/>
                      <a:gdLst>
                        <a:gd name="connsiteX0" fmla="*/ 0 w 25373"/>
                        <a:gd name="connsiteY0" fmla="*/ 7095 h 0"/>
                        <a:gd name="connsiteX1" fmla="*/ 7193 w 25373"/>
                        <a:gd name="connsiteY1" fmla="*/ 0 h 0"/>
                        <a:gd name="connsiteX2" fmla="*/ 22112 w 25373"/>
                        <a:gd name="connsiteY2" fmla="*/ 0 h 0"/>
                        <a:gd name="connsiteX3" fmla="*/ 29166 w 25373"/>
                        <a:gd name="connsiteY3" fmla="*/ 7095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0" y="7095"/>
                          </a:moveTo>
                          <a:lnTo>
                            <a:pt x="7193" y="0"/>
                          </a:lnTo>
                          <a:lnTo>
                            <a:pt x="22112" y="0"/>
                          </a:lnTo>
                          <a:lnTo>
                            <a:pt x="29166" y="7095"/>
                          </a:lnTo>
                          <a:close/>
                        </a:path>
                      </a:pathLst>
                    </a:custGeom>
                    <a:solidFill>
                      <a:srgbClr val="9A916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</p:grpSp>
              <p:grpSp>
                <p:nvGrpSpPr>
                  <p:cNvPr id="1672" name="그래픽 629">
                    <a:extLst>
                      <a:ext uri="{FF2B5EF4-FFF2-40B4-BE49-F238E27FC236}">
                        <a16:creationId xmlns:a16="http://schemas.microsoft.com/office/drawing/2014/main" id="{A057F0D5-7676-438C-8587-7F86F4A2B054}"/>
                      </a:ext>
                    </a:extLst>
                  </p:cNvPr>
                  <p:cNvGrpSpPr/>
                  <p:nvPr/>
                </p:nvGrpSpPr>
                <p:grpSpPr>
                  <a:xfrm>
                    <a:off x="7308534" y="4211158"/>
                    <a:ext cx="25373" cy="25386"/>
                    <a:chOff x="7308534" y="4211158"/>
                    <a:chExt cx="25373" cy="25386"/>
                  </a:xfrm>
                  <a:solidFill>
                    <a:schemeClr val="accent1"/>
                  </a:solidFill>
                </p:grpSpPr>
                <p:sp>
                  <p:nvSpPr>
                    <p:cNvPr id="1673" name="자유형: 도형 1672">
                      <a:extLst>
                        <a:ext uri="{FF2B5EF4-FFF2-40B4-BE49-F238E27FC236}">
                          <a16:creationId xmlns:a16="http://schemas.microsoft.com/office/drawing/2014/main" id="{D1016911-C35B-443C-B6C8-F61A186A1D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08534" y="4211158"/>
                      <a:ext cx="25373" cy="25386"/>
                    </a:xfrm>
                    <a:custGeom>
                      <a:avLst/>
                      <a:gdLst>
                        <a:gd name="connsiteX0" fmla="*/ 0 w 25373"/>
                        <a:gd name="connsiteY0" fmla="*/ 0 h 25385"/>
                        <a:gd name="connsiteX1" fmla="*/ 29166 w 25373"/>
                        <a:gd name="connsiteY1" fmla="*/ 0 h 25385"/>
                        <a:gd name="connsiteX2" fmla="*/ 29166 w 25373"/>
                        <a:gd name="connsiteY2" fmla="*/ 29153 h 25385"/>
                        <a:gd name="connsiteX3" fmla="*/ 0 w 25373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 h="25385">
                          <a:moveTo>
                            <a:pt x="0" y="0"/>
                          </a:moveTo>
                          <a:lnTo>
                            <a:pt x="29166" y="0"/>
                          </a:lnTo>
                          <a:lnTo>
                            <a:pt x="29166" y="29153"/>
                          </a:lnTo>
                          <a:lnTo>
                            <a:pt x="0" y="29153"/>
                          </a:lnTo>
                          <a:close/>
                        </a:path>
                      </a:pathLst>
                    </a:custGeom>
                    <a:solidFill>
                      <a:srgbClr val="8D8C8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74" name="자유형: 도형 1673">
                      <a:extLst>
                        <a:ext uri="{FF2B5EF4-FFF2-40B4-BE49-F238E27FC236}">
                          <a16:creationId xmlns:a16="http://schemas.microsoft.com/office/drawing/2014/main" id="{58BAD250-C89C-4F57-9EBA-B7A34748FA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651" y="4218227"/>
                      <a:ext cx="12687" cy="12693"/>
                    </a:xfrm>
                    <a:custGeom>
                      <a:avLst/>
                      <a:gdLst>
                        <a:gd name="connsiteX0" fmla="*/ 0 w 12686"/>
                        <a:gd name="connsiteY0" fmla="*/ 0 h 12692"/>
                        <a:gd name="connsiteX1" fmla="*/ 15021 w 12686"/>
                        <a:gd name="connsiteY1" fmla="*/ 0 h 12692"/>
                        <a:gd name="connsiteX2" fmla="*/ 15021 w 12686"/>
                        <a:gd name="connsiteY2" fmla="*/ 15002 h 12692"/>
                        <a:gd name="connsiteX3" fmla="*/ 0 w 12686"/>
                        <a:gd name="connsiteY3" fmla="*/ 15002 h 12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2686" h="12692">
                          <a:moveTo>
                            <a:pt x="0" y="0"/>
                          </a:moveTo>
                          <a:lnTo>
                            <a:pt x="15021" y="0"/>
                          </a:lnTo>
                          <a:lnTo>
                            <a:pt x="15021" y="15002"/>
                          </a:lnTo>
                          <a:lnTo>
                            <a:pt x="0" y="15002"/>
                          </a:lnTo>
                          <a:close/>
                        </a:path>
                      </a:pathLst>
                    </a:custGeom>
                    <a:solidFill>
                      <a:srgbClr val="8C866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75" name="자유형: 도형 1674">
                      <a:extLst>
                        <a:ext uri="{FF2B5EF4-FFF2-40B4-BE49-F238E27FC236}">
                          <a16:creationId xmlns:a16="http://schemas.microsoft.com/office/drawing/2014/main" id="{9B39E512-25DB-4D3B-B6FB-C450CC508B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08534" y="4211158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9153 h 25385"/>
                        <a:gd name="connsiteX1" fmla="*/ 7117 w 0"/>
                        <a:gd name="connsiteY1" fmla="*/ 22058 h 25385"/>
                        <a:gd name="connsiteX2" fmla="*/ 7117 w 0"/>
                        <a:gd name="connsiteY2" fmla="*/ 6371 h 25385"/>
                        <a:gd name="connsiteX3" fmla="*/ 0 w 0"/>
                        <a:gd name="connsiteY3" fmla="*/ 0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9153"/>
                          </a:moveTo>
                          <a:lnTo>
                            <a:pt x="7117" y="22058"/>
                          </a:lnTo>
                          <a:lnTo>
                            <a:pt x="7117" y="637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8AF82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76" name="자유형: 도형 1675">
                      <a:extLst>
                        <a:ext uri="{FF2B5EF4-FFF2-40B4-BE49-F238E27FC236}">
                          <a16:creationId xmlns:a16="http://schemas.microsoft.com/office/drawing/2014/main" id="{5A0FF94A-7D5F-4D05-ABEC-85528A73433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08534" y="4211158"/>
                      <a:ext cx="25373" cy="12693"/>
                    </a:xfrm>
                    <a:custGeom>
                      <a:avLst/>
                      <a:gdLst>
                        <a:gd name="connsiteX0" fmla="*/ 22112 w 25373"/>
                        <a:gd name="connsiteY0" fmla="*/ 7095 h 0"/>
                        <a:gd name="connsiteX1" fmla="*/ 7219 w 25373"/>
                        <a:gd name="connsiteY1" fmla="*/ 7095 h 0"/>
                        <a:gd name="connsiteX2" fmla="*/ 0 w 25373"/>
                        <a:gd name="connsiteY2" fmla="*/ 0 h 0"/>
                        <a:gd name="connsiteX3" fmla="*/ 29166 w 25373"/>
                        <a:gd name="connsiteY3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22112" y="7095"/>
                          </a:moveTo>
                          <a:lnTo>
                            <a:pt x="7219" y="7095"/>
                          </a:lnTo>
                          <a:lnTo>
                            <a:pt x="0" y="0"/>
                          </a:lnTo>
                          <a:lnTo>
                            <a:pt x="29166" y="0"/>
                          </a:lnTo>
                          <a:close/>
                        </a:path>
                      </a:pathLst>
                    </a:custGeom>
                    <a:solidFill>
                      <a:srgbClr val="80795B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77" name="자유형: 도형 1676">
                      <a:extLst>
                        <a:ext uri="{FF2B5EF4-FFF2-40B4-BE49-F238E27FC236}">
                          <a16:creationId xmlns:a16="http://schemas.microsoft.com/office/drawing/2014/main" id="{1BCC4869-0185-4AA0-8262-E35FDCD271B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30646" y="4211158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2058 h 25385"/>
                        <a:gd name="connsiteX1" fmla="*/ 0 w 0"/>
                        <a:gd name="connsiteY1" fmla="*/ 7095 h 25385"/>
                        <a:gd name="connsiteX2" fmla="*/ 7054 w 0"/>
                        <a:gd name="connsiteY2" fmla="*/ 0 h 25385"/>
                        <a:gd name="connsiteX3" fmla="*/ 7054 w 0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2058"/>
                          </a:moveTo>
                          <a:lnTo>
                            <a:pt x="0" y="7095"/>
                          </a:lnTo>
                          <a:lnTo>
                            <a:pt x="7054" y="0"/>
                          </a:lnTo>
                          <a:lnTo>
                            <a:pt x="7054" y="29153"/>
                          </a:lnTo>
                          <a:close/>
                        </a:path>
                      </a:pathLst>
                    </a:custGeom>
                    <a:solidFill>
                      <a:srgbClr val="5E5B4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78" name="자유형: 도형 1677">
                      <a:extLst>
                        <a:ext uri="{FF2B5EF4-FFF2-40B4-BE49-F238E27FC236}">
                          <a16:creationId xmlns:a16="http://schemas.microsoft.com/office/drawing/2014/main" id="{70CBFD7E-8149-4505-8536-B4284008B5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08534" y="4233216"/>
                      <a:ext cx="25373" cy="12693"/>
                    </a:xfrm>
                    <a:custGeom>
                      <a:avLst/>
                      <a:gdLst>
                        <a:gd name="connsiteX0" fmla="*/ 0 w 25373"/>
                        <a:gd name="connsiteY0" fmla="*/ 7095 h 0"/>
                        <a:gd name="connsiteX1" fmla="*/ 7193 w 25373"/>
                        <a:gd name="connsiteY1" fmla="*/ 0 h 0"/>
                        <a:gd name="connsiteX2" fmla="*/ 22112 w 25373"/>
                        <a:gd name="connsiteY2" fmla="*/ 0 h 0"/>
                        <a:gd name="connsiteX3" fmla="*/ 29166 w 25373"/>
                        <a:gd name="connsiteY3" fmla="*/ 7095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0" y="7095"/>
                          </a:moveTo>
                          <a:lnTo>
                            <a:pt x="7193" y="0"/>
                          </a:lnTo>
                          <a:lnTo>
                            <a:pt x="22112" y="0"/>
                          </a:lnTo>
                          <a:lnTo>
                            <a:pt x="29166" y="7095"/>
                          </a:lnTo>
                          <a:close/>
                        </a:path>
                      </a:pathLst>
                    </a:custGeom>
                    <a:solidFill>
                      <a:srgbClr val="9A916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</p:grpSp>
              <p:grpSp>
                <p:nvGrpSpPr>
                  <p:cNvPr id="1679" name="그래픽 629">
                    <a:extLst>
                      <a:ext uri="{FF2B5EF4-FFF2-40B4-BE49-F238E27FC236}">
                        <a16:creationId xmlns:a16="http://schemas.microsoft.com/office/drawing/2014/main" id="{A057F0D5-7676-438C-8587-7F86F4A2B054}"/>
                      </a:ext>
                    </a:extLst>
                  </p:cNvPr>
                  <p:cNvGrpSpPr/>
                  <p:nvPr/>
                </p:nvGrpSpPr>
                <p:grpSpPr>
                  <a:xfrm>
                    <a:off x="7399877" y="5216436"/>
                    <a:ext cx="25373" cy="25386"/>
                    <a:chOff x="7399877" y="5216436"/>
                    <a:chExt cx="25373" cy="25386"/>
                  </a:xfrm>
                  <a:solidFill>
                    <a:schemeClr val="accent1"/>
                  </a:solidFill>
                </p:grpSpPr>
                <p:sp>
                  <p:nvSpPr>
                    <p:cNvPr id="1680" name="자유형: 도형 1679">
                      <a:extLst>
                        <a:ext uri="{FF2B5EF4-FFF2-40B4-BE49-F238E27FC236}">
                          <a16:creationId xmlns:a16="http://schemas.microsoft.com/office/drawing/2014/main" id="{5949AE27-926C-424B-B763-689EED4D847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99877" y="5216436"/>
                      <a:ext cx="25373" cy="25386"/>
                    </a:xfrm>
                    <a:custGeom>
                      <a:avLst/>
                      <a:gdLst>
                        <a:gd name="connsiteX0" fmla="*/ 0 w 25373"/>
                        <a:gd name="connsiteY0" fmla="*/ 0 h 25385"/>
                        <a:gd name="connsiteX1" fmla="*/ 29166 w 25373"/>
                        <a:gd name="connsiteY1" fmla="*/ 0 h 25385"/>
                        <a:gd name="connsiteX2" fmla="*/ 29166 w 25373"/>
                        <a:gd name="connsiteY2" fmla="*/ 29153 h 25385"/>
                        <a:gd name="connsiteX3" fmla="*/ 0 w 25373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 h="25385">
                          <a:moveTo>
                            <a:pt x="0" y="0"/>
                          </a:moveTo>
                          <a:lnTo>
                            <a:pt x="29166" y="0"/>
                          </a:lnTo>
                          <a:lnTo>
                            <a:pt x="29166" y="29153"/>
                          </a:lnTo>
                          <a:lnTo>
                            <a:pt x="0" y="29153"/>
                          </a:lnTo>
                          <a:close/>
                        </a:path>
                      </a:pathLst>
                    </a:custGeom>
                    <a:solidFill>
                      <a:srgbClr val="8D8C8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81" name="자유형: 도형 1680">
                      <a:extLst>
                        <a:ext uri="{FF2B5EF4-FFF2-40B4-BE49-F238E27FC236}">
                          <a16:creationId xmlns:a16="http://schemas.microsoft.com/office/drawing/2014/main" id="{3203C523-F8D7-4A72-A871-3C3293E1994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06994" y="5223506"/>
                      <a:ext cx="12687" cy="12693"/>
                    </a:xfrm>
                    <a:custGeom>
                      <a:avLst/>
                      <a:gdLst>
                        <a:gd name="connsiteX0" fmla="*/ 0 w 12686"/>
                        <a:gd name="connsiteY0" fmla="*/ 0 h 12692"/>
                        <a:gd name="connsiteX1" fmla="*/ 15021 w 12686"/>
                        <a:gd name="connsiteY1" fmla="*/ 0 h 12692"/>
                        <a:gd name="connsiteX2" fmla="*/ 15021 w 12686"/>
                        <a:gd name="connsiteY2" fmla="*/ 15002 h 12692"/>
                        <a:gd name="connsiteX3" fmla="*/ 0 w 12686"/>
                        <a:gd name="connsiteY3" fmla="*/ 15002 h 12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2686" h="12692">
                          <a:moveTo>
                            <a:pt x="0" y="0"/>
                          </a:moveTo>
                          <a:lnTo>
                            <a:pt x="15021" y="0"/>
                          </a:lnTo>
                          <a:lnTo>
                            <a:pt x="15021" y="15002"/>
                          </a:lnTo>
                          <a:lnTo>
                            <a:pt x="0" y="15002"/>
                          </a:lnTo>
                          <a:close/>
                        </a:path>
                      </a:pathLst>
                    </a:custGeom>
                    <a:solidFill>
                      <a:srgbClr val="8C866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82" name="자유형: 도형 1681">
                      <a:extLst>
                        <a:ext uri="{FF2B5EF4-FFF2-40B4-BE49-F238E27FC236}">
                          <a16:creationId xmlns:a16="http://schemas.microsoft.com/office/drawing/2014/main" id="{B6929A93-5097-4BC4-A752-5CF3354F2F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99877" y="5216436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9153 h 25385"/>
                        <a:gd name="connsiteX1" fmla="*/ 7117 w 0"/>
                        <a:gd name="connsiteY1" fmla="*/ 22058 h 25385"/>
                        <a:gd name="connsiteX2" fmla="*/ 7117 w 0"/>
                        <a:gd name="connsiteY2" fmla="*/ 6371 h 25385"/>
                        <a:gd name="connsiteX3" fmla="*/ 0 w 0"/>
                        <a:gd name="connsiteY3" fmla="*/ 0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9153"/>
                          </a:moveTo>
                          <a:lnTo>
                            <a:pt x="7117" y="22058"/>
                          </a:lnTo>
                          <a:lnTo>
                            <a:pt x="7117" y="637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8AF82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83" name="자유형: 도형 1682">
                      <a:extLst>
                        <a:ext uri="{FF2B5EF4-FFF2-40B4-BE49-F238E27FC236}">
                          <a16:creationId xmlns:a16="http://schemas.microsoft.com/office/drawing/2014/main" id="{DA9A24A6-0C9B-4B1D-82A3-28C461CD94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99877" y="5216436"/>
                      <a:ext cx="25373" cy="12693"/>
                    </a:xfrm>
                    <a:custGeom>
                      <a:avLst/>
                      <a:gdLst>
                        <a:gd name="connsiteX0" fmla="*/ 22112 w 25373"/>
                        <a:gd name="connsiteY0" fmla="*/ 7095 h 0"/>
                        <a:gd name="connsiteX1" fmla="*/ 7219 w 25373"/>
                        <a:gd name="connsiteY1" fmla="*/ 7095 h 0"/>
                        <a:gd name="connsiteX2" fmla="*/ 0 w 25373"/>
                        <a:gd name="connsiteY2" fmla="*/ 0 h 0"/>
                        <a:gd name="connsiteX3" fmla="*/ 29166 w 25373"/>
                        <a:gd name="connsiteY3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22112" y="7095"/>
                          </a:moveTo>
                          <a:lnTo>
                            <a:pt x="7219" y="7095"/>
                          </a:lnTo>
                          <a:lnTo>
                            <a:pt x="0" y="0"/>
                          </a:lnTo>
                          <a:lnTo>
                            <a:pt x="29166" y="0"/>
                          </a:lnTo>
                          <a:close/>
                        </a:path>
                      </a:pathLst>
                    </a:custGeom>
                    <a:solidFill>
                      <a:srgbClr val="80795B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84" name="자유형: 도형 1683">
                      <a:extLst>
                        <a:ext uri="{FF2B5EF4-FFF2-40B4-BE49-F238E27FC236}">
                          <a16:creationId xmlns:a16="http://schemas.microsoft.com/office/drawing/2014/main" id="{B59B7406-0BC1-4779-909E-06D493BF17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21989" y="5216436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2058 h 25385"/>
                        <a:gd name="connsiteX1" fmla="*/ 0 w 0"/>
                        <a:gd name="connsiteY1" fmla="*/ 7095 h 25385"/>
                        <a:gd name="connsiteX2" fmla="*/ 7054 w 0"/>
                        <a:gd name="connsiteY2" fmla="*/ 0 h 25385"/>
                        <a:gd name="connsiteX3" fmla="*/ 7054 w 0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2058"/>
                          </a:moveTo>
                          <a:lnTo>
                            <a:pt x="0" y="7095"/>
                          </a:lnTo>
                          <a:lnTo>
                            <a:pt x="7054" y="0"/>
                          </a:lnTo>
                          <a:lnTo>
                            <a:pt x="7054" y="29153"/>
                          </a:lnTo>
                          <a:close/>
                        </a:path>
                      </a:pathLst>
                    </a:custGeom>
                    <a:solidFill>
                      <a:srgbClr val="5E5B4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85" name="자유형: 도형 1684">
                      <a:extLst>
                        <a:ext uri="{FF2B5EF4-FFF2-40B4-BE49-F238E27FC236}">
                          <a16:creationId xmlns:a16="http://schemas.microsoft.com/office/drawing/2014/main" id="{DCD88145-6C3C-46C4-BC3E-9E7CAC33004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99877" y="5238495"/>
                      <a:ext cx="25373" cy="12693"/>
                    </a:xfrm>
                    <a:custGeom>
                      <a:avLst/>
                      <a:gdLst>
                        <a:gd name="connsiteX0" fmla="*/ 0 w 25373"/>
                        <a:gd name="connsiteY0" fmla="*/ 7095 h 0"/>
                        <a:gd name="connsiteX1" fmla="*/ 7193 w 25373"/>
                        <a:gd name="connsiteY1" fmla="*/ 0 h 0"/>
                        <a:gd name="connsiteX2" fmla="*/ 22112 w 25373"/>
                        <a:gd name="connsiteY2" fmla="*/ 0 h 0"/>
                        <a:gd name="connsiteX3" fmla="*/ 29166 w 25373"/>
                        <a:gd name="connsiteY3" fmla="*/ 7095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0" y="7095"/>
                          </a:moveTo>
                          <a:lnTo>
                            <a:pt x="7193" y="0"/>
                          </a:lnTo>
                          <a:lnTo>
                            <a:pt x="22112" y="0"/>
                          </a:lnTo>
                          <a:lnTo>
                            <a:pt x="29166" y="7095"/>
                          </a:lnTo>
                          <a:close/>
                        </a:path>
                      </a:pathLst>
                    </a:custGeom>
                    <a:solidFill>
                      <a:srgbClr val="9A916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</p:grpSp>
              <p:grpSp>
                <p:nvGrpSpPr>
                  <p:cNvPr id="1686" name="그래픽 629">
                    <a:extLst>
                      <a:ext uri="{FF2B5EF4-FFF2-40B4-BE49-F238E27FC236}">
                        <a16:creationId xmlns:a16="http://schemas.microsoft.com/office/drawing/2014/main" id="{A057F0D5-7676-438C-8587-7F86F4A2B054}"/>
                      </a:ext>
                    </a:extLst>
                  </p:cNvPr>
                  <p:cNvGrpSpPr/>
                  <p:nvPr/>
                </p:nvGrpSpPr>
                <p:grpSpPr>
                  <a:xfrm>
                    <a:off x="7399877" y="4211158"/>
                    <a:ext cx="25373" cy="25386"/>
                    <a:chOff x="7399877" y="4211158"/>
                    <a:chExt cx="25373" cy="25386"/>
                  </a:xfrm>
                  <a:solidFill>
                    <a:schemeClr val="accent1"/>
                  </a:solidFill>
                </p:grpSpPr>
                <p:sp>
                  <p:nvSpPr>
                    <p:cNvPr id="1687" name="자유형: 도형 1686">
                      <a:extLst>
                        <a:ext uri="{FF2B5EF4-FFF2-40B4-BE49-F238E27FC236}">
                          <a16:creationId xmlns:a16="http://schemas.microsoft.com/office/drawing/2014/main" id="{777FA01B-C98A-47C1-BB87-8E1F9BA3F0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99877" y="4211158"/>
                      <a:ext cx="25373" cy="25386"/>
                    </a:xfrm>
                    <a:custGeom>
                      <a:avLst/>
                      <a:gdLst>
                        <a:gd name="connsiteX0" fmla="*/ 0 w 25373"/>
                        <a:gd name="connsiteY0" fmla="*/ 0 h 25385"/>
                        <a:gd name="connsiteX1" fmla="*/ 29166 w 25373"/>
                        <a:gd name="connsiteY1" fmla="*/ 0 h 25385"/>
                        <a:gd name="connsiteX2" fmla="*/ 29166 w 25373"/>
                        <a:gd name="connsiteY2" fmla="*/ 29153 h 25385"/>
                        <a:gd name="connsiteX3" fmla="*/ 0 w 25373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 h="25385">
                          <a:moveTo>
                            <a:pt x="0" y="0"/>
                          </a:moveTo>
                          <a:lnTo>
                            <a:pt x="29166" y="0"/>
                          </a:lnTo>
                          <a:lnTo>
                            <a:pt x="29166" y="29153"/>
                          </a:lnTo>
                          <a:lnTo>
                            <a:pt x="0" y="29153"/>
                          </a:lnTo>
                          <a:close/>
                        </a:path>
                      </a:pathLst>
                    </a:custGeom>
                    <a:solidFill>
                      <a:srgbClr val="8D8C8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88" name="자유형: 도형 1687">
                      <a:extLst>
                        <a:ext uri="{FF2B5EF4-FFF2-40B4-BE49-F238E27FC236}">
                          <a16:creationId xmlns:a16="http://schemas.microsoft.com/office/drawing/2014/main" id="{0D5B3C90-6A10-4DFB-8989-9AEC051572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06994" y="4218227"/>
                      <a:ext cx="12687" cy="12693"/>
                    </a:xfrm>
                    <a:custGeom>
                      <a:avLst/>
                      <a:gdLst>
                        <a:gd name="connsiteX0" fmla="*/ 0 w 12686"/>
                        <a:gd name="connsiteY0" fmla="*/ 0 h 12692"/>
                        <a:gd name="connsiteX1" fmla="*/ 15021 w 12686"/>
                        <a:gd name="connsiteY1" fmla="*/ 0 h 12692"/>
                        <a:gd name="connsiteX2" fmla="*/ 15021 w 12686"/>
                        <a:gd name="connsiteY2" fmla="*/ 15002 h 12692"/>
                        <a:gd name="connsiteX3" fmla="*/ 0 w 12686"/>
                        <a:gd name="connsiteY3" fmla="*/ 15002 h 12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2686" h="12692">
                          <a:moveTo>
                            <a:pt x="0" y="0"/>
                          </a:moveTo>
                          <a:lnTo>
                            <a:pt x="15021" y="0"/>
                          </a:lnTo>
                          <a:lnTo>
                            <a:pt x="15021" y="15002"/>
                          </a:lnTo>
                          <a:lnTo>
                            <a:pt x="0" y="15002"/>
                          </a:lnTo>
                          <a:close/>
                        </a:path>
                      </a:pathLst>
                    </a:custGeom>
                    <a:solidFill>
                      <a:srgbClr val="8C866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89" name="자유형: 도형 1688">
                      <a:extLst>
                        <a:ext uri="{FF2B5EF4-FFF2-40B4-BE49-F238E27FC236}">
                          <a16:creationId xmlns:a16="http://schemas.microsoft.com/office/drawing/2014/main" id="{80E70E02-5820-4ED7-B6E3-8716536A92D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99877" y="4211158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9153 h 25385"/>
                        <a:gd name="connsiteX1" fmla="*/ 7117 w 0"/>
                        <a:gd name="connsiteY1" fmla="*/ 22058 h 25385"/>
                        <a:gd name="connsiteX2" fmla="*/ 7117 w 0"/>
                        <a:gd name="connsiteY2" fmla="*/ 6371 h 25385"/>
                        <a:gd name="connsiteX3" fmla="*/ 0 w 0"/>
                        <a:gd name="connsiteY3" fmla="*/ 0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9153"/>
                          </a:moveTo>
                          <a:lnTo>
                            <a:pt x="7117" y="22058"/>
                          </a:lnTo>
                          <a:lnTo>
                            <a:pt x="7117" y="637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8AF82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90" name="자유형: 도형 1689">
                      <a:extLst>
                        <a:ext uri="{FF2B5EF4-FFF2-40B4-BE49-F238E27FC236}">
                          <a16:creationId xmlns:a16="http://schemas.microsoft.com/office/drawing/2014/main" id="{1880D096-1092-418E-B942-6EAC442CC7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99877" y="4211158"/>
                      <a:ext cx="25373" cy="12693"/>
                    </a:xfrm>
                    <a:custGeom>
                      <a:avLst/>
                      <a:gdLst>
                        <a:gd name="connsiteX0" fmla="*/ 22112 w 25373"/>
                        <a:gd name="connsiteY0" fmla="*/ 7095 h 0"/>
                        <a:gd name="connsiteX1" fmla="*/ 7219 w 25373"/>
                        <a:gd name="connsiteY1" fmla="*/ 7095 h 0"/>
                        <a:gd name="connsiteX2" fmla="*/ 0 w 25373"/>
                        <a:gd name="connsiteY2" fmla="*/ 0 h 0"/>
                        <a:gd name="connsiteX3" fmla="*/ 29166 w 25373"/>
                        <a:gd name="connsiteY3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22112" y="7095"/>
                          </a:moveTo>
                          <a:lnTo>
                            <a:pt x="7219" y="7095"/>
                          </a:lnTo>
                          <a:lnTo>
                            <a:pt x="0" y="0"/>
                          </a:lnTo>
                          <a:lnTo>
                            <a:pt x="29166" y="0"/>
                          </a:lnTo>
                          <a:close/>
                        </a:path>
                      </a:pathLst>
                    </a:custGeom>
                    <a:solidFill>
                      <a:srgbClr val="80795B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91" name="자유형: 도형 1690">
                      <a:extLst>
                        <a:ext uri="{FF2B5EF4-FFF2-40B4-BE49-F238E27FC236}">
                          <a16:creationId xmlns:a16="http://schemas.microsoft.com/office/drawing/2014/main" id="{AC2F6111-916F-4485-8501-B24E1CF61C4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21989" y="4211158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2058 h 25385"/>
                        <a:gd name="connsiteX1" fmla="*/ 0 w 0"/>
                        <a:gd name="connsiteY1" fmla="*/ 7095 h 25385"/>
                        <a:gd name="connsiteX2" fmla="*/ 7054 w 0"/>
                        <a:gd name="connsiteY2" fmla="*/ 0 h 25385"/>
                        <a:gd name="connsiteX3" fmla="*/ 7054 w 0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2058"/>
                          </a:moveTo>
                          <a:lnTo>
                            <a:pt x="0" y="7095"/>
                          </a:lnTo>
                          <a:lnTo>
                            <a:pt x="7054" y="0"/>
                          </a:lnTo>
                          <a:lnTo>
                            <a:pt x="7054" y="29153"/>
                          </a:lnTo>
                          <a:close/>
                        </a:path>
                      </a:pathLst>
                    </a:custGeom>
                    <a:solidFill>
                      <a:srgbClr val="5E5B4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92" name="자유형: 도형 1691">
                      <a:extLst>
                        <a:ext uri="{FF2B5EF4-FFF2-40B4-BE49-F238E27FC236}">
                          <a16:creationId xmlns:a16="http://schemas.microsoft.com/office/drawing/2014/main" id="{B660D7EA-CE25-4B94-9061-858E31EA24A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99877" y="4233216"/>
                      <a:ext cx="25373" cy="12693"/>
                    </a:xfrm>
                    <a:custGeom>
                      <a:avLst/>
                      <a:gdLst>
                        <a:gd name="connsiteX0" fmla="*/ 0 w 25373"/>
                        <a:gd name="connsiteY0" fmla="*/ 7095 h 0"/>
                        <a:gd name="connsiteX1" fmla="*/ 7193 w 25373"/>
                        <a:gd name="connsiteY1" fmla="*/ 0 h 0"/>
                        <a:gd name="connsiteX2" fmla="*/ 22112 w 25373"/>
                        <a:gd name="connsiteY2" fmla="*/ 0 h 0"/>
                        <a:gd name="connsiteX3" fmla="*/ 29166 w 25373"/>
                        <a:gd name="connsiteY3" fmla="*/ 7095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0" y="7095"/>
                          </a:moveTo>
                          <a:lnTo>
                            <a:pt x="7193" y="0"/>
                          </a:lnTo>
                          <a:lnTo>
                            <a:pt x="22112" y="0"/>
                          </a:lnTo>
                          <a:lnTo>
                            <a:pt x="29166" y="7095"/>
                          </a:lnTo>
                          <a:close/>
                        </a:path>
                      </a:pathLst>
                    </a:custGeom>
                    <a:solidFill>
                      <a:srgbClr val="9A916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</p:grpSp>
              <p:grpSp>
                <p:nvGrpSpPr>
                  <p:cNvPr id="1693" name="그래픽 629">
                    <a:extLst>
                      <a:ext uri="{FF2B5EF4-FFF2-40B4-BE49-F238E27FC236}">
                        <a16:creationId xmlns:a16="http://schemas.microsoft.com/office/drawing/2014/main" id="{A057F0D5-7676-438C-8587-7F86F4A2B054}"/>
                      </a:ext>
                    </a:extLst>
                  </p:cNvPr>
                  <p:cNvGrpSpPr/>
                  <p:nvPr/>
                </p:nvGrpSpPr>
                <p:grpSpPr>
                  <a:xfrm>
                    <a:off x="7491221" y="5216436"/>
                    <a:ext cx="25373" cy="25386"/>
                    <a:chOff x="7491221" y="5216436"/>
                    <a:chExt cx="25373" cy="25386"/>
                  </a:xfrm>
                  <a:solidFill>
                    <a:schemeClr val="accent1"/>
                  </a:solidFill>
                </p:grpSpPr>
                <p:sp>
                  <p:nvSpPr>
                    <p:cNvPr id="1694" name="자유형: 도형 1693">
                      <a:extLst>
                        <a:ext uri="{FF2B5EF4-FFF2-40B4-BE49-F238E27FC236}">
                          <a16:creationId xmlns:a16="http://schemas.microsoft.com/office/drawing/2014/main" id="{2F51F61F-4E4D-4EE3-81C6-67AF86EBD6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91221" y="5216436"/>
                      <a:ext cx="25373" cy="25386"/>
                    </a:xfrm>
                    <a:custGeom>
                      <a:avLst/>
                      <a:gdLst>
                        <a:gd name="connsiteX0" fmla="*/ 0 w 25373"/>
                        <a:gd name="connsiteY0" fmla="*/ 0 h 25385"/>
                        <a:gd name="connsiteX1" fmla="*/ 29166 w 25373"/>
                        <a:gd name="connsiteY1" fmla="*/ 0 h 25385"/>
                        <a:gd name="connsiteX2" fmla="*/ 29166 w 25373"/>
                        <a:gd name="connsiteY2" fmla="*/ 29153 h 25385"/>
                        <a:gd name="connsiteX3" fmla="*/ 0 w 25373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 h="25385">
                          <a:moveTo>
                            <a:pt x="0" y="0"/>
                          </a:moveTo>
                          <a:lnTo>
                            <a:pt x="29166" y="0"/>
                          </a:lnTo>
                          <a:lnTo>
                            <a:pt x="29166" y="29153"/>
                          </a:lnTo>
                          <a:lnTo>
                            <a:pt x="0" y="29153"/>
                          </a:lnTo>
                          <a:close/>
                        </a:path>
                      </a:pathLst>
                    </a:custGeom>
                    <a:solidFill>
                      <a:srgbClr val="8D8C8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95" name="자유형: 도형 1694">
                      <a:extLst>
                        <a:ext uri="{FF2B5EF4-FFF2-40B4-BE49-F238E27FC236}">
                          <a16:creationId xmlns:a16="http://schemas.microsoft.com/office/drawing/2014/main" id="{2D7767C8-6A7B-4A07-B846-B6CE324578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98338" y="5223506"/>
                      <a:ext cx="12687" cy="12693"/>
                    </a:xfrm>
                    <a:custGeom>
                      <a:avLst/>
                      <a:gdLst>
                        <a:gd name="connsiteX0" fmla="*/ 0 w 12686"/>
                        <a:gd name="connsiteY0" fmla="*/ 0 h 12692"/>
                        <a:gd name="connsiteX1" fmla="*/ 15021 w 12686"/>
                        <a:gd name="connsiteY1" fmla="*/ 0 h 12692"/>
                        <a:gd name="connsiteX2" fmla="*/ 15021 w 12686"/>
                        <a:gd name="connsiteY2" fmla="*/ 15002 h 12692"/>
                        <a:gd name="connsiteX3" fmla="*/ 0 w 12686"/>
                        <a:gd name="connsiteY3" fmla="*/ 15002 h 12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2686" h="12692">
                          <a:moveTo>
                            <a:pt x="0" y="0"/>
                          </a:moveTo>
                          <a:lnTo>
                            <a:pt x="15021" y="0"/>
                          </a:lnTo>
                          <a:lnTo>
                            <a:pt x="15021" y="15002"/>
                          </a:lnTo>
                          <a:lnTo>
                            <a:pt x="0" y="15002"/>
                          </a:lnTo>
                          <a:close/>
                        </a:path>
                      </a:pathLst>
                    </a:custGeom>
                    <a:solidFill>
                      <a:srgbClr val="8C866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96" name="자유형: 도형 1695">
                      <a:extLst>
                        <a:ext uri="{FF2B5EF4-FFF2-40B4-BE49-F238E27FC236}">
                          <a16:creationId xmlns:a16="http://schemas.microsoft.com/office/drawing/2014/main" id="{C76A84AE-C31A-42B0-82D5-D65B757C4F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91221" y="5216436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9153 h 25385"/>
                        <a:gd name="connsiteX1" fmla="*/ 7117 w 0"/>
                        <a:gd name="connsiteY1" fmla="*/ 22058 h 25385"/>
                        <a:gd name="connsiteX2" fmla="*/ 7117 w 0"/>
                        <a:gd name="connsiteY2" fmla="*/ 6371 h 25385"/>
                        <a:gd name="connsiteX3" fmla="*/ 0 w 0"/>
                        <a:gd name="connsiteY3" fmla="*/ 0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9153"/>
                          </a:moveTo>
                          <a:lnTo>
                            <a:pt x="7117" y="22058"/>
                          </a:lnTo>
                          <a:lnTo>
                            <a:pt x="7117" y="637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8AF82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97" name="자유형: 도형 1696">
                      <a:extLst>
                        <a:ext uri="{FF2B5EF4-FFF2-40B4-BE49-F238E27FC236}">
                          <a16:creationId xmlns:a16="http://schemas.microsoft.com/office/drawing/2014/main" id="{60C3560E-947E-4E0C-938F-427FA08BA4E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91221" y="5216436"/>
                      <a:ext cx="25373" cy="12693"/>
                    </a:xfrm>
                    <a:custGeom>
                      <a:avLst/>
                      <a:gdLst>
                        <a:gd name="connsiteX0" fmla="*/ 22112 w 25373"/>
                        <a:gd name="connsiteY0" fmla="*/ 7095 h 0"/>
                        <a:gd name="connsiteX1" fmla="*/ 7219 w 25373"/>
                        <a:gd name="connsiteY1" fmla="*/ 7095 h 0"/>
                        <a:gd name="connsiteX2" fmla="*/ 0 w 25373"/>
                        <a:gd name="connsiteY2" fmla="*/ 0 h 0"/>
                        <a:gd name="connsiteX3" fmla="*/ 29166 w 25373"/>
                        <a:gd name="connsiteY3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22112" y="7095"/>
                          </a:moveTo>
                          <a:lnTo>
                            <a:pt x="7219" y="7095"/>
                          </a:lnTo>
                          <a:lnTo>
                            <a:pt x="0" y="0"/>
                          </a:lnTo>
                          <a:lnTo>
                            <a:pt x="29166" y="0"/>
                          </a:lnTo>
                          <a:close/>
                        </a:path>
                      </a:pathLst>
                    </a:custGeom>
                    <a:solidFill>
                      <a:srgbClr val="80795B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98" name="자유형: 도형 1697">
                      <a:extLst>
                        <a:ext uri="{FF2B5EF4-FFF2-40B4-BE49-F238E27FC236}">
                          <a16:creationId xmlns:a16="http://schemas.microsoft.com/office/drawing/2014/main" id="{84607234-5FF6-43C2-9C79-09B0E0133F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13333" y="5216436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2058 h 25385"/>
                        <a:gd name="connsiteX1" fmla="*/ 0 w 0"/>
                        <a:gd name="connsiteY1" fmla="*/ 7095 h 25385"/>
                        <a:gd name="connsiteX2" fmla="*/ 7054 w 0"/>
                        <a:gd name="connsiteY2" fmla="*/ 0 h 25385"/>
                        <a:gd name="connsiteX3" fmla="*/ 7054 w 0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2058"/>
                          </a:moveTo>
                          <a:lnTo>
                            <a:pt x="0" y="7095"/>
                          </a:lnTo>
                          <a:lnTo>
                            <a:pt x="7054" y="0"/>
                          </a:lnTo>
                          <a:lnTo>
                            <a:pt x="7054" y="29153"/>
                          </a:lnTo>
                          <a:close/>
                        </a:path>
                      </a:pathLst>
                    </a:custGeom>
                    <a:solidFill>
                      <a:srgbClr val="5E5B4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99" name="자유형: 도형 1698">
                      <a:extLst>
                        <a:ext uri="{FF2B5EF4-FFF2-40B4-BE49-F238E27FC236}">
                          <a16:creationId xmlns:a16="http://schemas.microsoft.com/office/drawing/2014/main" id="{9DE598FF-C686-4C48-9EB8-ABE9EF4621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91221" y="5238495"/>
                      <a:ext cx="25373" cy="12693"/>
                    </a:xfrm>
                    <a:custGeom>
                      <a:avLst/>
                      <a:gdLst>
                        <a:gd name="connsiteX0" fmla="*/ 0 w 25373"/>
                        <a:gd name="connsiteY0" fmla="*/ 7095 h 0"/>
                        <a:gd name="connsiteX1" fmla="*/ 7193 w 25373"/>
                        <a:gd name="connsiteY1" fmla="*/ 0 h 0"/>
                        <a:gd name="connsiteX2" fmla="*/ 22112 w 25373"/>
                        <a:gd name="connsiteY2" fmla="*/ 0 h 0"/>
                        <a:gd name="connsiteX3" fmla="*/ 29166 w 25373"/>
                        <a:gd name="connsiteY3" fmla="*/ 7095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0" y="7095"/>
                          </a:moveTo>
                          <a:lnTo>
                            <a:pt x="7193" y="0"/>
                          </a:lnTo>
                          <a:lnTo>
                            <a:pt x="22112" y="0"/>
                          </a:lnTo>
                          <a:lnTo>
                            <a:pt x="29166" y="7095"/>
                          </a:lnTo>
                          <a:close/>
                        </a:path>
                      </a:pathLst>
                    </a:custGeom>
                    <a:solidFill>
                      <a:srgbClr val="9A916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</p:grpSp>
              <p:grpSp>
                <p:nvGrpSpPr>
                  <p:cNvPr id="1700" name="그래픽 629">
                    <a:extLst>
                      <a:ext uri="{FF2B5EF4-FFF2-40B4-BE49-F238E27FC236}">
                        <a16:creationId xmlns:a16="http://schemas.microsoft.com/office/drawing/2014/main" id="{A057F0D5-7676-438C-8587-7F86F4A2B054}"/>
                      </a:ext>
                    </a:extLst>
                  </p:cNvPr>
                  <p:cNvGrpSpPr/>
                  <p:nvPr/>
                </p:nvGrpSpPr>
                <p:grpSpPr>
                  <a:xfrm>
                    <a:off x="7491221" y="4211158"/>
                    <a:ext cx="25373" cy="25386"/>
                    <a:chOff x="7491221" y="4211158"/>
                    <a:chExt cx="25373" cy="25386"/>
                  </a:xfrm>
                  <a:solidFill>
                    <a:schemeClr val="accent1"/>
                  </a:solidFill>
                </p:grpSpPr>
                <p:sp>
                  <p:nvSpPr>
                    <p:cNvPr id="1701" name="자유형: 도형 1700">
                      <a:extLst>
                        <a:ext uri="{FF2B5EF4-FFF2-40B4-BE49-F238E27FC236}">
                          <a16:creationId xmlns:a16="http://schemas.microsoft.com/office/drawing/2014/main" id="{EBDE5D31-A795-4852-8A1D-8B8BB44EE30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91221" y="4211158"/>
                      <a:ext cx="25373" cy="25386"/>
                    </a:xfrm>
                    <a:custGeom>
                      <a:avLst/>
                      <a:gdLst>
                        <a:gd name="connsiteX0" fmla="*/ 0 w 25373"/>
                        <a:gd name="connsiteY0" fmla="*/ 0 h 25385"/>
                        <a:gd name="connsiteX1" fmla="*/ 29166 w 25373"/>
                        <a:gd name="connsiteY1" fmla="*/ 0 h 25385"/>
                        <a:gd name="connsiteX2" fmla="*/ 29166 w 25373"/>
                        <a:gd name="connsiteY2" fmla="*/ 29153 h 25385"/>
                        <a:gd name="connsiteX3" fmla="*/ 0 w 25373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 h="25385">
                          <a:moveTo>
                            <a:pt x="0" y="0"/>
                          </a:moveTo>
                          <a:lnTo>
                            <a:pt x="29166" y="0"/>
                          </a:lnTo>
                          <a:lnTo>
                            <a:pt x="29166" y="29153"/>
                          </a:lnTo>
                          <a:lnTo>
                            <a:pt x="0" y="29153"/>
                          </a:lnTo>
                          <a:close/>
                        </a:path>
                      </a:pathLst>
                    </a:custGeom>
                    <a:solidFill>
                      <a:srgbClr val="8D8C8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702" name="자유형: 도형 1701">
                      <a:extLst>
                        <a:ext uri="{FF2B5EF4-FFF2-40B4-BE49-F238E27FC236}">
                          <a16:creationId xmlns:a16="http://schemas.microsoft.com/office/drawing/2014/main" id="{943202E8-BF4B-4A44-B959-9150F211470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98338" y="4218227"/>
                      <a:ext cx="12687" cy="12693"/>
                    </a:xfrm>
                    <a:custGeom>
                      <a:avLst/>
                      <a:gdLst>
                        <a:gd name="connsiteX0" fmla="*/ 0 w 12686"/>
                        <a:gd name="connsiteY0" fmla="*/ 0 h 12692"/>
                        <a:gd name="connsiteX1" fmla="*/ 15021 w 12686"/>
                        <a:gd name="connsiteY1" fmla="*/ 0 h 12692"/>
                        <a:gd name="connsiteX2" fmla="*/ 15021 w 12686"/>
                        <a:gd name="connsiteY2" fmla="*/ 15002 h 12692"/>
                        <a:gd name="connsiteX3" fmla="*/ 0 w 12686"/>
                        <a:gd name="connsiteY3" fmla="*/ 15002 h 12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2686" h="12692">
                          <a:moveTo>
                            <a:pt x="0" y="0"/>
                          </a:moveTo>
                          <a:lnTo>
                            <a:pt x="15021" y="0"/>
                          </a:lnTo>
                          <a:lnTo>
                            <a:pt x="15021" y="15002"/>
                          </a:lnTo>
                          <a:lnTo>
                            <a:pt x="0" y="15002"/>
                          </a:lnTo>
                          <a:close/>
                        </a:path>
                      </a:pathLst>
                    </a:custGeom>
                    <a:solidFill>
                      <a:srgbClr val="8C866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703" name="자유형: 도형 1702">
                      <a:extLst>
                        <a:ext uri="{FF2B5EF4-FFF2-40B4-BE49-F238E27FC236}">
                          <a16:creationId xmlns:a16="http://schemas.microsoft.com/office/drawing/2014/main" id="{9A918A95-AC1A-4EF4-9EF5-759748D5CD8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91221" y="4211158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9153 h 25385"/>
                        <a:gd name="connsiteX1" fmla="*/ 7117 w 0"/>
                        <a:gd name="connsiteY1" fmla="*/ 22058 h 25385"/>
                        <a:gd name="connsiteX2" fmla="*/ 7117 w 0"/>
                        <a:gd name="connsiteY2" fmla="*/ 6371 h 25385"/>
                        <a:gd name="connsiteX3" fmla="*/ 0 w 0"/>
                        <a:gd name="connsiteY3" fmla="*/ 0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9153"/>
                          </a:moveTo>
                          <a:lnTo>
                            <a:pt x="7117" y="22058"/>
                          </a:lnTo>
                          <a:lnTo>
                            <a:pt x="7117" y="637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8AF82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704" name="자유형: 도형 1703">
                      <a:extLst>
                        <a:ext uri="{FF2B5EF4-FFF2-40B4-BE49-F238E27FC236}">
                          <a16:creationId xmlns:a16="http://schemas.microsoft.com/office/drawing/2014/main" id="{3410B946-0D10-4072-9AD4-7D32663A9F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91221" y="4211158"/>
                      <a:ext cx="25373" cy="12693"/>
                    </a:xfrm>
                    <a:custGeom>
                      <a:avLst/>
                      <a:gdLst>
                        <a:gd name="connsiteX0" fmla="*/ 22112 w 25373"/>
                        <a:gd name="connsiteY0" fmla="*/ 7095 h 0"/>
                        <a:gd name="connsiteX1" fmla="*/ 7219 w 25373"/>
                        <a:gd name="connsiteY1" fmla="*/ 7095 h 0"/>
                        <a:gd name="connsiteX2" fmla="*/ 0 w 25373"/>
                        <a:gd name="connsiteY2" fmla="*/ 0 h 0"/>
                        <a:gd name="connsiteX3" fmla="*/ 29166 w 25373"/>
                        <a:gd name="connsiteY3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22112" y="7095"/>
                          </a:moveTo>
                          <a:lnTo>
                            <a:pt x="7219" y="7095"/>
                          </a:lnTo>
                          <a:lnTo>
                            <a:pt x="0" y="0"/>
                          </a:lnTo>
                          <a:lnTo>
                            <a:pt x="29166" y="0"/>
                          </a:lnTo>
                          <a:close/>
                        </a:path>
                      </a:pathLst>
                    </a:custGeom>
                    <a:solidFill>
                      <a:srgbClr val="80795B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705" name="자유형: 도형 1704">
                      <a:extLst>
                        <a:ext uri="{FF2B5EF4-FFF2-40B4-BE49-F238E27FC236}">
                          <a16:creationId xmlns:a16="http://schemas.microsoft.com/office/drawing/2014/main" id="{C7CC3AC9-A207-4346-97CC-837DBAFBDF5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13333" y="4211158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2058 h 25385"/>
                        <a:gd name="connsiteX1" fmla="*/ 0 w 0"/>
                        <a:gd name="connsiteY1" fmla="*/ 7095 h 25385"/>
                        <a:gd name="connsiteX2" fmla="*/ 7054 w 0"/>
                        <a:gd name="connsiteY2" fmla="*/ 0 h 25385"/>
                        <a:gd name="connsiteX3" fmla="*/ 7054 w 0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2058"/>
                          </a:moveTo>
                          <a:lnTo>
                            <a:pt x="0" y="7095"/>
                          </a:lnTo>
                          <a:lnTo>
                            <a:pt x="7054" y="0"/>
                          </a:lnTo>
                          <a:lnTo>
                            <a:pt x="7054" y="29153"/>
                          </a:lnTo>
                          <a:close/>
                        </a:path>
                      </a:pathLst>
                    </a:custGeom>
                    <a:solidFill>
                      <a:srgbClr val="5E5B4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706" name="자유형: 도형 1705">
                      <a:extLst>
                        <a:ext uri="{FF2B5EF4-FFF2-40B4-BE49-F238E27FC236}">
                          <a16:creationId xmlns:a16="http://schemas.microsoft.com/office/drawing/2014/main" id="{FB431F73-EA4E-4B8F-82DC-F2C3769EF7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91221" y="4233216"/>
                      <a:ext cx="25373" cy="12693"/>
                    </a:xfrm>
                    <a:custGeom>
                      <a:avLst/>
                      <a:gdLst>
                        <a:gd name="connsiteX0" fmla="*/ 0 w 25373"/>
                        <a:gd name="connsiteY0" fmla="*/ 7095 h 0"/>
                        <a:gd name="connsiteX1" fmla="*/ 7193 w 25373"/>
                        <a:gd name="connsiteY1" fmla="*/ 0 h 0"/>
                        <a:gd name="connsiteX2" fmla="*/ 22112 w 25373"/>
                        <a:gd name="connsiteY2" fmla="*/ 0 h 0"/>
                        <a:gd name="connsiteX3" fmla="*/ 29166 w 25373"/>
                        <a:gd name="connsiteY3" fmla="*/ 7095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0" y="7095"/>
                          </a:moveTo>
                          <a:lnTo>
                            <a:pt x="7193" y="0"/>
                          </a:lnTo>
                          <a:lnTo>
                            <a:pt x="22112" y="0"/>
                          </a:lnTo>
                          <a:lnTo>
                            <a:pt x="29166" y="7095"/>
                          </a:lnTo>
                          <a:close/>
                        </a:path>
                      </a:pathLst>
                    </a:custGeom>
                    <a:solidFill>
                      <a:srgbClr val="9A916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</p:grpSp>
              <p:grpSp>
                <p:nvGrpSpPr>
                  <p:cNvPr id="1707" name="그래픽 629">
                    <a:extLst>
                      <a:ext uri="{FF2B5EF4-FFF2-40B4-BE49-F238E27FC236}">
                        <a16:creationId xmlns:a16="http://schemas.microsoft.com/office/drawing/2014/main" id="{A057F0D5-7676-438C-8587-7F86F4A2B054}"/>
                      </a:ext>
                    </a:extLst>
                  </p:cNvPr>
                  <p:cNvGrpSpPr/>
                  <p:nvPr/>
                </p:nvGrpSpPr>
                <p:grpSpPr>
                  <a:xfrm>
                    <a:off x="7582569" y="5216436"/>
                    <a:ext cx="25373" cy="25386"/>
                    <a:chOff x="7582569" y="5216436"/>
                    <a:chExt cx="25373" cy="25386"/>
                  </a:xfrm>
                  <a:solidFill>
                    <a:schemeClr val="accent1"/>
                  </a:solidFill>
                </p:grpSpPr>
                <p:sp>
                  <p:nvSpPr>
                    <p:cNvPr id="1708" name="자유형: 도형 1707">
                      <a:extLst>
                        <a:ext uri="{FF2B5EF4-FFF2-40B4-BE49-F238E27FC236}">
                          <a16:creationId xmlns:a16="http://schemas.microsoft.com/office/drawing/2014/main" id="{3D299906-1837-4AC2-ACA6-8456339D53A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2569" y="5216436"/>
                      <a:ext cx="25373" cy="25386"/>
                    </a:xfrm>
                    <a:custGeom>
                      <a:avLst/>
                      <a:gdLst>
                        <a:gd name="connsiteX0" fmla="*/ 0 w 25373"/>
                        <a:gd name="connsiteY0" fmla="*/ 0 h 25385"/>
                        <a:gd name="connsiteX1" fmla="*/ 29166 w 25373"/>
                        <a:gd name="connsiteY1" fmla="*/ 0 h 25385"/>
                        <a:gd name="connsiteX2" fmla="*/ 29166 w 25373"/>
                        <a:gd name="connsiteY2" fmla="*/ 29153 h 25385"/>
                        <a:gd name="connsiteX3" fmla="*/ 0 w 25373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 h="25385">
                          <a:moveTo>
                            <a:pt x="0" y="0"/>
                          </a:moveTo>
                          <a:lnTo>
                            <a:pt x="29166" y="0"/>
                          </a:lnTo>
                          <a:lnTo>
                            <a:pt x="29166" y="29153"/>
                          </a:lnTo>
                          <a:lnTo>
                            <a:pt x="0" y="29153"/>
                          </a:lnTo>
                          <a:close/>
                        </a:path>
                      </a:pathLst>
                    </a:custGeom>
                    <a:solidFill>
                      <a:srgbClr val="8D8C8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709" name="자유형: 도형 1708">
                      <a:extLst>
                        <a:ext uri="{FF2B5EF4-FFF2-40B4-BE49-F238E27FC236}">
                          <a16:creationId xmlns:a16="http://schemas.microsoft.com/office/drawing/2014/main" id="{DAC2AC38-1A09-4594-A42F-75BFEA2A93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686" y="5223506"/>
                      <a:ext cx="12687" cy="12693"/>
                    </a:xfrm>
                    <a:custGeom>
                      <a:avLst/>
                      <a:gdLst>
                        <a:gd name="connsiteX0" fmla="*/ 0 w 12686"/>
                        <a:gd name="connsiteY0" fmla="*/ 0 h 12692"/>
                        <a:gd name="connsiteX1" fmla="*/ 15021 w 12686"/>
                        <a:gd name="connsiteY1" fmla="*/ 0 h 12692"/>
                        <a:gd name="connsiteX2" fmla="*/ 15021 w 12686"/>
                        <a:gd name="connsiteY2" fmla="*/ 15002 h 12692"/>
                        <a:gd name="connsiteX3" fmla="*/ 0 w 12686"/>
                        <a:gd name="connsiteY3" fmla="*/ 15002 h 12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2686" h="12692">
                          <a:moveTo>
                            <a:pt x="0" y="0"/>
                          </a:moveTo>
                          <a:lnTo>
                            <a:pt x="15021" y="0"/>
                          </a:lnTo>
                          <a:lnTo>
                            <a:pt x="15021" y="15002"/>
                          </a:lnTo>
                          <a:lnTo>
                            <a:pt x="0" y="15002"/>
                          </a:lnTo>
                          <a:close/>
                        </a:path>
                      </a:pathLst>
                    </a:custGeom>
                    <a:solidFill>
                      <a:srgbClr val="8C866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710" name="자유형: 도형 1709">
                      <a:extLst>
                        <a:ext uri="{FF2B5EF4-FFF2-40B4-BE49-F238E27FC236}">
                          <a16:creationId xmlns:a16="http://schemas.microsoft.com/office/drawing/2014/main" id="{B5EA199F-3E76-4E91-A34D-BF1A45EC49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2569" y="5216436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9153 h 25385"/>
                        <a:gd name="connsiteX1" fmla="*/ 7117 w 0"/>
                        <a:gd name="connsiteY1" fmla="*/ 22058 h 25385"/>
                        <a:gd name="connsiteX2" fmla="*/ 7117 w 0"/>
                        <a:gd name="connsiteY2" fmla="*/ 6371 h 25385"/>
                        <a:gd name="connsiteX3" fmla="*/ 0 w 0"/>
                        <a:gd name="connsiteY3" fmla="*/ 0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9153"/>
                          </a:moveTo>
                          <a:lnTo>
                            <a:pt x="7117" y="22058"/>
                          </a:lnTo>
                          <a:lnTo>
                            <a:pt x="7117" y="637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8AF82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711" name="자유형: 도형 1710">
                      <a:extLst>
                        <a:ext uri="{FF2B5EF4-FFF2-40B4-BE49-F238E27FC236}">
                          <a16:creationId xmlns:a16="http://schemas.microsoft.com/office/drawing/2014/main" id="{6335726D-0CC4-4694-A238-7EABB157681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2569" y="5216436"/>
                      <a:ext cx="25373" cy="12693"/>
                    </a:xfrm>
                    <a:custGeom>
                      <a:avLst/>
                      <a:gdLst>
                        <a:gd name="connsiteX0" fmla="*/ 22112 w 25373"/>
                        <a:gd name="connsiteY0" fmla="*/ 7095 h 0"/>
                        <a:gd name="connsiteX1" fmla="*/ 7219 w 25373"/>
                        <a:gd name="connsiteY1" fmla="*/ 7095 h 0"/>
                        <a:gd name="connsiteX2" fmla="*/ 0 w 25373"/>
                        <a:gd name="connsiteY2" fmla="*/ 0 h 0"/>
                        <a:gd name="connsiteX3" fmla="*/ 29166 w 25373"/>
                        <a:gd name="connsiteY3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22112" y="7095"/>
                          </a:moveTo>
                          <a:lnTo>
                            <a:pt x="7219" y="7095"/>
                          </a:lnTo>
                          <a:lnTo>
                            <a:pt x="0" y="0"/>
                          </a:lnTo>
                          <a:lnTo>
                            <a:pt x="29166" y="0"/>
                          </a:lnTo>
                          <a:close/>
                        </a:path>
                      </a:pathLst>
                    </a:custGeom>
                    <a:solidFill>
                      <a:srgbClr val="80795B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712" name="자유형: 도형 1711">
                      <a:extLst>
                        <a:ext uri="{FF2B5EF4-FFF2-40B4-BE49-F238E27FC236}">
                          <a16:creationId xmlns:a16="http://schemas.microsoft.com/office/drawing/2014/main" id="{DBF71B89-BE73-4EA6-BA4F-59BBE90C0B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04681" y="5216436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2058 h 25385"/>
                        <a:gd name="connsiteX1" fmla="*/ 0 w 0"/>
                        <a:gd name="connsiteY1" fmla="*/ 7095 h 25385"/>
                        <a:gd name="connsiteX2" fmla="*/ 7054 w 0"/>
                        <a:gd name="connsiteY2" fmla="*/ 0 h 25385"/>
                        <a:gd name="connsiteX3" fmla="*/ 7054 w 0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2058"/>
                          </a:moveTo>
                          <a:lnTo>
                            <a:pt x="0" y="7095"/>
                          </a:lnTo>
                          <a:lnTo>
                            <a:pt x="7054" y="0"/>
                          </a:lnTo>
                          <a:lnTo>
                            <a:pt x="7054" y="29153"/>
                          </a:lnTo>
                          <a:close/>
                        </a:path>
                      </a:pathLst>
                    </a:custGeom>
                    <a:solidFill>
                      <a:srgbClr val="5E5B4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713" name="자유형: 도형 1712">
                      <a:extLst>
                        <a:ext uri="{FF2B5EF4-FFF2-40B4-BE49-F238E27FC236}">
                          <a16:creationId xmlns:a16="http://schemas.microsoft.com/office/drawing/2014/main" id="{7734C6B7-594C-40F7-89DA-3C4D0FAF3A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2569" y="5238495"/>
                      <a:ext cx="25373" cy="12693"/>
                    </a:xfrm>
                    <a:custGeom>
                      <a:avLst/>
                      <a:gdLst>
                        <a:gd name="connsiteX0" fmla="*/ 0 w 25373"/>
                        <a:gd name="connsiteY0" fmla="*/ 7095 h 0"/>
                        <a:gd name="connsiteX1" fmla="*/ 7193 w 25373"/>
                        <a:gd name="connsiteY1" fmla="*/ 0 h 0"/>
                        <a:gd name="connsiteX2" fmla="*/ 22112 w 25373"/>
                        <a:gd name="connsiteY2" fmla="*/ 0 h 0"/>
                        <a:gd name="connsiteX3" fmla="*/ 29166 w 25373"/>
                        <a:gd name="connsiteY3" fmla="*/ 7095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0" y="7095"/>
                          </a:moveTo>
                          <a:lnTo>
                            <a:pt x="7193" y="0"/>
                          </a:lnTo>
                          <a:lnTo>
                            <a:pt x="22112" y="0"/>
                          </a:lnTo>
                          <a:lnTo>
                            <a:pt x="29166" y="7095"/>
                          </a:lnTo>
                          <a:close/>
                        </a:path>
                      </a:pathLst>
                    </a:custGeom>
                    <a:solidFill>
                      <a:srgbClr val="9A916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</p:grpSp>
              <p:grpSp>
                <p:nvGrpSpPr>
                  <p:cNvPr id="1714" name="그래픽 629">
                    <a:extLst>
                      <a:ext uri="{FF2B5EF4-FFF2-40B4-BE49-F238E27FC236}">
                        <a16:creationId xmlns:a16="http://schemas.microsoft.com/office/drawing/2014/main" id="{A057F0D5-7676-438C-8587-7F86F4A2B054}"/>
                      </a:ext>
                    </a:extLst>
                  </p:cNvPr>
                  <p:cNvGrpSpPr/>
                  <p:nvPr/>
                </p:nvGrpSpPr>
                <p:grpSpPr>
                  <a:xfrm>
                    <a:off x="7582569" y="4211158"/>
                    <a:ext cx="25373" cy="25386"/>
                    <a:chOff x="7582569" y="4211158"/>
                    <a:chExt cx="25373" cy="25386"/>
                  </a:xfrm>
                  <a:solidFill>
                    <a:schemeClr val="accent1"/>
                  </a:solidFill>
                </p:grpSpPr>
                <p:sp>
                  <p:nvSpPr>
                    <p:cNvPr id="1715" name="자유형: 도형 1714">
                      <a:extLst>
                        <a:ext uri="{FF2B5EF4-FFF2-40B4-BE49-F238E27FC236}">
                          <a16:creationId xmlns:a16="http://schemas.microsoft.com/office/drawing/2014/main" id="{70CE20F9-211D-4C28-8571-A624EC10776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2569" y="4211158"/>
                      <a:ext cx="25373" cy="25386"/>
                    </a:xfrm>
                    <a:custGeom>
                      <a:avLst/>
                      <a:gdLst>
                        <a:gd name="connsiteX0" fmla="*/ 0 w 25373"/>
                        <a:gd name="connsiteY0" fmla="*/ 0 h 25385"/>
                        <a:gd name="connsiteX1" fmla="*/ 29166 w 25373"/>
                        <a:gd name="connsiteY1" fmla="*/ 0 h 25385"/>
                        <a:gd name="connsiteX2" fmla="*/ 29166 w 25373"/>
                        <a:gd name="connsiteY2" fmla="*/ 29153 h 25385"/>
                        <a:gd name="connsiteX3" fmla="*/ 0 w 25373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 h="25385">
                          <a:moveTo>
                            <a:pt x="0" y="0"/>
                          </a:moveTo>
                          <a:lnTo>
                            <a:pt x="29166" y="0"/>
                          </a:lnTo>
                          <a:lnTo>
                            <a:pt x="29166" y="29153"/>
                          </a:lnTo>
                          <a:lnTo>
                            <a:pt x="0" y="29153"/>
                          </a:lnTo>
                          <a:close/>
                        </a:path>
                      </a:pathLst>
                    </a:custGeom>
                    <a:solidFill>
                      <a:srgbClr val="8D8C8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716" name="자유형: 도형 1715">
                      <a:extLst>
                        <a:ext uri="{FF2B5EF4-FFF2-40B4-BE49-F238E27FC236}">
                          <a16:creationId xmlns:a16="http://schemas.microsoft.com/office/drawing/2014/main" id="{6EA39FF3-5DAF-4F95-B13B-38826E71E99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686" y="4218227"/>
                      <a:ext cx="12687" cy="12693"/>
                    </a:xfrm>
                    <a:custGeom>
                      <a:avLst/>
                      <a:gdLst>
                        <a:gd name="connsiteX0" fmla="*/ 0 w 12686"/>
                        <a:gd name="connsiteY0" fmla="*/ 0 h 12692"/>
                        <a:gd name="connsiteX1" fmla="*/ 15021 w 12686"/>
                        <a:gd name="connsiteY1" fmla="*/ 0 h 12692"/>
                        <a:gd name="connsiteX2" fmla="*/ 15021 w 12686"/>
                        <a:gd name="connsiteY2" fmla="*/ 15002 h 12692"/>
                        <a:gd name="connsiteX3" fmla="*/ 0 w 12686"/>
                        <a:gd name="connsiteY3" fmla="*/ 15002 h 12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2686" h="12692">
                          <a:moveTo>
                            <a:pt x="0" y="0"/>
                          </a:moveTo>
                          <a:lnTo>
                            <a:pt x="15021" y="0"/>
                          </a:lnTo>
                          <a:lnTo>
                            <a:pt x="15021" y="15002"/>
                          </a:lnTo>
                          <a:lnTo>
                            <a:pt x="0" y="15002"/>
                          </a:lnTo>
                          <a:close/>
                        </a:path>
                      </a:pathLst>
                    </a:custGeom>
                    <a:solidFill>
                      <a:srgbClr val="8C866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717" name="자유형: 도형 1716">
                      <a:extLst>
                        <a:ext uri="{FF2B5EF4-FFF2-40B4-BE49-F238E27FC236}">
                          <a16:creationId xmlns:a16="http://schemas.microsoft.com/office/drawing/2014/main" id="{0588E308-DE5C-4815-8347-132600C342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2569" y="4211158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9153 h 25385"/>
                        <a:gd name="connsiteX1" fmla="*/ 7117 w 0"/>
                        <a:gd name="connsiteY1" fmla="*/ 22058 h 25385"/>
                        <a:gd name="connsiteX2" fmla="*/ 7117 w 0"/>
                        <a:gd name="connsiteY2" fmla="*/ 6371 h 25385"/>
                        <a:gd name="connsiteX3" fmla="*/ 0 w 0"/>
                        <a:gd name="connsiteY3" fmla="*/ 0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9153"/>
                          </a:moveTo>
                          <a:lnTo>
                            <a:pt x="7117" y="22058"/>
                          </a:lnTo>
                          <a:lnTo>
                            <a:pt x="7117" y="637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8AF82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718" name="자유형: 도형 1717">
                      <a:extLst>
                        <a:ext uri="{FF2B5EF4-FFF2-40B4-BE49-F238E27FC236}">
                          <a16:creationId xmlns:a16="http://schemas.microsoft.com/office/drawing/2014/main" id="{9D6462FB-4F17-47F0-8377-C54A0A8220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2569" y="4211158"/>
                      <a:ext cx="25373" cy="12693"/>
                    </a:xfrm>
                    <a:custGeom>
                      <a:avLst/>
                      <a:gdLst>
                        <a:gd name="connsiteX0" fmla="*/ 22112 w 25373"/>
                        <a:gd name="connsiteY0" fmla="*/ 7095 h 0"/>
                        <a:gd name="connsiteX1" fmla="*/ 7219 w 25373"/>
                        <a:gd name="connsiteY1" fmla="*/ 7095 h 0"/>
                        <a:gd name="connsiteX2" fmla="*/ 0 w 25373"/>
                        <a:gd name="connsiteY2" fmla="*/ 0 h 0"/>
                        <a:gd name="connsiteX3" fmla="*/ 29166 w 25373"/>
                        <a:gd name="connsiteY3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22112" y="7095"/>
                          </a:moveTo>
                          <a:lnTo>
                            <a:pt x="7219" y="7095"/>
                          </a:lnTo>
                          <a:lnTo>
                            <a:pt x="0" y="0"/>
                          </a:lnTo>
                          <a:lnTo>
                            <a:pt x="29166" y="0"/>
                          </a:lnTo>
                          <a:close/>
                        </a:path>
                      </a:pathLst>
                    </a:custGeom>
                    <a:solidFill>
                      <a:srgbClr val="80795B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719" name="자유형: 도형 1718">
                      <a:extLst>
                        <a:ext uri="{FF2B5EF4-FFF2-40B4-BE49-F238E27FC236}">
                          <a16:creationId xmlns:a16="http://schemas.microsoft.com/office/drawing/2014/main" id="{859F4520-5CE7-40ED-8A49-DAD153CF002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04681" y="4211158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2058 h 25385"/>
                        <a:gd name="connsiteX1" fmla="*/ 0 w 0"/>
                        <a:gd name="connsiteY1" fmla="*/ 7095 h 25385"/>
                        <a:gd name="connsiteX2" fmla="*/ 7054 w 0"/>
                        <a:gd name="connsiteY2" fmla="*/ 0 h 25385"/>
                        <a:gd name="connsiteX3" fmla="*/ 7054 w 0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2058"/>
                          </a:moveTo>
                          <a:lnTo>
                            <a:pt x="0" y="7095"/>
                          </a:lnTo>
                          <a:lnTo>
                            <a:pt x="7054" y="0"/>
                          </a:lnTo>
                          <a:lnTo>
                            <a:pt x="7054" y="29153"/>
                          </a:lnTo>
                          <a:close/>
                        </a:path>
                      </a:pathLst>
                    </a:custGeom>
                    <a:solidFill>
                      <a:srgbClr val="5E5B4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720" name="자유형: 도형 1719">
                      <a:extLst>
                        <a:ext uri="{FF2B5EF4-FFF2-40B4-BE49-F238E27FC236}">
                          <a16:creationId xmlns:a16="http://schemas.microsoft.com/office/drawing/2014/main" id="{7FE7498C-A432-44F9-9C95-5C74FB39352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2569" y="4233216"/>
                      <a:ext cx="25373" cy="12693"/>
                    </a:xfrm>
                    <a:custGeom>
                      <a:avLst/>
                      <a:gdLst>
                        <a:gd name="connsiteX0" fmla="*/ 0 w 25373"/>
                        <a:gd name="connsiteY0" fmla="*/ 7095 h 0"/>
                        <a:gd name="connsiteX1" fmla="*/ 7193 w 25373"/>
                        <a:gd name="connsiteY1" fmla="*/ 0 h 0"/>
                        <a:gd name="connsiteX2" fmla="*/ 22112 w 25373"/>
                        <a:gd name="connsiteY2" fmla="*/ 0 h 0"/>
                        <a:gd name="connsiteX3" fmla="*/ 29166 w 25373"/>
                        <a:gd name="connsiteY3" fmla="*/ 7095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0" y="7095"/>
                          </a:moveTo>
                          <a:lnTo>
                            <a:pt x="7193" y="0"/>
                          </a:lnTo>
                          <a:lnTo>
                            <a:pt x="22112" y="0"/>
                          </a:lnTo>
                          <a:lnTo>
                            <a:pt x="29166" y="7095"/>
                          </a:lnTo>
                          <a:close/>
                        </a:path>
                      </a:pathLst>
                    </a:custGeom>
                    <a:solidFill>
                      <a:srgbClr val="9A916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</p:grpSp>
              <p:grpSp>
                <p:nvGrpSpPr>
                  <p:cNvPr id="1721" name="그래픽 629">
                    <a:extLst>
                      <a:ext uri="{FF2B5EF4-FFF2-40B4-BE49-F238E27FC236}">
                        <a16:creationId xmlns:a16="http://schemas.microsoft.com/office/drawing/2014/main" id="{A057F0D5-7676-438C-8587-7F86F4A2B054}"/>
                      </a:ext>
                    </a:extLst>
                  </p:cNvPr>
                  <p:cNvGrpSpPr/>
                  <p:nvPr/>
                </p:nvGrpSpPr>
                <p:grpSpPr>
                  <a:xfrm>
                    <a:off x="7673912" y="5216436"/>
                    <a:ext cx="25373" cy="25386"/>
                    <a:chOff x="7673912" y="5216436"/>
                    <a:chExt cx="25373" cy="25386"/>
                  </a:xfrm>
                  <a:solidFill>
                    <a:schemeClr val="accent1"/>
                  </a:solidFill>
                </p:grpSpPr>
                <p:sp>
                  <p:nvSpPr>
                    <p:cNvPr id="1722" name="자유형: 도형 1721">
                      <a:extLst>
                        <a:ext uri="{FF2B5EF4-FFF2-40B4-BE49-F238E27FC236}">
                          <a16:creationId xmlns:a16="http://schemas.microsoft.com/office/drawing/2014/main" id="{52CBCAA2-313C-45DD-951C-0C458E7779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73912" y="5216436"/>
                      <a:ext cx="25373" cy="25386"/>
                    </a:xfrm>
                    <a:custGeom>
                      <a:avLst/>
                      <a:gdLst>
                        <a:gd name="connsiteX0" fmla="*/ 0 w 25373"/>
                        <a:gd name="connsiteY0" fmla="*/ 0 h 25385"/>
                        <a:gd name="connsiteX1" fmla="*/ 29166 w 25373"/>
                        <a:gd name="connsiteY1" fmla="*/ 0 h 25385"/>
                        <a:gd name="connsiteX2" fmla="*/ 29166 w 25373"/>
                        <a:gd name="connsiteY2" fmla="*/ 29153 h 25385"/>
                        <a:gd name="connsiteX3" fmla="*/ 0 w 25373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 h="25385">
                          <a:moveTo>
                            <a:pt x="0" y="0"/>
                          </a:moveTo>
                          <a:lnTo>
                            <a:pt x="29166" y="0"/>
                          </a:lnTo>
                          <a:lnTo>
                            <a:pt x="29166" y="29153"/>
                          </a:lnTo>
                          <a:lnTo>
                            <a:pt x="0" y="29153"/>
                          </a:lnTo>
                          <a:close/>
                        </a:path>
                      </a:pathLst>
                    </a:custGeom>
                    <a:solidFill>
                      <a:srgbClr val="8D8C8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723" name="자유형: 도형 1722">
                      <a:extLst>
                        <a:ext uri="{FF2B5EF4-FFF2-40B4-BE49-F238E27FC236}">
                          <a16:creationId xmlns:a16="http://schemas.microsoft.com/office/drawing/2014/main" id="{779DA2D0-B1CF-4550-AFDD-A97DF338FD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81029" y="5223506"/>
                      <a:ext cx="12687" cy="12693"/>
                    </a:xfrm>
                    <a:custGeom>
                      <a:avLst/>
                      <a:gdLst>
                        <a:gd name="connsiteX0" fmla="*/ 0 w 12686"/>
                        <a:gd name="connsiteY0" fmla="*/ 0 h 12692"/>
                        <a:gd name="connsiteX1" fmla="*/ 15021 w 12686"/>
                        <a:gd name="connsiteY1" fmla="*/ 0 h 12692"/>
                        <a:gd name="connsiteX2" fmla="*/ 15021 w 12686"/>
                        <a:gd name="connsiteY2" fmla="*/ 15002 h 12692"/>
                        <a:gd name="connsiteX3" fmla="*/ 0 w 12686"/>
                        <a:gd name="connsiteY3" fmla="*/ 15002 h 12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2686" h="12692">
                          <a:moveTo>
                            <a:pt x="0" y="0"/>
                          </a:moveTo>
                          <a:lnTo>
                            <a:pt x="15021" y="0"/>
                          </a:lnTo>
                          <a:lnTo>
                            <a:pt x="15021" y="15002"/>
                          </a:lnTo>
                          <a:lnTo>
                            <a:pt x="0" y="15002"/>
                          </a:lnTo>
                          <a:close/>
                        </a:path>
                      </a:pathLst>
                    </a:custGeom>
                    <a:solidFill>
                      <a:srgbClr val="8C866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724" name="자유형: 도형 1723">
                      <a:extLst>
                        <a:ext uri="{FF2B5EF4-FFF2-40B4-BE49-F238E27FC236}">
                          <a16:creationId xmlns:a16="http://schemas.microsoft.com/office/drawing/2014/main" id="{88E17640-7366-4635-BB75-3A31161BDFA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73912" y="5216436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9153 h 25385"/>
                        <a:gd name="connsiteX1" fmla="*/ 7117 w 0"/>
                        <a:gd name="connsiteY1" fmla="*/ 22058 h 25385"/>
                        <a:gd name="connsiteX2" fmla="*/ 7117 w 0"/>
                        <a:gd name="connsiteY2" fmla="*/ 6371 h 25385"/>
                        <a:gd name="connsiteX3" fmla="*/ 0 w 0"/>
                        <a:gd name="connsiteY3" fmla="*/ 0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9153"/>
                          </a:moveTo>
                          <a:lnTo>
                            <a:pt x="7117" y="22058"/>
                          </a:lnTo>
                          <a:lnTo>
                            <a:pt x="7117" y="637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8AF82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725" name="자유형: 도형 1724">
                      <a:extLst>
                        <a:ext uri="{FF2B5EF4-FFF2-40B4-BE49-F238E27FC236}">
                          <a16:creationId xmlns:a16="http://schemas.microsoft.com/office/drawing/2014/main" id="{8C4709DA-E130-48AF-AF93-30CF991B65D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73912" y="5216436"/>
                      <a:ext cx="25373" cy="12693"/>
                    </a:xfrm>
                    <a:custGeom>
                      <a:avLst/>
                      <a:gdLst>
                        <a:gd name="connsiteX0" fmla="*/ 22112 w 25373"/>
                        <a:gd name="connsiteY0" fmla="*/ 7095 h 0"/>
                        <a:gd name="connsiteX1" fmla="*/ 7219 w 25373"/>
                        <a:gd name="connsiteY1" fmla="*/ 7095 h 0"/>
                        <a:gd name="connsiteX2" fmla="*/ 0 w 25373"/>
                        <a:gd name="connsiteY2" fmla="*/ 0 h 0"/>
                        <a:gd name="connsiteX3" fmla="*/ 29166 w 25373"/>
                        <a:gd name="connsiteY3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22112" y="7095"/>
                          </a:moveTo>
                          <a:lnTo>
                            <a:pt x="7219" y="7095"/>
                          </a:lnTo>
                          <a:lnTo>
                            <a:pt x="0" y="0"/>
                          </a:lnTo>
                          <a:lnTo>
                            <a:pt x="29166" y="0"/>
                          </a:lnTo>
                          <a:close/>
                        </a:path>
                      </a:pathLst>
                    </a:custGeom>
                    <a:solidFill>
                      <a:srgbClr val="80795B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726" name="자유형: 도형 1725">
                      <a:extLst>
                        <a:ext uri="{FF2B5EF4-FFF2-40B4-BE49-F238E27FC236}">
                          <a16:creationId xmlns:a16="http://schemas.microsoft.com/office/drawing/2014/main" id="{7A8FA160-6C29-4DAB-813D-63CCE7A4FEA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96025" y="5216436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2058 h 25385"/>
                        <a:gd name="connsiteX1" fmla="*/ 0 w 0"/>
                        <a:gd name="connsiteY1" fmla="*/ 7095 h 25385"/>
                        <a:gd name="connsiteX2" fmla="*/ 7054 w 0"/>
                        <a:gd name="connsiteY2" fmla="*/ 0 h 25385"/>
                        <a:gd name="connsiteX3" fmla="*/ 7054 w 0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2058"/>
                          </a:moveTo>
                          <a:lnTo>
                            <a:pt x="0" y="7095"/>
                          </a:lnTo>
                          <a:lnTo>
                            <a:pt x="7054" y="0"/>
                          </a:lnTo>
                          <a:lnTo>
                            <a:pt x="7054" y="29153"/>
                          </a:lnTo>
                          <a:close/>
                        </a:path>
                      </a:pathLst>
                    </a:custGeom>
                    <a:solidFill>
                      <a:srgbClr val="5E5B4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727" name="자유형: 도형 1726">
                      <a:extLst>
                        <a:ext uri="{FF2B5EF4-FFF2-40B4-BE49-F238E27FC236}">
                          <a16:creationId xmlns:a16="http://schemas.microsoft.com/office/drawing/2014/main" id="{33109785-2BE5-433E-AF79-2E86431385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73912" y="5238495"/>
                      <a:ext cx="25373" cy="12693"/>
                    </a:xfrm>
                    <a:custGeom>
                      <a:avLst/>
                      <a:gdLst>
                        <a:gd name="connsiteX0" fmla="*/ 0 w 25373"/>
                        <a:gd name="connsiteY0" fmla="*/ 7095 h 0"/>
                        <a:gd name="connsiteX1" fmla="*/ 7193 w 25373"/>
                        <a:gd name="connsiteY1" fmla="*/ 0 h 0"/>
                        <a:gd name="connsiteX2" fmla="*/ 22112 w 25373"/>
                        <a:gd name="connsiteY2" fmla="*/ 0 h 0"/>
                        <a:gd name="connsiteX3" fmla="*/ 29166 w 25373"/>
                        <a:gd name="connsiteY3" fmla="*/ 7095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0" y="7095"/>
                          </a:moveTo>
                          <a:lnTo>
                            <a:pt x="7193" y="0"/>
                          </a:lnTo>
                          <a:lnTo>
                            <a:pt x="22112" y="0"/>
                          </a:lnTo>
                          <a:lnTo>
                            <a:pt x="29166" y="7095"/>
                          </a:lnTo>
                          <a:close/>
                        </a:path>
                      </a:pathLst>
                    </a:custGeom>
                    <a:solidFill>
                      <a:srgbClr val="9A916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</p:grpSp>
              <p:grpSp>
                <p:nvGrpSpPr>
                  <p:cNvPr id="1728" name="그래픽 629">
                    <a:extLst>
                      <a:ext uri="{FF2B5EF4-FFF2-40B4-BE49-F238E27FC236}">
                        <a16:creationId xmlns:a16="http://schemas.microsoft.com/office/drawing/2014/main" id="{A057F0D5-7676-438C-8587-7F86F4A2B054}"/>
                      </a:ext>
                    </a:extLst>
                  </p:cNvPr>
                  <p:cNvGrpSpPr/>
                  <p:nvPr/>
                </p:nvGrpSpPr>
                <p:grpSpPr>
                  <a:xfrm>
                    <a:off x="7673912" y="4211158"/>
                    <a:ext cx="25373" cy="25386"/>
                    <a:chOff x="7673912" y="4211158"/>
                    <a:chExt cx="25373" cy="25386"/>
                  </a:xfrm>
                  <a:solidFill>
                    <a:schemeClr val="accent1"/>
                  </a:solidFill>
                </p:grpSpPr>
                <p:sp>
                  <p:nvSpPr>
                    <p:cNvPr id="1729" name="자유형: 도형 1728">
                      <a:extLst>
                        <a:ext uri="{FF2B5EF4-FFF2-40B4-BE49-F238E27FC236}">
                          <a16:creationId xmlns:a16="http://schemas.microsoft.com/office/drawing/2014/main" id="{A34ECAAC-D4ED-4952-9F0A-0E0BB52F533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73912" y="4211158"/>
                      <a:ext cx="25373" cy="25386"/>
                    </a:xfrm>
                    <a:custGeom>
                      <a:avLst/>
                      <a:gdLst>
                        <a:gd name="connsiteX0" fmla="*/ 0 w 25373"/>
                        <a:gd name="connsiteY0" fmla="*/ 0 h 25385"/>
                        <a:gd name="connsiteX1" fmla="*/ 29166 w 25373"/>
                        <a:gd name="connsiteY1" fmla="*/ 0 h 25385"/>
                        <a:gd name="connsiteX2" fmla="*/ 29166 w 25373"/>
                        <a:gd name="connsiteY2" fmla="*/ 29153 h 25385"/>
                        <a:gd name="connsiteX3" fmla="*/ 0 w 25373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 h="25385">
                          <a:moveTo>
                            <a:pt x="0" y="0"/>
                          </a:moveTo>
                          <a:lnTo>
                            <a:pt x="29166" y="0"/>
                          </a:lnTo>
                          <a:lnTo>
                            <a:pt x="29166" y="29153"/>
                          </a:lnTo>
                          <a:lnTo>
                            <a:pt x="0" y="29153"/>
                          </a:lnTo>
                          <a:close/>
                        </a:path>
                      </a:pathLst>
                    </a:custGeom>
                    <a:solidFill>
                      <a:srgbClr val="8D8C8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730" name="자유형: 도형 1729">
                      <a:extLst>
                        <a:ext uri="{FF2B5EF4-FFF2-40B4-BE49-F238E27FC236}">
                          <a16:creationId xmlns:a16="http://schemas.microsoft.com/office/drawing/2014/main" id="{E7088E3C-60C1-4125-9D73-0F35C3EA1F0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81029" y="4218227"/>
                      <a:ext cx="12687" cy="12693"/>
                    </a:xfrm>
                    <a:custGeom>
                      <a:avLst/>
                      <a:gdLst>
                        <a:gd name="connsiteX0" fmla="*/ 0 w 12686"/>
                        <a:gd name="connsiteY0" fmla="*/ 0 h 12692"/>
                        <a:gd name="connsiteX1" fmla="*/ 15021 w 12686"/>
                        <a:gd name="connsiteY1" fmla="*/ 0 h 12692"/>
                        <a:gd name="connsiteX2" fmla="*/ 15021 w 12686"/>
                        <a:gd name="connsiteY2" fmla="*/ 15002 h 12692"/>
                        <a:gd name="connsiteX3" fmla="*/ 0 w 12686"/>
                        <a:gd name="connsiteY3" fmla="*/ 15002 h 12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2686" h="12692">
                          <a:moveTo>
                            <a:pt x="0" y="0"/>
                          </a:moveTo>
                          <a:lnTo>
                            <a:pt x="15021" y="0"/>
                          </a:lnTo>
                          <a:lnTo>
                            <a:pt x="15021" y="15002"/>
                          </a:lnTo>
                          <a:lnTo>
                            <a:pt x="0" y="15002"/>
                          </a:lnTo>
                          <a:close/>
                        </a:path>
                      </a:pathLst>
                    </a:custGeom>
                    <a:solidFill>
                      <a:srgbClr val="8C866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731" name="자유형: 도형 1730">
                      <a:extLst>
                        <a:ext uri="{FF2B5EF4-FFF2-40B4-BE49-F238E27FC236}">
                          <a16:creationId xmlns:a16="http://schemas.microsoft.com/office/drawing/2014/main" id="{F448B535-7A5A-434B-A3B1-C84233D143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73912" y="4211158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9153 h 25385"/>
                        <a:gd name="connsiteX1" fmla="*/ 7117 w 0"/>
                        <a:gd name="connsiteY1" fmla="*/ 22058 h 25385"/>
                        <a:gd name="connsiteX2" fmla="*/ 7117 w 0"/>
                        <a:gd name="connsiteY2" fmla="*/ 6371 h 25385"/>
                        <a:gd name="connsiteX3" fmla="*/ 0 w 0"/>
                        <a:gd name="connsiteY3" fmla="*/ 0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9153"/>
                          </a:moveTo>
                          <a:lnTo>
                            <a:pt x="7117" y="22058"/>
                          </a:lnTo>
                          <a:lnTo>
                            <a:pt x="7117" y="637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8AF82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732" name="자유형: 도형 1731">
                      <a:extLst>
                        <a:ext uri="{FF2B5EF4-FFF2-40B4-BE49-F238E27FC236}">
                          <a16:creationId xmlns:a16="http://schemas.microsoft.com/office/drawing/2014/main" id="{7AF920FA-403E-4F07-9CF5-9DA4570A6F4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73912" y="4211158"/>
                      <a:ext cx="25373" cy="12693"/>
                    </a:xfrm>
                    <a:custGeom>
                      <a:avLst/>
                      <a:gdLst>
                        <a:gd name="connsiteX0" fmla="*/ 22112 w 25373"/>
                        <a:gd name="connsiteY0" fmla="*/ 7095 h 0"/>
                        <a:gd name="connsiteX1" fmla="*/ 7219 w 25373"/>
                        <a:gd name="connsiteY1" fmla="*/ 7095 h 0"/>
                        <a:gd name="connsiteX2" fmla="*/ 0 w 25373"/>
                        <a:gd name="connsiteY2" fmla="*/ 0 h 0"/>
                        <a:gd name="connsiteX3" fmla="*/ 29166 w 25373"/>
                        <a:gd name="connsiteY3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22112" y="7095"/>
                          </a:moveTo>
                          <a:lnTo>
                            <a:pt x="7219" y="7095"/>
                          </a:lnTo>
                          <a:lnTo>
                            <a:pt x="0" y="0"/>
                          </a:lnTo>
                          <a:lnTo>
                            <a:pt x="29166" y="0"/>
                          </a:lnTo>
                          <a:close/>
                        </a:path>
                      </a:pathLst>
                    </a:custGeom>
                    <a:solidFill>
                      <a:srgbClr val="80795B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733" name="자유형: 도형 1732">
                      <a:extLst>
                        <a:ext uri="{FF2B5EF4-FFF2-40B4-BE49-F238E27FC236}">
                          <a16:creationId xmlns:a16="http://schemas.microsoft.com/office/drawing/2014/main" id="{B2600317-3B02-4884-B95F-4FFAC2166A7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96025" y="4211158"/>
                      <a:ext cx="12687" cy="25386"/>
                    </a:xfrm>
                    <a:custGeom>
                      <a:avLst/>
                      <a:gdLst>
                        <a:gd name="connsiteX0" fmla="*/ 0 w 0"/>
                        <a:gd name="connsiteY0" fmla="*/ 22058 h 25385"/>
                        <a:gd name="connsiteX1" fmla="*/ 0 w 0"/>
                        <a:gd name="connsiteY1" fmla="*/ 7095 h 25385"/>
                        <a:gd name="connsiteX2" fmla="*/ 7054 w 0"/>
                        <a:gd name="connsiteY2" fmla="*/ 0 h 25385"/>
                        <a:gd name="connsiteX3" fmla="*/ 7054 w 0"/>
                        <a:gd name="connsiteY3" fmla="*/ 29153 h 253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h="25385">
                          <a:moveTo>
                            <a:pt x="0" y="22058"/>
                          </a:moveTo>
                          <a:lnTo>
                            <a:pt x="0" y="7095"/>
                          </a:lnTo>
                          <a:lnTo>
                            <a:pt x="7054" y="0"/>
                          </a:lnTo>
                          <a:lnTo>
                            <a:pt x="7054" y="29153"/>
                          </a:lnTo>
                          <a:close/>
                        </a:path>
                      </a:pathLst>
                    </a:custGeom>
                    <a:solidFill>
                      <a:srgbClr val="5E5B43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734" name="자유형: 도형 1733">
                      <a:extLst>
                        <a:ext uri="{FF2B5EF4-FFF2-40B4-BE49-F238E27FC236}">
                          <a16:creationId xmlns:a16="http://schemas.microsoft.com/office/drawing/2014/main" id="{2779A966-A3C2-4CF8-94D5-408BCF89E54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73912" y="4233216"/>
                      <a:ext cx="25373" cy="12693"/>
                    </a:xfrm>
                    <a:custGeom>
                      <a:avLst/>
                      <a:gdLst>
                        <a:gd name="connsiteX0" fmla="*/ 0 w 25373"/>
                        <a:gd name="connsiteY0" fmla="*/ 7095 h 0"/>
                        <a:gd name="connsiteX1" fmla="*/ 7193 w 25373"/>
                        <a:gd name="connsiteY1" fmla="*/ 0 h 0"/>
                        <a:gd name="connsiteX2" fmla="*/ 22112 w 25373"/>
                        <a:gd name="connsiteY2" fmla="*/ 0 h 0"/>
                        <a:gd name="connsiteX3" fmla="*/ 29166 w 25373"/>
                        <a:gd name="connsiteY3" fmla="*/ 7095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5373">
                          <a:moveTo>
                            <a:pt x="0" y="7095"/>
                          </a:moveTo>
                          <a:lnTo>
                            <a:pt x="7193" y="0"/>
                          </a:lnTo>
                          <a:lnTo>
                            <a:pt x="22112" y="0"/>
                          </a:lnTo>
                          <a:lnTo>
                            <a:pt x="29166" y="7095"/>
                          </a:lnTo>
                          <a:close/>
                        </a:path>
                      </a:pathLst>
                    </a:custGeom>
                    <a:solidFill>
                      <a:srgbClr val="9A916C"/>
                    </a:solidFill>
                    <a:ln w="1268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ko-KR" altLang="en-US"/>
                    </a:p>
                  </p:txBody>
                </p:sp>
              </p:grpSp>
            </p:grpSp>
          </p:grpSp>
          <p:sp>
            <p:nvSpPr>
              <p:cNvPr id="2027" name="직사각형 2026">
                <a:extLst>
                  <a:ext uri="{FF2B5EF4-FFF2-40B4-BE49-F238E27FC236}">
                    <a16:creationId xmlns:a16="http://schemas.microsoft.com/office/drawing/2014/main" id="{7B692F59-D71E-4765-8AA4-91C2BAC328D0}"/>
                  </a:ext>
                </a:extLst>
              </p:cNvPr>
              <p:cNvSpPr/>
              <p:nvPr/>
            </p:nvSpPr>
            <p:spPr>
              <a:xfrm>
                <a:off x="8864081" y="5740959"/>
                <a:ext cx="922888" cy="25358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2029" name="직선 연결선 2028">
                <a:extLst>
                  <a:ext uri="{FF2B5EF4-FFF2-40B4-BE49-F238E27FC236}">
                    <a16:creationId xmlns:a16="http://schemas.microsoft.com/office/drawing/2014/main" id="{3EA0DE24-B900-47B1-A63A-271290B7CB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61700" y="5870130"/>
                <a:ext cx="922888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0" name="직선 연결선 2029">
                <a:extLst>
                  <a:ext uri="{FF2B5EF4-FFF2-40B4-BE49-F238E27FC236}">
                    <a16:creationId xmlns:a16="http://schemas.microsoft.com/office/drawing/2014/main" id="{F64F916A-B0DF-4D04-AD2C-931037746A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61700" y="5836816"/>
                <a:ext cx="922888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1" name="직선 연결선 2030">
                <a:extLst>
                  <a:ext uri="{FF2B5EF4-FFF2-40B4-BE49-F238E27FC236}">
                    <a16:creationId xmlns:a16="http://schemas.microsoft.com/office/drawing/2014/main" id="{781593F0-FD16-4617-9636-23AA61B2B4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61700" y="5803462"/>
                <a:ext cx="922888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2" name="직선 연결선 2031">
                <a:extLst>
                  <a:ext uri="{FF2B5EF4-FFF2-40B4-BE49-F238E27FC236}">
                    <a16:creationId xmlns:a16="http://schemas.microsoft.com/office/drawing/2014/main" id="{C6F86A69-CB10-45FC-86CD-15A00A3620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61700" y="5773772"/>
                <a:ext cx="922888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4" name="직선 연결선 2033">
                <a:extLst>
                  <a:ext uri="{FF2B5EF4-FFF2-40B4-BE49-F238E27FC236}">
                    <a16:creationId xmlns:a16="http://schemas.microsoft.com/office/drawing/2014/main" id="{900185FA-F2AA-47BD-A95B-4372F8E555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61700" y="5964669"/>
                <a:ext cx="922888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5" name="직선 연결선 2034">
                <a:extLst>
                  <a:ext uri="{FF2B5EF4-FFF2-40B4-BE49-F238E27FC236}">
                    <a16:creationId xmlns:a16="http://schemas.microsoft.com/office/drawing/2014/main" id="{9DF1A219-AFB6-4A74-A67D-5965E43677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61700" y="5931315"/>
                <a:ext cx="922888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6" name="직선 연결선 2035">
                <a:extLst>
                  <a:ext uri="{FF2B5EF4-FFF2-40B4-BE49-F238E27FC236}">
                    <a16:creationId xmlns:a16="http://schemas.microsoft.com/office/drawing/2014/main" id="{3E3A42A6-49DF-4C8C-BDC3-A79AC9CDCB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61700" y="5901625"/>
                <a:ext cx="922888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36" name="연결선: 꺾임 2735">
                <a:extLst>
                  <a:ext uri="{FF2B5EF4-FFF2-40B4-BE49-F238E27FC236}">
                    <a16:creationId xmlns:a16="http://schemas.microsoft.com/office/drawing/2014/main" id="{9A947A41-654E-4E78-A6A4-86FA8CA9DE37}"/>
                  </a:ext>
                </a:extLst>
              </p:cNvPr>
              <p:cNvCxnSpPr>
                <a:cxnSpLocks/>
                <a:stCxn id="2057" idx="2"/>
                <a:endCxn id="2044" idx="0"/>
              </p:cNvCxnSpPr>
              <p:nvPr/>
            </p:nvCxnSpPr>
            <p:spPr>
              <a:xfrm rot="16200000" flipH="1">
                <a:off x="6430200" y="3407085"/>
                <a:ext cx="1875554" cy="2257109"/>
              </a:xfrm>
              <a:prstGeom prst="bentConnector4">
                <a:avLst>
                  <a:gd name="adj1" fmla="val 14601"/>
                  <a:gd name="adj2" fmla="val 101266"/>
                </a:avLst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46" name="연결선: 꺾임 2745">
                <a:extLst>
                  <a:ext uri="{FF2B5EF4-FFF2-40B4-BE49-F238E27FC236}">
                    <a16:creationId xmlns:a16="http://schemas.microsoft.com/office/drawing/2014/main" id="{863B2980-5F1E-4DE0-818C-4243BCE08C01}"/>
                  </a:ext>
                </a:extLst>
              </p:cNvPr>
              <p:cNvCxnSpPr>
                <a:cxnSpLocks/>
                <a:stCxn id="2056" idx="2"/>
              </p:cNvCxnSpPr>
              <p:nvPr/>
            </p:nvCxnSpPr>
            <p:spPr>
              <a:xfrm rot="16200000" flipH="1">
                <a:off x="6411302" y="3337359"/>
                <a:ext cx="1802578" cy="2323584"/>
              </a:xfrm>
              <a:prstGeom prst="bentConnector4">
                <a:avLst>
                  <a:gd name="adj1" fmla="val 18098"/>
                  <a:gd name="adj2" fmla="val 100193"/>
                </a:avLst>
              </a:prstGeom>
              <a:ln w="28575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15" name="연결선: 꺾임 2714">
                <a:extLst>
                  <a:ext uri="{FF2B5EF4-FFF2-40B4-BE49-F238E27FC236}">
                    <a16:creationId xmlns:a16="http://schemas.microsoft.com/office/drawing/2014/main" id="{48D37CB7-63D1-4A8C-8213-685E36948282}"/>
                  </a:ext>
                </a:extLst>
              </p:cNvPr>
              <p:cNvCxnSpPr>
                <a:cxnSpLocks/>
                <a:stCxn id="2049" idx="2"/>
              </p:cNvCxnSpPr>
              <p:nvPr/>
            </p:nvCxnSpPr>
            <p:spPr>
              <a:xfrm rot="16200000" flipH="1">
                <a:off x="6277814" y="3115197"/>
                <a:ext cx="1803668" cy="2768998"/>
              </a:xfrm>
              <a:prstGeom prst="bentConnector4">
                <a:avLst>
                  <a:gd name="adj1" fmla="val 12674"/>
                  <a:gd name="adj2" fmla="val 100203"/>
                </a:avLst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24" name="연결선: 꺾임 2723">
                <a:extLst>
                  <a:ext uri="{FF2B5EF4-FFF2-40B4-BE49-F238E27FC236}">
                    <a16:creationId xmlns:a16="http://schemas.microsoft.com/office/drawing/2014/main" id="{88384A38-AFF9-419E-9706-DA657991D486}"/>
                  </a:ext>
                </a:extLst>
              </p:cNvPr>
              <p:cNvCxnSpPr>
                <a:cxnSpLocks/>
                <a:stCxn id="2053" idx="2"/>
                <a:endCxn id="2046" idx="0"/>
              </p:cNvCxnSpPr>
              <p:nvPr/>
            </p:nvCxnSpPr>
            <p:spPr>
              <a:xfrm rot="16200000" flipH="1">
                <a:off x="6297389" y="3184245"/>
                <a:ext cx="1876177" cy="2703410"/>
              </a:xfrm>
              <a:prstGeom prst="bentConnector4">
                <a:avLst>
                  <a:gd name="adj1" fmla="val 9520"/>
                  <a:gd name="adj2" fmla="val 101145"/>
                </a:avLst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9" name="연결선: 꺾임 2698">
                <a:extLst>
                  <a:ext uri="{FF2B5EF4-FFF2-40B4-BE49-F238E27FC236}">
                    <a16:creationId xmlns:a16="http://schemas.microsoft.com/office/drawing/2014/main" id="{83E450AC-D85E-426A-B26F-7AAF21F43FCC}"/>
                  </a:ext>
                </a:extLst>
              </p:cNvPr>
              <p:cNvCxnSpPr>
                <a:cxnSpLocks/>
                <a:stCxn id="2055" idx="2"/>
                <a:endCxn id="2007" idx="2"/>
              </p:cNvCxnSpPr>
              <p:nvPr/>
            </p:nvCxnSpPr>
            <p:spPr>
              <a:xfrm rot="16200000" flipH="1">
                <a:off x="5692927" y="3969275"/>
                <a:ext cx="1785305" cy="1042479"/>
              </a:xfrm>
              <a:prstGeom prst="bentConnector3">
                <a:avLst>
                  <a:gd name="adj1" fmla="val -17207"/>
                </a:avLst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9" name="연결선: 꺾임 1928">
                <a:extLst>
                  <a:ext uri="{FF2B5EF4-FFF2-40B4-BE49-F238E27FC236}">
                    <a16:creationId xmlns:a16="http://schemas.microsoft.com/office/drawing/2014/main" id="{2107F9F4-52C7-47C5-90D3-F5E9DBD8C03C}"/>
                  </a:ext>
                </a:extLst>
              </p:cNvPr>
              <p:cNvCxnSpPr>
                <a:cxnSpLocks/>
                <a:stCxn id="3135" idx="4"/>
                <a:endCxn id="2829" idx="2"/>
              </p:cNvCxnSpPr>
              <p:nvPr/>
            </p:nvCxnSpPr>
            <p:spPr>
              <a:xfrm rot="5400000" flipH="1">
                <a:off x="4577665" y="3600298"/>
                <a:ext cx="54000" cy="550135"/>
              </a:xfrm>
              <a:prstGeom prst="bentConnector4">
                <a:avLst>
                  <a:gd name="adj1" fmla="val -423333"/>
                  <a:gd name="adj2" fmla="val 11"/>
                </a:avLst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0" name="연결선: 꺾임 1999">
                <a:extLst>
                  <a:ext uri="{FF2B5EF4-FFF2-40B4-BE49-F238E27FC236}">
                    <a16:creationId xmlns:a16="http://schemas.microsoft.com/office/drawing/2014/main" id="{BD20BFA5-D26D-4DEB-AC38-E033DF47CD06}"/>
                  </a:ext>
                </a:extLst>
              </p:cNvPr>
              <p:cNvCxnSpPr>
                <a:cxnSpLocks/>
                <a:endCxn id="2830" idx="2"/>
              </p:cNvCxnSpPr>
              <p:nvPr/>
            </p:nvCxnSpPr>
            <p:spPr>
              <a:xfrm rot="10800000">
                <a:off x="4331048" y="3967062"/>
                <a:ext cx="666899" cy="58766"/>
              </a:xfrm>
              <a:prstGeom prst="bentConnector3">
                <a:avLst>
                  <a:gd name="adj1" fmla="val 22"/>
                </a:avLst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30" name="타원 2829">
                <a:extLst>
                  <a:ext uri="{FF2B5EF4-FFF2-40B4-BE49-F238E27FC236}">
                    <a16:creationId xmlns:a16="http://schemas.microsoft.com/office/drawing/2014/main" id="{5B168584-2D9E-4DE3-8DDE-2AB3BE4CA205}"/>
                  </a:ext>
                </a:extLst>
              </p:cNvPr>
              <p:cNvSpPr/>
              <p:nvPr/>
            </p:nvSpPr>
            <p:spPr>
              <a:xfrm>
                <a:off x="4331047" y="3913062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29" name="타원 2828">
                <a:extLst>
                  <a:ext uri="{FF2B5EF4-FFF2-40B4-BE49-F238E27FC236}">
                    <a16:creationId xmlns:a16="http://schemas.microsoft.com/office/drawing/2014/main" id="{6EF657B6-6467-4D32-9071-1C28E166A03F}"/>
                  </a:ext>
                </a:extLst>
              </p:cNvPr>
              <p:cNvSpPr/>
              <p:nvPr/>
            </p:nvSpPr>
            <p:spPr>
              <a:xfrm>
                <a:off x="4329597" y="3794365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3" name="타원 2002">
                <a:extLst>
                  <a:ext uri="{FF2B5EF4-FFF2-40B4-BE49-F238E27FC236}">
                    <a16:creationId xmlns:a16="http://schemas.microsoft.com/office/drawing/2014/main" id="{65211663-70AC-41E2-B220-BD199B8EA5B5}"/>
                  </a:ext>
                </a:extLst>
              </p:cNvPr>
              <p:cNvSpPr/>
              <p:nvPr/>
            </p:nvSpPr>
            <p:spPr>
              <a:xfrm rot="5400000">
                <a:off x="6900278" y="5383167"/>
                <a:ext cx="36000" cy="36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4" name="타원 2003">
                <a:extLst>
                  <a:ext uri="{FF2B5EF4-FFF2-40B4-BE49-F238E27FC236}">
                    <a16:creationId xmlns:a16="http://schemas.microsoft.com/office/drawing/2014/main" id="{062B8950-A3D6-4EE7-94E2-23CC1539C545}"/>
                  </a:ext>
                </a:extLst>
              </p:cNvPr>
              <p:cNvSpPr/>
              <p:nvPr/>
            </p:nvSpPr>
            <p:spPr>
              <a:xfrm rot="5400000">
                <a:off x="6900278" y="5455102"/>
                <a:ext cx="36000" cy="36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5" name="타원 2004">
                <a:extLst>
                  <a:ext uri="{FF2B5EF4-FFF2-40B4-BE49-F238E27FC236}">
                    <a16:creationId xmlns:a16="http://schemas.microsoft.com/office/drawing/2014/main" id="{1A061E58-0C30-4165-93D6-0B27FAA42EE7}"/>
                  </a:ext>
                </a:extLst>
              </p:cNvPr>
              <p:cNvSpPr/>
              <p:nvPr/>
            </p:nvSpPr>
            <p:spPr>
              <a:xfrm rot="5400000">
                <a:off x="6997228" y="5383167"/>
                <a:ext cx="36000" cy="36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6" name="타원 2005">
                <a:extLst>
                  <a:ext uri="{FF2B5EF4-FFF2-40B4-BE49-F238E27FC236}">
                    <a16:creationId xmlns:a16="http://schemas.microsoft.com/office/drawing/2014/main" id="{5C40E6A4-2E46-4AEA-83E7-FFC0F27BB7AE}"/>
                  </a:ext>
                </a:extLst>
              </p:cNvPr>
              <p:cNvSpPr/>
              <p:nvPr/>
            </p:nvSpPr>
            <p:spPr>
              <a:xfrm rot="5400000">
                <a:off x="6997228" y="5455102"/>
                <a:ext cx="36000" cy="360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7" name="타원 2006">
                <a:extLst>
                  <a:ext uri="{FF2B5EF4-FFF2-40B4-BE49-F238E27FC236}">
                    <a16:creationId xmlns:a16="http://schemas.microsoft.com/office/drawing/2014/main" id="{04FC1B17-AF4C-46CA-80FE-A642B2D41DEF}"/>
                  </a:ext>
                </a:extLst>
              </p:cNvPr>
              <p:cNvSpPr/>
              <p:nvPr/>
            </p:nvSpPr>
            <p:spPr>
              <a:xfrm rot="5400000">
                <a:off x="7088820" y="5383167"/>
                <a:ext cx="36000" cy="3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8" name="타원 2007">
                <a:extLst>
                  <a:ext uri="{FF2B5EF4-FFF2-40B4-BE49-F238E27FC236}">
                    <a16:creationId xmlns:a16="http://schemas.microsoft.com/office/drawing/2014/main" id="{869F7C50-012B-4299-AB3B-061A25E58CEC}"/>
                  </a:ext>
                </a:extLst>
              </p:cNvPr>
              <p:cNvSpPr/>
              <p:nvPr/>
            </p:nvSpPr>
            <p:spPr>
              <a:xfrm rot="5400000">
                <a:off x="7088820" y="5455102"/>
                <a:ext cx="36000" cy="36000"/>
              </a:xfrm>
              <a:prstGeom prst="ellipse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1" name="타원 2020">
                <a:extLst>
                  <a:ext uri="{FF2B5EF4-FFF2-40B4-BE49-F238E27FC236}">
                    <a16:creationId xmlns:a16="http://schemas.microsoft.com/office/drawing/2014/main" id="{58448E97-4C15-4900-969A-69E518000658}"/>
                  </a:ext>
                </a:extLst>
              </p:cNvPr>
              <p:cNvSpPr/>
              <p:nvPr/>
            </p:nvSpPr>
            <p:spPr>
              <a:xfrm rot="5400000">
                <a:off x="7176707" y="5383167"/>
                <a:ext cx="36000" cy="360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2" name="타원 2021">
                <a:extLst>
                  <a:ext uri="{FF2B5EF4-FFF2-40B4-BE49-F238E27FC236}">
                    <a16:creationId xmlns:a16="http://schemas.microsoft.com/office/drawing/2014/main" id="{1F9F9ED9-F933-4A50-94C0-5719246D0B0A}"/>
                  </a:ext>
                </a:extLst>
              </p:cNvPr>
              <p:cNvSpPr/>
              <p:nvPr/>
            </p:nvSpPr>
            <p:spPr>
              <a:xfrm rot="5400000">
                <a:off x="7176707" y="5455102"/>
                <a:ext cx="36000" cy="36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3" name="타원 2022">
                <a:extLst>
                  <a:ext uri="{FF2B5EF4-FFF2-40B4-BE49-F238E27FC236}">
                    <a16:creationId xmlns:a16="http://schemas.microsoft.com/office/drawing/2014/main" id="{B90BC582-9F90-4E62-B31D-B9FEB0C3E8F9}"/>
                  </a:ext>
                </a:extLst>
              </p:cNvPr>
              <p:cNvSpPr/>
              <p:nvPr/>
            </p:nvSpPr>
            <p:spPr>
              <a:xfrm rot="5400000">
                <a:off x="7264949" y="5383167"/>
                <a:ext cx="36000" cy="360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4" name="타원 2023">
                <a:extLst>
                  <a:ext uri="{FF2B5EF4-FFF2-40B4-BE49-F238E27FC236}">
                    <a16:creationId xmlns:a16="http://schemas.microsoft.com/office/drawing/2014/main" id="{D93DA3C5-72B4-4CB1-B341-0B77B89241DA}"/>
                  </a:ext>
                </a:extLst>
              </p:cNvPr>
              <p:cNvSpPr/>
              <p:nvPr/>
            </p:nvSpPr>
            <p:spPr>
              <a:xfrm rot="5400000">
                <a:off x="7264949" y="5455102"/>
                <a:ext cx="36000" cy="3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8" name="타원 2027">
                <a:extLst>
                  <a:ext uri="{FF2B5EF4-FFF2-40B4-BE49-F238E27FC236}">
                    <a16:creationId xmlns:a16="http://schemas.microsoft.com/office/drawing/2014/main" id="{D4F1E788-6A3B-4F2A-A4F5-20C3B80A6AA3}"/>
                  </a:ext>
                </a:extLst>
              </p:cNvPr>
              <p:cNvSpPr/>
              <p:nvPr/>
            </p:nvSpPr>
            <p:spPr>
              <a:xfrm rot="5400000">
                <a:off x="8182256" y="5384104"/>
                <a:ext cx="36000" cy="3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3" name="타원 2032">
                <a:extLst>
                  <a:ext uri="{FF2B5EF4-FFF2-40B4-BE49-F238E27FC236}">
                    <a16:creationId xmlns:a16="http://schemas.microsoft.com/office/drawing/2014/main" id="{30BB5A5C-C8CF-43C9-B7D9-4BEA0FA2E0E3}"/>
                  </a:ext>
                </a:extLst>
              </p:cNvPr>
              <p:cNvSpPr/>
              <p:nvPr/>
            </p:nvSpPr>
            <p:spPr>
              <a:xfrm rot="5400000">
                <a:off x="8182256" y="5456039"/>
                <a:ext cx="36000" cy="36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7" name="타원 2036">
                <a:extLst>
                  <a:ext uri="{FF2B5EF4-FFF2-40B4-BE49-F238E27FC236}">
                    <a16:creationId xmlns:a16="http://schemas.microsoft.com/office/drawing/2014/main" id="{BFC259F3-CDAF-4224-B71D-CDE6EA5E94FE}"/>
                  </a:ext>
                </a:extLst>
              </p:cNvPr>
              <p:cNvSpPr/>
              <p:nvPr/>
            </p:nvSpPr>
            <p:spPr>
              <a:xfrm rot="5400000">
                <a:off x="8282840" y="5384104"/>
                <a:ext cx="36000" cy="36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8" name="타원 2037">
                <a:extLst>
                  <a:ext uri="{FF2B5EF4-FFF2-40B4-BE49-F238E27FC236}">
                    <a16:creationId xmlns:a16="http://schemas.microsoft.com/office/drawing/2014/main" id="{05A926DA-EA20-4713-9B58-C8C395FEF341}"/>
                  </a:ext>
                </a:extLst>
              </p:cNvPr>
              <p:cNvSpPr/>
              <p:nvPr/>
            </p:nvSpPr>
            <p:spPr>
              <a:xfrm rot="5400000">
                <a:off x="8282840" y="5456039"/>
                <a:ext cx="36000" cy="36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9" name="타원 2038">
                <a:extLst>
                  <a:ext uri="{FF2B5EF4-FFF2-40B4-BE49-F238E27FC236}">
                    <a16:creationId xmlns:a16="http://schemas.microsoft.com/office/drawing/2014/main" id="{7602F7EF-10F2-4CEB-BAE6-08768D092191}"/>
                  </a:ext>
                </a:extLst>
              </p:cNvPr>
              <p:cNvSpPr/>
              <p:nvPr/>
            </p:nvSpPr>
            <p:spPr>
              <a:xfrm rot="5400000">
                <a:off x="8374604" y="5384104"/>
                <a:ext cx="36000" cy="3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0" name="타원 2039">
                <a:extLst>
                  <a:ext uri="{FF2B5EF4-FFF2-40B4-BE49-F238E27FC236}">
                    <a16:creationId xmlns:a16="http://schemas.microsoft.com/office/drawing/2014/main" id="{CBFCE47B-689E-4BFA-ABA9-CC187538571C}"/>
                  </a:ext>
                </a:extLst>
              </p:cNvPr>
              <p:cNvSpPr/>
              <p:nvPr/>
            </p:nvSpPr>
            <p:spPr>
              <a:xfrm rot="5400000">
                <a:off x="8374604" y="5456039"/>
                <a:ext cx="36000" cy="36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3" name="타원 2042">
                <a:extLst>
                  <a:ext uri="{FF2B5EF4-FFF2-40B4-BE49-F238E27FC236}">
                    <a16:creationId xmlns:a16="http://schemas.microsoft.com/office/drawing/2014/main" id="{70EF74D4-A54D-4220-AA07-7CA4177C3C5B}"/>
                  </a:ext>
                </a:extLst>
              </p:cNvPr>
              <p:cNvSpPr/>
              <p:nvPr/>
            </p:nvSpPr>
            <p:spPr>
              <a:xfrm rot="5400000">
                <a:off x="8460532" y="5383481"/>
                <a:ext cx="36000" cy="360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4" name="타원 2043">
                <a:extLst>
                  <a:ext uri="{FF2B5EF4-FFF2-40B4-BE49-F238E27FC236}">
                    <a16:creationId xmlns:a16="http://schemas.microsoft.com/office/drawing/2014/main" id="{FD9920BA-6325-4105-A2B0-EDB69C0B49C2}"/>
                  </a:ext>
                </a:extLst>
              </p:cNvPr>
              <p:cNvSpPr/>
              <p:nvPr/>
            </p:nvSpPr>
            <p:spPr>
              <a:xfrm rot="5400000">
                <a:off x="8460532" y="5455416"/>
                <a:ext cx="36000" cy="36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5" name="타원 2044">
                <a:extLst>
                  <a:ext uri="{FF2B5EF4-FFF2-40B4-BE49-F238E27FC236}">
                    <a16:creationId xmlns:a16="http://schemas.microsoft.com/office/drawing/2014/main" id="{C91619E7-6424-4D71-87DA-264D6A5374B8}"/>
                  </a:ext>
                </a:extLst>
              </p:cNvPr>
              <p:cNvSpPr/>
              <p:nvPr/>
            </p:nvSpPr>
            <p:spPr>
              <a:xfrm rot="5400000">
                <a:off x="8551183" y="5384104"/>
                <a:ext cx="36000" cy="360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dirty="0"/>
              </a:p>
              <a:p>
                <a:pPr algn="ctr"/>
                <a:endParaRPr lang="en-US" altLang="ko-KR" dirty="0"/>
              </a:p>
              <a:p>
                <a:pPr algn="ctr"/>
                <a:endParaRPr lang="ko-KR" altLang="en-US" dirty="0"/>
              </a:p>
            </p:txBody>
          </p:sp>
          <p:sp>
            <p:nvSpPr>
              <p:cNvPr id="2046" name="타원 2045">
                <a:extLst>
                  <a:ext uri="{FF2B5EF4-FFF2-40B4-BE49-F238E27FC236}">
                    <a16:creationId xmlns:a16="http://schemas.microsoft.com/office/drawing/2014/main" id="{B7B17582-D357-46A6-8FA5-09A3E8E30EB4}"/>
                  </a:ext>
                </a:extLst>
              </p:cNvPr>
              <p:cNvSpPr/>
              <p:nvPr/>
            </p:nvSpPr>
            <p:spPr>
              <a:xfrm rot="5400000">
                <a:off x="8551183" y="5456039"/>
                <a:ext cx="36000" cy="36000"/>
              </a:xfrm>
              <a:prstGeom prst="ellipse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048" name="타원 2047">
                <a:extLst>
                  <a:ext uri="{FF2B5EF4-FFF2-40B4-BE49-F238E27FC236}">
                    <a16:creationId xmlns:a16="http://schemas.microsoft.com/office/drawing/2014/main" id="{4E905C10-C2D6-437C-A384-13437D374D4A}"/>
                  </a:ext>
                </a:extLst>
              </p:cNvPr>
              <p:cNvSpPr/>
              <p:nvPr/>
            </p:nvSpPr>
            <p:spPr>
              <a:xfrm rot="5400000">
                <a:off x="8648968" y="5456039"/>
                <a:ext cx="36000" cy="3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9" name="타원 2048">
                <a:extLst>
                  <a:ext uri="{FF2B5EF4-FFF2-40B4-BE49-F238E27FC236}">
                    <a16:creationId xmlns:a16="http://schemas.microsoft.com/office/drawing/2014/main" id="{081C7081-C16B-465D-81B4-8903DF82206A}"/>
                  </a:ext>
                </a:extLst>
              </p:cNvPr>
              <p:cNvSpPr/>
              <p:nvPr/>
            </p:nvSpPr>
            <p:spPr>
              <a:xfrm rot="5400000">
                <a:off x="5777149" y="3597862"/>
                <a:ext cx="36000" cy="360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3" name="타원 2052">
                <a:extLst>
                  <a:ext uri="{FF2B5EF4-FFF2-40B4-BE49-F238E27FC236}">
                    <a16:creationId xmlns:a16="http://schemas.microsoft.com/office/drawing/2014/main" id="{CCBFB249-35EB-47A1-B637-B496DD229D7A}"/>
                  </a:ext>
                </a:extLst>
              </p:cNvPr>
              <p:cNvSpPr/>
              <p:nvPr/>
            </p:nvSpPr>
            <p:spPr>
              <a:xfrm rot="5400000">
                <a:off x="5865773" y="3597862"/>
                <a:ext cx="36000" cy="36000"/>
              </a:xfrm>
              <a:prstGeom prst="ellipse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4" name="타원 2053">
                <a:extLst>
                  <a:ext uri="{FF2B5EF4-FFF2-40B4-BE49-F238E27FC236}">
                    <a16:creationId xmlns:a16="http://schemas.microsoft.com/office/drawing/2014/main" id="{3E264C52-D55D-4778-8022-7FC19A79E4D0}"/>
                  </a:ext>
                </a:extLst>
              </p:cNvPr>
              <p:cNvSpPr/>
              <p:nvPr/>
            </p:nvSpPr>
            <p:spPr>
              <a:xfrm rot="5400000">
                <a:off x="5957717" y="3597862"/>
                <a:ext cx="36000" cy="36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5" name="타원 2054">
                <a:extLst>
                  <a:ext uri="{FF2B5EF4-FFF2-40B4-BE49-F238E27FC236}">
                    <a16:creationId xmlns:a16="http://schemas.microsoft.com/office/drawing/2014/main" id="{41F71595-53F6-4DB4-B8C8-65FD90A83ED4}"/>
                  </a:ext>
                </a:extLst>
              </p:cNvPr>
              <p:cNvSpPr/>
              <p:nvPr/>
            </p:nvSpPr>
            <p:spPr>
              <a:xfrm rot="5400000">
                <a:off x="6046341" y="3597862"/>
                <a:ext cx="36000" cy="3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6" name="타원 2055">
                <a:extLst>
                  <a:ext uri="{FF2B5EF4-FFF2-40B4-BE49-F238E27FC236}">
                    <a16:creationId xmlns:a16="http://schemas.microsoft.com/office/drawing/2014/main" id="{CBD8F65F-0795-4FD1-9654-76AE30F217C7}"/>
                  </a:ext>
                </a:extLst>
              </p:cNvPr>
              <p:cNvSpPr/>
              <p:nvPr/>
            </p:nvSpPr>
            <p:spPr>
              <a:xfrm rot="5400000">
                <a:off x="6132799" y="3597862"/>
                <a:ext cx="36000" cy="360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7" name="타원 2056">
                <a:extLst>
                  <a:ext uri="{FF2B5EF4-FFF2-40B4-BE49-F238E27FC236}">
                    <a16:creationId xmlns:a16="http://schemas.microsoft.com/office/drawing/2014/main" id="{09019D41-0CCC-4231-8A6F-3BDE2149E142}"/>
                  </a:ext>
                </a:extLst>
              </p:cNvPr>
              <p:cNvSpPr/>
              <p:nvPr/>
            </p:nvSpPr>
            <p:spPr>
              <a:xfrm rot="5400000">
                <a:off x="6221423" y="3597862"/>
                <a:ext cx="36000" cy="36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3520" name="연결선: 꺾임 3519">
                <a:extLst>
                  <a:ext uri="{FF2B5EF4-FFF2-40B4-BE49-F238E27FC236}">
                    <a16:creationId xmlns:a16="http://schemas.microsoft.com/office/drawing/2014/main" id="{01D06AC4-AA3D-4F0B-B00B-85AD58EAC814}"/>
                  </a:ext>
                </a:extLst>
              </p:cNvPr>
              <p:cNvCxnSpPr>
                <a:cxnSpLocks/>
                <a:stCxn id="2856" idx="2"/>
                <a:endCxn id="3167" idx="1"/>
              </p:cNvCxnSpPr>
              <p:nvPr/>
            </p:nvCxnSpPr>
            <p:spPr>
              <a:xfrm rot="16200000" flipH="1">
                <a:off x="7210997" y="1665724"/>
                <a:ext cx="1355049" cy="3745054"/>
              </a:xfrm>
              <a:prstGeom prst="bentConnector4">
                <a:avLst>
                  <a:gd name="adj1" fmla="val -20736"/>
                  <a:gd name="adj2" fmla="val 50863"/>
                </a:avLst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04" name="연결선: 꺾임 3203">
                <a:extLst>
                  <a:ext uri="{FF2B5EF4-FFF2-40B4-BE49-F238E27FC236}">
                    <a16:creationId xmlns:a16="http://schemas.microsoft.com/office/drawing/2014/main" id="{6EEFF18C-7AEB-4F30-B5E4-D6F78D04B281}"/>
                  </a:ext>
                </a:extLst>
              </p:cNvPr>
              <p:cNvCxnSpPr>
                <a:cxnSpLocks/>
                <a:stCxn id="2846" idx="2"/>
                <a:endCxn id="3168" idx="1"/>
              </p:cNvCxnSpPr>
              <p:nvPr/>
            </p:nvCxnSpPr>
            <p:spPr>
              <a:xfrm rot="16200000" flipH="1">
                <a:off x="6929276" y="1301489"/>
                <a:ext cx="1915624" cy="3742187"/>
              </a:xfrm>
              <a:prstGeom prst="bentConnector4">
                <a:avLst>
                  <a:gd name="adj1" fmla="val -13551"/>
                  <a:gd name="adj2" fmla="val 82452"/>
                </a:avLst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60" name="연결선: 꺾임 3459">
                <a:extLst>
                  <a:ext uri="{FF2B5EF4-FFF2-40B4-BE49-F238E27FC236}">
                    <a16:creationId xmlns:a16="http://schemas.microsoft.com/office/drawing/2014/main" id="{F22118EA-E6B7-43F5-B7B0-52B194204F78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7186999" y="4047912"/>
                <a:ext cx="2569479" cy="1343762"/>
              </a:xfrm>
              <a:prstGeom prst="bentConnector3">
                <a:avLst>
                  <a:gd name="adj1" fmla="val 99674"/>
                </a:avLst>
              </a:prstGeom>
              <a:ln w="28575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99" name="연결선: 꺾임 3198">
                <a:extLst>
                  <a:ext uri="{FF2B5EF4-FFF2-40B4-BE49-F238E27FC236}">
                    <a16:creationId xmlns:a16="http://schemas.microsoft.com/office/drawing/2014/main" id="{FBCB8863-503C-4F9F-956A-60F10B36DFAF}"/>
                  </a:ext>
                </a:extLst>
              </p:cNvPr>
              <p:cNvCxnSpPr>
                <a:cxnSpLocks/>
                <a:stCxn id="2845" idx="2"/>
                <a:endCxn id="2014" idx="0"/>
              </p:cNvCxnSpPr>
              <p:nvPr/>
            </p:nvCxnSpPr>
            <p:spPr>
              <a:xfrm rot="16200000" flipH="1">
                <a:off x="6466547" y="1881464"/>
                <a:ext cx="2959790" cy="3623502"/>
              </a:xfrm>
              <a:prstGeom prst="bentConnector4">
                <a:avLst>
                  <a:gd name="adj1" fmla="val -5273"/>
                  <a:gd name="adj2" fmla="val 76200"/>
                </a:avLst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27" name="연결선: 꺾임 3226">
                <a:extLst>
                  <a:ext uri="{FF2B5EF4-FFF2-40B4-BE49-F238E27FC236}">
                    <a16:creationId xmlns:a16="http://schemas.microsoft.com/office/drawing/2014/main" id="{83CDB748-7AFC-466D-8374-7CDC01246219}"/>
                  </a:ext>
                </a:extLst>
              </p:cNvPr>
              <p:cNvCxnSpPr>
                <a:cxnSpLocks/>
                <a:stCxn id="2855" idx="2"/>
                <a:endCxn id="2011" idx="0"/>
              </p:cNvCxnSpPr>
              <p:nvPr/>
            </p:nvCxnSpPr>
            <p:spPr>
              <a:xfrm rot="16200000" flipH="1">
                <a:off x="6748267" y="2245701"/>
                <a:ext cx="2399218" cy="3626370"/>
              </a:xfrm>
              <a:prstGeom prst="bentConnector4">
                <a:avLst>
                  <a:gd name="adj1" fmla="val -6751"/>
                  <a:gd name="adj2" fmla="val 73815"/>
                </a:avLst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69" name="연결선: 꺾임 3468">
                <a:extLst>
                  <a:ext uri="{FF2B5EF4-FFF2-40B4-BE49-F238E27FC236}">
                    <a16:creationId xmlns:a16="http://schemas.microsoft.com/office/drawing/2014/main" id="{32E91071-6E4D-476A-B916-EB7E0782E36D}"/>
                  </a:ext>
                </a:extLst>
              </p:cNvPr>
              <p:cNvCxnSpPr>
                <a:cxnSpLocks/>
                <a:stCxn id="2017" idx="1"/>
                <a:endCxn id="2289" idx="2"/>
              </p:cNvCxnSpPr>
              <p:nvPr/>
            </p:nvCxnSpPr>
            <p:spPr>
              <a:xfrm rot="10800000" flipV="1">
                <a:off x="7296329" y="5084855"/>
                <a:ext cx="2449900" cy="316675"/>
              </a:xfrm>
              <a:prstGeom prst="bentConnector3">
                <a:avLst>
                  <a:gd name="adj1" fmla="val 100543"/>
                </a:avLst>
              </a:prstGeom>
              <a:ln w="28575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25" name="연결선: 꺾임 2824">
                <a:extLst>
                  <a:ext uri="{FF2B5EF4-FFF2-40B4-BE49-F238E27FC236}">
                    <a16:creationId xmlns:a16="http://schemas.microsoft.com/office/drawing/2014/main" id="{6816D6F9-C296-4806-A700-C58B67BA9B94}"/>
                  </a:ext>
                </a:extLst>
              </p:cNvPr>
              <p:cNvCxnSpPr>
                <a:cxnSpLocks/>
                <a:stCxn id="2828" idx="6"/>
                <a:endCxn id="2048" idx="0"/>
              </p:cNvCxnSpPr>
              <p:nvPr/>
            </p:nvCxnSpPr>
            <p:spPr>
              <a:xfrm>
                <a:off x="4437988" y="3729669"/>
                <a:ext cx="4246980" cy="1744370"/>
              </a:xfrm>
              <a:prstGeom prst="bentConnector3">
                <a:avLst>
                  <a:gd name="adj1" fmla="val 100561"/>
                </a:avLst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92" name="연결선: 꺾임 3191">
                <a:extLst>
                  <a:ext uri="{FF2B5EF4-FFF2-40B4-BE49-F238E27FC236}">
                    <a16:creationId xmlns:a16="http://schemas.microsoft.com/office/drawing/2014/main" id="{111A918B-51E5-4DD4-803A-06B98701D0FB}"/>
                  </a:ext>
                </a:extLst>
              </p:cNvPr>
              <p:cNvCxnSpPr>
                <a:cxnSpLocks/>
                <a:stCxn id="2857" idx="2"/>
                <a:endCxn id="3422" idx="6"/>
              </p:cNvCxnSpPr>
              <p:nvPr/>
            </p:nvCxnSpPr>
            <p:spPr>
              <a:xfrm rot="16200000" flipV="1">
                <a:off x="5014790" y="1977826"/>
                <a:ext cx="281906" cy="1483113"/>
              </a:xfrm>
              <a:prstGeom prst="bentConnector2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39" name="연결선: 꺾임 3438">
                <a:extLst>
                  <a:ext uri="{FF2B5EF4-FFF2-40B4-BE49-F238E27FC236}">
                    <a16:creationId xmlns:a16="http://schemas.microsoft.com/office/drawing/2014/main" id="{0A22AB8F-A267-4CF4-97E5-CA94DF5719CB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 flipV="1">
                <a:off x="4317817" y="2337732"/>
                <a:ext cx="2878322" cy="3133022"/>
              </a:xfrm>
              <a:prstGeom prst="bentConnector4">
                <a:avLst>
                  <a:gd name="adj1" fmla="val 39214"/>
                  <a:gd name="adj2" fmla="val 131579"/>
                </a:avLst>
              </a:prstGeom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1" name="연결선: 꺾임 2650">
                <a:extLst>
                  <a:ext uri="{FF2B5EF4-FFF2-40B4-BE49-F238E27FC236}">
                    <a16:creationId xmlns:a16="http://schemas.microsoft.com/office/drawing/2014/main" id="{983E0867-FE2D-4DC1-9EBB-142E63E22B5A}"/>
                  </a:ext>
                </a:extLst>
              </p:cNvPr>
              <p:cNvCxnSpPr>
                <a:cxnSpLocks/>
                <a:stCxn id="2583" idx="4"/>
                <a:endCxn id="2636" idx="0"/>
              </p:cNvCxnSpPr>
              <p:nvPr/>
            </p:nvCxnSpPr>
            <p:spPr>
              <a:xfrm rot="5400000">
                <a:off x="4943047" y="4271669"/>
                <a:ext cx="572201" cy="975818"/>
              </a:xfrm>
              <a:prstGeom prst="bentConnector4">
                <a:avLst>
                  <a:gd name="adj1" fmla="val 38938"/>
                  <a:gd name="adj2" fmla="val -51"/>
                </a:avLst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5" name="연결선: 꺾임 2654">
                <a:extLst>
                  <a:ext uri="{FF2B5EF4-FFF2-40B4-BE49-F238E27FC236}">
                    <a16:creationId xmlns:a16="http://schemas.microsoft.com/office/drawing/2014/main" id="{C7FD5F9B-CCD5-4E29-9D46-E3A720CD55D3}"/>
                  </a:ext>
                </a:extLst>
              </p:cNvPr>
              <p:cNvCxnSpPr>
                <a:cxnSpLocks/>
                <a:stCxn id="2591" idx="4"/>
                <a:endCxn id="2613" idx="0"/>
              </p:cNvCxnSpPr>
              <p:nvPr/>
            </p:nvCxnSpPr>
            <p:spPr>
              <a:xfrm rot="5400000">
                <a:off x="4978334" y="4236381"/>
                <a:ext cx="679606" cy="1153800"/>
              </a:xfrm>
              <a:prstGeom prst="bentConnector4">
                <a:avLst>
                  <a:gd name="adj1" fmla="val 49069"/>
                  <a:gd name="adj2" fmla="val 111"/>
                </a:avLst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61" name="연결선: 꺾임 2660">
                <a:extLst>
                  <a:ext uri="{FF2B5EF4-FFF2-40B4-BE49-F238E27FC236}">
                    <a16:creationId xmlns:a16="http://schemas.microsoft.com/office/drawing/2014/main" id="{C121869B-D691-495A-B7BD-AC0258A6BA0A}"/>
                  </a:ext>
                </a:extLst>
              </p:cNvPr>
              <p:cNvCxnSpPr>
                <a:cxnSpLocks/>
                <a:stCxn id="2603" idx="4"/>
                <a:endCxn id="219" idx="0"/>
              </p:cNvCxnSpPr>
              <p:nvPr/>
            </p:nvCxnSpPr>
            <p:spPr>
              <a:xfrm rot="5400000">
                <a:off x="4654405" y="4560312"/>
                <a:ext cx="1569638" cy="1395971"/>
              </a:xfrm>
              <a:prstGeom prst="bentConnector4">
                <a:avLst>
                  <a:gd name="adj1" fmla="val 57901"/>
                  <a:gd name="adj2" fmla="val 66680"/>
                </a:avLst>
              </a:prstGeom>
              <a:ln w="28575"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72" name="연결선: 꺾임 2671">
                <a:extLst>
                  <a:ext uri="{FF2B5EF4-FFF2-40B4-BE49-F238E27FC236}">
                    <a16:creationId xmlns:a16="http://schemas.microsoft.com/office/drawing/2014/main" id="{39E8A8C3-4F47-490C-A8D3-BC7AFB794A0E}"/>
                  </a:ext>
                </a:extLst>
              </p:cNvPr>
              <p:cNvCxnSpPr>
                <a:cxnSpLocks/>
                <a:stCxn id="2599" idx="4"/>
                <a:endCxn id="218" idx="0"/>
              </p:cNvCxnSpPr>
              <p:nvPr/>
            </p:nvCxnSpPr>
            <p:spPr>
              <a:xfrm rot="5400000">
                <a:off x="4689694" y="4525022"/>
                <a:ext cx="1677041" cy="1573952"/>
              </a:xfrm>
              <a:prstGeom prst="bentConnector4">
                <a:avLst>
                  <a:gd name="adj1" fmla="val 62125"/>
                  <a:gd name="adj2" fmla="val 63085"/>
                </a:avLst>
              </a:prstGeom>
              <a:ln w="285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26" name="연결선: 꺾임 3125">
                <a:extLst>
                  <a:ext uri="{FF2B5EF4-FFF2-40B4-BE49-F238E27FC236}">
                    <a16:creationId xmlns:a16="http://schemas.microsoft.com/office/drawing/2014/main" id="{0C3B281A-EC1B-4F32-AF77-7A7DAEE389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997097" y="4021062"/>
                <a:ext cx="2030827" cy="1449691"/>
              </a:xfrm>
              <a:prstGeom prst="bentConnector4">
                <a:avLst>
                  <a:gd name="adj1" fmla="val 587"/>
                  <a:gd name="adj2" fmla="val -7819"/>
                </a:avLst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1" name="연결선: 꺾임 3140">
                <a:extLst>
                  <a:ext uri="{FF2B5EF4-FFF2-40B4-BE49-F238E27FC236}">
                    <a16:creationId xmlns:a16="http://schemas.microsoft.com/office/drawing/2014/main" id="{42C7B38C-1053-4E2E-9DC6-3DB3D0F728B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878889" y="3902365"/>
                <a:ext cx="2211547" cy="1568388"/>
              </a:xfrm>
              <a:prstGeom prst="bentConnector4">
                <a:avLst>
                  <a:gd name="adj1" fmla="val -754"/>
                  <a:gd name="adj2" fmla="val -11136"/>
                </a:avLst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3" name="연결선: 꺾임 2492">
                <a:extLst>
                  <a:ext uri="{FF2B5EF4-FFF2-40B4-BE49-F238E27FC236}">
                    <a16:creationId xmlns:a16="http://schemas.microsoft.com/office/drawing/2014/main" id="{532D524D-7537-4B62-9227-7107B68D0225}"/>
                  </a:ext>
                </a:extLst>
              </p:cNvPr>
              <p:cNvCxnSpPr>
                <a:cxnSpLocks/>
                <a:stCxn id="2248" idx="2"/>
                <a:endCxn id="2490" idx="0"/>
              </p:cNvCxnSpPr>
              <p:nvPr/>
            </p:nvCxnSpPr>
            <p:spPr>
              <a:xfrm flipH="1">
                <a:off x="6462107" y="5470753"/>
                <a:ext cx="445600" cy="514539"/>
              </a:xfrm>
              <a:prstGeom prst="bentConnector4">
                <a:avLst>
                  <a:gd name="adj1" fmla="val -2672"/>
                  <a:gd name="adj2" fmla="val 99524"/>
                </a:avLst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7" name="연결선: 꺾임 2506">
                <a:extLst>
                  <a:ext uri="{FF2B5EF4-FFF2-40B4-BE49-F238E27FC236}">
                    <a16:creationId xmlns:a16="http://schemas.microsoft.com/office/drawing/2014/main" id="{65B7088D-165A-4A07-B826-508BC5B111D9}"/>
                  </a:ext>
                </a:extLst>
              </p:cNvPr>
              <p:cNvCxnSpPr>
                <a:cxnSpLocks/>
                <a:stCxn id="2295" idx="3"/>
                <a:endCxn id="2487" idx="0"/>
              </p:cNvCxnSpPr>
              <p:nvPr/>
            </p:nvCxnSpPr>
            <p:spPr>
              <a:xfrm flipH="1">
                <a:off x="6462107" y="5470753"/>
                <a:ext cx="812731" cy="606237"/>
              </a:xfrm>
              <a:prstGeom prst="bentConnector4">
                <a:avLst>
                  <a:gd name="adj1" fmla="val -1465"/>
                  <a:gd name="adj2" fmla="val 99368"/>
                </a:avLst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98" name="연결선: 꺾임 3097">
                <a:extLst>
                  <a:ext uri="{FF2B5EF4-FFF2-40B4-BE49-F238E27FC236}">
                    <a16:creationId xmlns:a16="http://schemas.microsoft.com/office/drawing/2014/main" id="{F1155AD7-727D-492F-95BE-D4E057D80FD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6016035" y="3212697"/>
                <a:ext cx="2433922" cy="1943081"/>
              </a:xfrm>
              <a:prstGeom prst="bentConnector4">
                <a:avLst>
                  <a:gd name="adj1" fmla="val 5112"/>
                  <a:gd name="adj2" fmla="val 99964"/>
                </a:avLst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54" name="연결선: 꺾임 3153">
                <a:extLst>
                  <a:ext uri="{FF2B5EF4-FFF2-40B4-BE49-F238E27FC236}">
                    <a16:creationId xmlns:a16="http://schemas.microsoft.com/office/drawing/2014/main" id="{E26E9054-57EA-4AAE-9224-808C7BA34945}"/>
                  </a:ext>
                </a:extLst>
              </p:cNvPr>
              <p:cNvCxnSpPr>
                <a:cxnSpLocks/>
                <a:stCxn id="3080" idx="6"/>
                <a:endCxn id="2437" idx="3"/>
              </p:cNvCxnSpPr>
              <p:nvPr/>
            </p:nvCxnSpPr>
            <p:spPr>
              <a:xfrm rot="16200000" flipH="1">
                <a:off x="5461172" y="2479050"/>
                <a:ext cx="3717670" cy="2126628"/>
              </a:xfrm>
              <a:prstGeom prst="bentConnector4">
                <a:avLst>
                  <a:gd name="adj1" fmla="val 4002"/>
                  <a:gd name="adj2" fmla="val 100503"/>
                </a:avLst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55" name="연결선: 꺾임 3054">
                <a:extLst>
                  <a:ext uri="{FF2B5EF4-FFF2-40B4-BE49-F238E27FC236}">
                    <a16:creationId xmlns:a16="http://schemas.microsoft.com/office/drawing/2014/main" id="{F04FEE1B-C566-47D2-97B4-BC629BB782D1}"/>
                  </a:ext>
                </a:extLst>
              </p:cNvPr>
              <p:cNvCxnSpPr>
                <a:cxnSpLocks/>
                <a:stCxn id="2849" idx="6"/>
                <a:endCxn id="2243" idx="0"/>
              </p:cNvCxnSpPr>
              <p:nvPr/>
            </p:nvCxnSpPr>
            <p:spPr>
              <a:xfrm rot="16200000" flipH="1">
                <a:off x="5038689" y="3539324"/>
                <a:ext cx="3087023" cy="651014"/>
              </a:xfrm>
              <a:prstGeom prst="bentConnector4">
                <a:avLst>
                  <a:gd name="adj1" fmla="val 4325"/>
                  <a:gd name="adj2" fmla="val 101500"/>
                </a:avLst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77" name="연결선: 꺾임 2676">
                <a:extLst>
                  <a:ext uri="{FF2B5EF4-FFF2-40B4-BE49-F238E27FC236}">
                    <a16:creationId xmlns:a16="http://schemas.microsoft.com/office/drawing/2014/main" id="{7675F960-88B2-4A23-B039-7AB75CB3048D}"/>
                  </a:ext>
                </a:extLst>
              </p:cNvPr>
              <p:cNvCxnSpPr>
                <a:cxnSpLocks/>
                <a:stCxn id="2054" idx="2"/>
                <a:endCxn id="2005" idx="2"/>
              </p:cNvCxnSpPr>
              <p:nvPr/>
            </p:nvCxnSpPr>
            <p:spPr>
              <a:xfrm rot="16200000" flipH="1">
                <a:off x="5602819" y="3970759"/>
                <a:ext cx="1785305" cy="1039511"/>
              </a:xfrm>
              <a:prstGeom prst="bentConnector3">
                <a:avLst>
                  <a:gd name="adj1" fmla="val -11471"/>
                </a:avLst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8" name="그룹 67">
                <a:extLst>
                  <a:ext uri="{FF2B5EF4-FFF2-40B4-BE49-F238E27FC236}">
                    <a16:creationId xmlns:a16="http://schemas.microsoft.com/office/drawing/2014/main" id="{39E40299-0F2A-46DE-B06B-9AF0D2515167}"/>
                  </a:ext>
                </a:extLst>
              </p:cNvPr>
              <p:cNvGrpSpPr/>
              <p:nvPr/>
            </p:nvGrpSpPr>
            <p:grpSpPr>
              <a:xfrm>
                <a:off x="4287848" y="5765315"/>
                <a:ext cx="478686" cy="696290"/>
                <a:chOff x="4287848" y="5765315"/>
                <a:chExt cx="478686" cy="696290"/>
              </a:xfrm>
            </p:grpSpPr>
            <p:sp>
              <p:nvSpPr>
                <p:cNvPr id="186" name="자유형: 도형 185">
                  <a:extLst>
                    <a:ext uri="{FF2B5EF4-FFF2-40B4-BE49-F238E27FC236}">
                      <a16:creationId xmlns:a16="http://schemas.microsoft.com/office/drawing/2014/main" id="{EB9E4F22-CEAE-44E5-9F33-615FCEDBBE8A}"/>
                    </a:ext>
                  </a:extLst>
                </p:cNvPr>
                <p:cNvSpPr/>
                <p:nvPr/>
              </p:nvSpPr>
              <p:spPr>
                <a:xfrm rot="10800000">
                  <a:off x="4509515" y="6290054"/>
                  <a:ext cx="12648" cy="12660"/>
                </a:xfrm>
                <a:custGeom>
                  <a:avLst/>
                  <a:gdLst>
                    <a:gd name="connsiteX0" fmla="*/ 0 w 12647"/>
                    <a:gd name="connsiteY0" fmla="*/ 0 h 0"/>
                    <a:gd name="connsiteX1" fmla="*/ 12648 w 12647"/>
                    <a:gd name="connsiteY1" fmla="*/ 0 h 0"/>
                    <a:gd name="connsiteX2" fmla="*/ 12648 w 12647"/>
                    <a:gd name="connsiteY2" fmla="*/ 12660 h 0"/>
                    <a:gd name="connsiteX3" fmla="*/ 0 w 12647"/>
                    <a:gd name="connsiteY3" fmla="*/ 1266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647">
                      <a:moveTo>
                        <a:pt x="0" y="0"/>
                      </a:moveTo>
                      <a:lnTo>
                        <a:pt x="12648" y="0"/>
                      </a:lnTo>
                      <a:lnTo>
                        <a:pt x="12648" y="12660"/>
                      </a:lnTo>
                      <a:lnTo>
                        <a:pt x="0" y="12660"/>
                      </a:lnTo>
                      <a:close/>
                    </a:path>
                  </a:pathLst>
                </a:custGeom>
                <a:solidFill>
                  <a:srgbClr val="8C8C8C"/>
                </a:solidFill>
                <a:ln w="126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87" name="자유형: 도형 186">
                  <a:extLst>
                    <a:ext uri="{FF2B5EF4-FFF2-40B4-BE49-F238E27FC236}">
                      <a16:creationId xmlns:a16="http://schemas.microsoft.com/office/drawing/2014/main" id="{CEA5FC37-9A8D-4506-BE94-53733DCCD1E9}"/>
                    </a:ext>
                  </a:extLst>
                </p:cNvPr>
                <p:cNvSpPr/>
                <p:nvPr/>
              </p:nvSpPr>
              <p:spPr>
                <a:xfrm rot="10800000">
                  <a:off x="4510780" y="5901328"/>
                  <a:ext cx="12648" cy="12660"/>
                </a:xfrm>
                <a:custGeom>
                  <a:avLst/>
                  <a:gdLst>
                    <a:gd name="connsiteX0" fmla="*/ 0 w 12647"/>
                    <a:gd name="connsiteY0" fmla="*/ 0 h 0"/>
                    <a:gd name="connsiteX1" fmla="*/ 12648 w 12647"/>
                    <a:gd name="connsiteY1" fmla="*/ 0 h 0"/>
                    <a:gd name="connsiteX2" fmla="*/ 12648 w 12647"/>
                    <a:gd name="connsiteY2" fmla="*/ 12660 h 0"/>
                    <a:gd name="connsiteX3" fmla="*/ 0 w 12647"/>
                    <a:gd name="connsiteY3" fmla="*/ 1266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647">
                      <a:moveTo>
                        <a:pt x="0" y="0"/>
                      </a:moveTo>
                      <a:lnTo>
                        <a:pt x="12648" y="0"/>
                      </a:lnTo>
                      <a:lnTo>
                        <a:pt x="12648" y="12660"/>
                      </a:lnTo>
                      <a:lnTo>
                        <a:pt x="0" y="12660"/>
                      </a:lnTo>
                      <a:close/>
                    </a:path>
                  </a:pathLst>
                </a:custGeom>
                <a:solidFill>
                  <a:srgbClr val="8C8C8C"/>
                </a:solidFill>
                <a:ln w="126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95" name="자유형: 도형 194">
                  <a:extLst>
                    <a:ext uri="{FF2B5EF4-FFF2-40B4-BE49-F238E27FC236}">
                      <a16:creationId xmlns:a16="http://schemas.microsoft.com/office/drawing/2014/main" id="{0A8AC463-48BC-4870-BF39-C76F87A11FE0}"/>
                    </a:ext>
                  </a:extLst>
                </p:cNvPr>
                <p:cNvSpPr/>
                <p:nvPr/>
              </p:nvSpPr>
              <p:spPr>
                <a:xfrm rot="10800000">
                  <a:off x="4451537" y="6090172"/>
                  <a:ext cx="12648" cy="37979"/>
                </a:xfrm>
                <a:custGeom>
                  <a:avLst/>
                  <a:gdLst>
                    <a:gd name="connsiteX0" fmla="*/ 0 w 0"/>
                    <a:gd name="connsiteY0" fmla="*/ 0 h 37979"/>
                    <a:gd name="connsiteX1" fmla="*/ 11889 w 0"/>
                    <a:gd name="connsiteY1" fmla="*/ 0 h 37979"/>
                    <a:gd name="connsiteX2" fmla="*/ 11889 w 0"/>
                    <a:gd name="connsiteY2" fmla="*/ 38498 h 37979"/>
                    <a:gd name="connsiteX3" fmla="*/ 0 w 0"/>
                    <a:gd name="connsiteY3" fmla="*/ 38498 h 379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h="37979">
                      <a:moveTo>
                        <a:pt x="0" y="0"/>
                      </a:moveTo>
                      <a:lnTo>
                        <a:pt x="11889" y="0"/>
                      </a:lnTo>
                      <a:lnTo>
                        <a:pt x="11889" y="38498"/>
                      </a:lnTo>
                      <a:lnTo>
                        <a:pt x="0" y="38498"/>
                      </a:lnTo>
                      <a:close/>
                    </a:path>
                  </a:pathLst>
                </a:custGeom>
                <a:solidFill>
                  <a:srgbClr val="878787"/>
                </a:solidFill>
                <a:ln w="126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96" name="자유형: 도형 195">
                  <a:extLst>
                    <a:ext uri="{FF2B5EF4-FFF2-40B4-BE49-F238E27FC236}">
                      <a16:creationId xmlns:a16="http://schemas.microsoft.com/office/drawing/2014/main" id="{0C2E856E-42AD-4DF7-AB96-F2EEB16C5EE4}"/>
                    </a:ext>
                  </a:extLst>
                </p:cNvPr>
                <p:cNvSpPr/>
                <p:nvPr/>
              </p:nvSpPr>
              <p:spPr>
                <a:xfrm rot="10800000">
                  <a:off x="4290440" y="6080942"/>
                  <a:ext cx="126480" cy="63299"/>
                </a:xfrm>
                <a:custGeom>
                  <a:avLst/>
                  <a:gdLst>
                    <a:gd name="connsiteX0" fmla="*/ 0 w 126479"/>
                    <a:gd name="connsiteY0" fmla="*/ 0 h 63299"/>
                    <a:gd name="connsiteX1" fmla="*/ 129540 w 126479"/>
                    <a:gd name="connsiteY1" fmla="*/ 0 h 63299"/>
                    <a:gd name="connsiteX2" fmla="*/ 129540 w 126479"/>
                    <a:gd name="connsiteY2" fmla="*/ 70691 h 63299"/>
                    <a:gd name="connsiteX3" fmla="*/ 0 w 126479"/>
                    <a:gd name="connsiteY3" fmla="*/ 70691 h 632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6479" h="63299">
                      <a:moveTo>
                        <a:pt x="0" y="0"/>
                      </a:moveTo>
                      <a:lnTo>
                        <a:pt x="129540" y="0"/>
                      </a:lnTo>
                      <a:lnTo>
                        <a:pt x="129540" y="70691"/>
                      </a:lnTo>
                      <a:lnTo>
                        <a:pt x="0" y="70691"/>
                      </a:lnTo>
                      <a:close/>
                    </a:path>
                  </a:pathLst>
                </a:custGeom>
                <a:solidFill>
                  <a:srgbClr val="E5E500"/>
                </a:solidFill>
                <a:ln w="126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grpSp>
              <p:nvGrpSpPr>
                <p:cNvPr id="197" name="그래픽 171">
                  <a:extLst>
                    <a:ext uri="{FF2B5EF4-FFF2-40B4-BE49-F238E27FC236}">
                      <a16:creationId xmlns:a16="http://schemas.microsoft.com/office/drawing/2014/main" id="{F3EBA36A-A5EE-43E7-92BA-EDC33EEBEAD1}"/>
                    </a:ext>
                  </a:extLst>
                </p:cNvPr>
                <p:cNvGrpSpPr/>
                <p:nvPr/>
              </p:nvGrpSpPr>
              <p:grpSpPr>
                <a:xfrm rot="10800000">
                  <a:off x="4287848" y="5765315"/>
                  <a:ext cx="164423" cy="696290"/>
                  <a:chOff x="5660393" y="2928937"/>
                  <a:chExt cx="164423" cy="696290"/>
                </a:xfrm>
                <a:solidFill>
                  <a:schemeClr val="accent1"/>
                </a:solidFill>
              </p:grpSpPr>
              <p:sp>
                <p:nvSpPr>
                  <p:cNvPr id="198" name="자유형: 도형 197">
                    <a:extLst>
                      <a:ext uri="{FF2B5EF4-FFF2-40B4-BE49-F238E27FC236}">
                        <a16:creationId xmlns:a16="http://schemas.microsoft.com/office/drawing/2014/main" id="{FF66CF35-ED73-4FDF-97A9-0F58CEF96305}"/>
                      </a:ext>
                    </a:extLst>
                  </p:cNvPr>
                  <p:cNvSpPr/>
                  <p:nvPr/>
                </p:nvSpPr>
                <p:spPr>
                  <a:xfrm>
                    <a:off x="5660393" y="3167773"/>
                    <a:ext cx="25296" cy="215217"/>
                  </a:xfrm>
                  <a:custGeom>
                    <a:avLst/>
                    <a:gdLst>
                      <a:gd name="connsiteX0" fmla="*/ 0 w 25295"/>
                      <a:gd name="connsiteY0" fmla="*/ 0 h 215216"/>
                      <a:gd name="connsiteX1" fmla="*/ 35351 w 25295"/>
                      <a:gd name="connsiteY1" fmla="*/ 0 h 215216"/>
                      <a:gd name="connsiteX2" fmla="*/ 35351 w 25295"/>
                      <a:gd name="connsiteY2" fmla="*/ 227721 h 215216"/>
                      <a:gd name="connsiteX3" fmla="*/ 0 w 25295"/>
                      <a:gd name="connsiteY3" fmla="*/ 227721 h 2152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295" h="215216">
                        <a:moveTo>
                          <a:pt x="0" y="0"/>
                        </a:moveTo>
                        <a:lnTo>
                          <a:pt x="35351" y="0"/>
                        </a:lnTo>
                        <a:lnTo>
                          <a:pt x="35351" y="227721"/>
                        </a:lnTo>
                        <a:lnTo>
                          <a:pt x="0" y="227721"/>
                        </a:lnTo>
                        <a:close/>
                      </a:path>
                    </a:pathLst>
                  </a:custGeom>
                  <a:solidFill>
                    <a:srgbClr val="E5E500"/>
                  </a:solidFill>
                  <a:ln w="126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9" name="자유형: 도형 198">
                    <a:extLst>
                      <a:ext uri="{FF2B5EF4-FFF2-40B4-BE49-F238E27FC236}">
                        <a16:creationId xmlns:a16="http://schemas.microsoft.com/office/drawing/2014/main" id="{5D08E763-1F12-422C-B057-71BD9362D45F}"/>
                      </a:ext>
                    </a:extLst>
                  </p:cNvPr>
                  <p:cNvSpPr/>
                  <p:nvPr/>
                </p:nvSpPr>
                <p:spPr>
                  <a:xfrm>
                    <a:off x="5695744" y="2928937"/>
                    <a:ext cx="126480" cy="696290"/>
                  </a:xfrm>
                  <a:custGeom>
                    <a:avLst/>
                    <a:gdLst>
                      <a:gd name="connsiteX0" fmla="*/ 95062 w 126479"/>
                      <a:gd name="connsiteY0" fmla="*/ 317364 h 696289"/>
                      <a:gd name="connsiteX1" fmla="*/ 95062 w 126479"/>
                      <a:gd name="connsiteY1" fmla="*/ 0 h 696289"/>
                      <a:gd name="connsiteX2" fmla="*/ 0 w 126479"/>
                      <a:gd name="connsiteY2" fmla="*/ 0 h 696289"/>
                      <a:gd name="connsiteX3" fmla="*/ 0 w 126479"/>
                      <a:gd name="connsiteY3" fmla="*/ 329150 h 696289"/>
                      <a:gd name="connsiteX4" fmla="*/ 129540 w 126479"/>
                      <a:gd name="connsiteY4" fmla="*/ 329150 h 696289"/>
                      <a:gd name="connsiteX5" fmla="*/ 129540 w 126479"/>
                      <a:gd name="connsiteY5" fmla="*/ 376231 h 696289"/>
                      <a:gd name="connsiteX6" fmla="*/ 0 w 126479"/>
                      <a:gd name="connsiteY6" fmla="*/ 376231 h 696289"/>
                      <a:gd name="connsiteX7" fmla="*/ 0 w 126479"/>
                      <a:gd name="connsiteY7" fmla="*/ 705406 h 696289"/>
                      <a:gd name="connsiteX8" fmla="*/ 95062 w 126479"/>
                      <a:gd name="connsiteY8" fmla="*/ 705406 h 696289"/>
                      <a:gd name="connsiteX9" fmla="*/ 95062 w 126479"/>
                      <a:gd name="connsiteY9" fmla="*/ 388055 h 696289"/>
                      <a:gd name="connsiteX10" fmla="*/ 129540 w 126479"/>
                      <a:gd name="connsiteY10" fmla="*/ 388055 h 696289"/>
                      <a:gd name="connsiteX11" fmla="*/ 129540 w 126479"/>
                      <a:gd name="connsiteY11" fmla="*/ 317364 h 6962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26479" h="696289">
                        <a:moveTo>
                          <a:pt x="95062" y="317364"/>
                        </a:moveTo>
                        <a:lnTo>
                          <a:pt x="95062" y="0"/>
                        </a:lnTo>
                        <a:lnTo>
                          <a:pt x="0" y="0"/>
                        </a:lnTo>
                        <a:lnTo>
                          <a:pt x="0" y="329150"/>
                        </a:lnTo>
                        <a:lnTo>
                          <a:pt x="129540" y="329150"/>
                        </a:lnTo>
                        <a:lnTo>
                          <a:pt x="129540" y="376231"/>
                        </a:lnTo>
                        <a:lnTo>
                          <a:pt x="0" y="376231"/>
                        </a:lnTo>
                        <a:lnTo>
                          <a:pt x="0" y="705406"/>
                        </a:lnTo>
                        <a:lnTo>
                          <a:pt x="95062" y="705406"/>
                        </a:lnTo>
                        <a:lnTo>
                          <a:pt x="95062" y="388055"/>
                        </a:lnTo>
                        <a:lnTo>
                          <a:pt x="129540" y="388055"/>
                        </a:lnTo>
                        <a:lnTo>
                          <a:pt x="129540" y="317364"/>
                        </a:lnTo>
                        <a:close/>
                      </a:path>
                    </a:pathLst>
                  </a:custGeom>
                  <a:solidFill>
                    <a:srgbClr val="F3FF00"/>
                  </a:solidFill>
                  <a:ln w="126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</p:grpSp>
            <p:sp>
              <p:nvSpPr>
                <p:cNvPr id="216" name="자유형: 도형 215">
                  <a:extLst>
                    <a:ext uri="{FF2B5EF4-FFF2-40B4-BE49-F238E27FC236}">
                      <a16:creationId xmlns:a16="http://schemas.microsoft.com/office/drawing/2014/main" id="{13F49355-85AA-4419-8989-076EE78A24C1}"/>
                    </a:ext>
                  </a:extLst>
                </p:cNvPr>
                <p:cNvSpPr/>
                <p:nvPr/>
              </p:nvSpPr>
              <p:spPr>
                <a:xfrm rot="10800000">
                  <a:off x="4420182" y="6278838"/>
                  <a:ext cx="101184" cy="50639"/>
                </a:xfrm>
                <a:custGeom>
                  <a:avLst/>
                  <a:gdLst>
                    <a:gd name="connsiteX0" fmla="*/ 6324 w 101183"/>
                    <a:gd name="connsiteY0" fmla="*/ 13 h 50639"/>
                    <a:gd name="connsiteX1" fmla="*/ 0 w 101183"/>
                    <a:gd name="connsiteY1" fmla="*/ 6950 h 50639"/>
                    <a:gd name="connsiteX2" fmla="*/ 0 w 101183"/>
                    <a:gd name="connsiteY2" fmla="*/ 44929 h 50639"/>
                    <a:gd name="connsiteX3" fmla="*/ 7070 w 101183"/>
                    <a:gd name="connsiteY3" fmla="*/ 51866 h 50639"/>
                    <a:gd name="connsiteX4" fmla="*/ 104447 w 101183"/>
                    <a:gd name="connsiteY4" fmla="*/ 51866 h 50639"/>
                    <a:gd name="connsiteX5" fmla="*/ 104447 w 101183"/>
                    <a:gd name="connsiteY5" fmla="*/ 0 h 50639"/>
                    <a:gd name="connsiteX6" fmla="*/ 6324 w 101183"/>
                    <a:gd name="connsiteY6" fmla="*/ 13 h 50639"/>
                    <a:gd name="connsiteX7" fmla="*/ 6324 w 101183"/>
                    <a:gd name="connsiteY7" fmla="*/ 13 h 50639"/>
                    <a:gd name="connsiteX8" fmla="*/ 26042 w 101183"/>
                    <a:gd name="connsiteY8" fmla="*/ 43031 h 50639"/>
                    <a:gd name="connsiteX9" fmla="*/ 8967 w 101183"/>
                    <a:gd name="connsiteY9" fmla="*/ 25940 h 50639"/>
                    <a:gd name="connsiteX10" fmla="*/ 26042 w 101183"/>
                    <a:gd name="connsiteY10" fmla="*/ 8850 h 50639"/>
                    <a:gd name="connsiteX11" fmla="*/ 43117 w 101183"/>
                    <a:gd name="connsiteY11" fmla="*/ 25940 h 50639"/>
                    <a:gd name="connsiteX12" fmla="*/ 26042 w 101183"/>
                    <a:gd name="connsiteY12" fmla="*/ 43031 h 506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01183" h="50639">
                      <a:moveTo>
                        <a:pt x="6324" y="13"/>
                      </a:moveTo>
                      <a:lnTo>
                        <a:pt x="0" y="6950"/>
                      </a:lnTo>
                      <a:lnTo>
                        <a:pt x="0" y="44929"/>
                      </a:lnTo>
                      <a:lnTo>
                        <a:pt x="7070" y="51866"/>
                      </a:lnTo>
                      <a:lnTo>
                        <a:pt x="104447" y="51866"/>
                      </a:lnTo>
                      <a:lnTo>
                        <a:pt x="104447" y="0"/>
                      </a:lnTo>
                      <a:lnTo>
                        <a:pt x="6324" y="13"/>
                      </a:lnTo>
                      <a:lnTo>
                        <a:pt x="6324" y="13"/>
                      </a:lnTo>
                      <a:close/>
                      <a:moveTo>
                        <a:pt x="26042" y="43031"/>
                      </a:moveTo>
                      <a:cubicBezTo>
                        <a:pt x="16607" y="43031"/>
                        <a:pt x="8967" y="35384"/>
                        <a:pt x="8967" y="25940"/>
                      </a:cubicBezTo>
                      <a:cubicBezTo>
                        <a:pt x="8967" y="16496"/>
                        <a:pt x="16607" y="8850"/>
                        <a:pt x="26042" y="8850"/>
                      </a:cubicBezTo>
                      <a:cubicBezTo>
                        <a:pt x="35477" y="8850"/>
                        <a:pt x="43117" y="16496"/>
                        <a:pt x="43117" y="25940"/>
                      </a:cubicBezTo>
                      <a:cubicBezTo>
                        <a:pt x="43117" y="35384"/>
                        <a:pt x="35477" y="43031"/>
                        <a:pt x="26042" y="43031"/>
                      </a:cubicBezTo>
                      <a:close/>
                    </a:path>
                  </a:pathLst>
                </a:custGeom>
                <a:solidFill>
                  <a:srgbClr val="ED8F66"/>
                </a:solidFill>
                <a:ln w="126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17" name="자유형: 도형 216">
                  <a:extLst>
                    <a:ext uri="{FF2B5EF4-FFF2-40B4-BE49-F238E27FC236}">
                      <a16:creationId xmlns:a16="http://schemas.microsoft.com/office/drawing/2014/main" id="{E03AEE8C-417C-4970-B1AE-26F3761EDE38}"/>
                    </a:ext>
                  </a:extLst>
                </p:cNvPr>
                <p:cNvSpPr/>
                <p:nvPr/>
              </p:nvSpPr>
              <p:spPr>
                <a:xfrm rot="10800000">
                  <a:off x="4420182" y="5889289"/>
                  <a:ext cx="101184" cy="50639"/>
                </a:xfrm>
                <a:custGeom>
                  <a:avLst/>
                  <a:gdLst>
                    <a:gd name="connsiteX0" fmla="*/ 6324 w 101183"/>
                    <a:gd name="connsiteY0" fmla="*/ 0 h 50639"/>
                    <a:gd name="connsiteX1" fmla="*/ 0 w 101183"/>
                    <a:gd name="connsiteY1" fmla="*/ 6950 h 50639"/>
                    <a:gd name="connsiteX2" fmla="*/ 0 w 101183"/>
                    <a:gd name="connsiteY2" fmla="*/ 44929 h 50639"/>
                    <a:gd name="connsiteX3" fmla="*/ 7070 w 101183"/>
                    <a:gd name="connsiteY3" fmla="*/ 51866 h 50639"/>
                    <a:gd name="connsiteX4" fmla="*/ 104447 w 101183"/>
                    <a:gd name="connsiteY4" fmla="*/ 51866 h 50639"/>
                    <a:gd name="connsiteX5" fmla="*/ 104447 w 101183"/>
                    <a:gd name="connsiteY5" fmla="*/ 0 h 50639"/>
                    <a:gd name="connsiteX6" fmla="*/ 6324 w 101183"/>
                    <a:gd name="connsiteY6" fmla="*/ 0 h 50639"/>
                    <a:gd name="connsiteX7" fmla="*/ 26042 w 101183"/>
                    <a:gd name="connsiteY7" fmla="*/ 43031 h 50639"/>
                    <a:gd name="connsiteX8" fmla="*/ 8967 w 101183"/>
                    <a:gd name="connsiteY8" fmla="*/ 25940 h 50639"/>
                    <a:gd name="connsiteX9" fmla="*/ 26042 w 101183"/>
                    <a:gd name="connsiteY9" fmla="*/ 8850 h 50639"/>
                    <a:gd name="connsiteX10" fmla="*/ 43117 w 101183"/>
                    <a:gd name="connsiteY10" fmla="*/ 25940 h 50639"/>
                    <a:gd name="connsiteX11" fmla="*/ 26042 w 101183"/>
                    <a:gd name="connsiteY11" fmla="*/ 43031 h 506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01183" h="50639">
                      <a:moveTo>
                        <a:pt x="6324" y="0"/>
                      </a:moveTo>
                      <a:lnTo>
                        <a:pt x="0" y="6950"/>
                      </a:lnTo>
                      <a:lnTo>
                        <a:pt x="0" y="44929"/>
                      </a:lnTo>
                      <a:lnTo>
                        <a:pt x="7070" y="51866"/>
                      </a:lnTo>
                      <a:lnTo>
                        <a:pt x="104447" y="51866"/>
                      </a:lnTo>
                      <a:lnTo>
                        <a:pt x="104447" y="0"/>
                      </a:lnTo>
                      <a:lnTo>
                        <a:pt x="6324" y="0"/>
                      </a:lnTo>
                      <a:close/>
                      <a:moveTo>
                        <a:pt x="26042" y="43031"/>
                      </a:moveTo>
                      <a:cubicBezTo>
                        <a:pt x="16607" y="43031"/>
                        <a:pt x="8967" y="35384"/>
                        <a:pt x="8967" y="25940"/>
                      </a:cubicBezTo>
                      <a:cubicBezTo>
                        <a:pt x="8967" y="16496"/>
                        <a:pt x="16607" y="8850"/>
                        <a:pt x="26042" y="8850"/>
                      </a:cubicBezTo>
                      <a:cubicBezTo>
                        <a:pt x="35477" y="8850"/>
                        <a:pt x="43117" y="16496"/>
                        <a:pt x="43117" y="25940"/>
                      </a:cubicBezTo>
                      <a:cubicBezTo>
                        <a:pt x="43117" y="35384"/>
                        <a:pt x="35477" y="43031"/>
                        <a:pt x="26042" y="43031"/>
                      </a:cubicBezTo>
                      <a:close/>
                    </a:path>
                  </a:pathLst>
                </a:custGeom>
                <a:solidFill>
                  <a:srgbClr val="ED8F66"/>
                </a:solidFill>
                <a:ln w="126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18" name="자유형: 도형 217">
                  <a:extLst>
                    <a:ext uri="{FF2B5EF4-FFF2-40B4-BE49-F238E27FC236}">
                      <a16:creationId xmlns:a16="http://schemas.microsoft.com/office/drawing/2014/main" id="{9EF60648-9B89-4EB2-9CEC-EB61B530F61A}"/>
                    </a:ext>
                  </a:extLst>
                </p:cNvPr>
                <p:cNvSpPr/>
                <p:nvPr/>
              </p:nvSpPr>
              <p:spPr>
                <a:xfrm rot="10800000">
                  <a:off x="4526223" y="6150796"/>
                  <a:ext cx="215015" cy="151918"/>
                </a:xfrm>
                <a:custGeom>
                  <a:avLst/>
                  <a:gdLst>
                    <a:gd name="connsiteX0" fmla="*/ 0 w 215015"/>
                    <a:gd name="connsiteY0" fmla="*/ 152194 h 151917"/>
                    <a:gd name="connsiteX1" fmla="*/ 219075 w 215015"/>
                    <a:gd name="connsiteY1" fmla="*/ 0 h 1519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15015" h="151917">
                      <a:moveTo>
                        <a:pt x="0" y="152194"/>
                      </a:moveTo>
                      <a:cubicBezTo>
                        <a:pt x="69564" y="109834"/>
                        <a:pt x="89725" y="0"/>
                        <a:pt x="219075" y="0"/>
                      </a:cubicBezTo>
                    </a:path>
                  </a:pathLst>
                </a:custGeom>
                <a:noFill/>
                <a:ln w="37944" cap="flat">
                  <a:solidFill>
                    <a:schemeClr val="bg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19" name="자유형: 도형 218">
                  <a:extLst>
                    <a:ext uri="{FF2B5EF4-FFF2-40B4-BE49-F238E27FC236}">
                      <a16:creationId xmlns:a16="http://schemas.microsoft.com/office/drawing/2014/main" id="{FDEDF2C4-40A0-4C75-A9C8-E08CA109D2B2}"/>
                    </a:ext>
                  </a:extLst>
                </p:cNvPr>
                <p:cNvSpPr/>
                <p:nvPr/>
              </p:nvSpPr>
              <p:spPr>
                <a:xfrm rot="10800000">
                  <a:off x="4526223" y="5916518"/>
                  <a:ext cx="215015" cy="126598"/>
                </a:xfrm>
                <a:custGeom>
                  <a:avLst/>
                  <a:gdLst>
                    <a:gd name="connsiteX0" fmla="*/ 0 w 215015"/>
                    <a:gd name="connsiteY0" fmla="*/ 0 h 126598"/>
                    <a:gd name="connsiteX1" fmla="*/ 217810 w 215015"/>
                    <a:gd name="connsiteY1" fmla="*/ 129128 h 1265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15015" h="126598">
                      <a:moveTo>
                        <a:pt x="0" y="0"/>
                      </a:moveTo>
                      <a:cubicBezTo>
                        <a:pt x="95011" y="4303"/>
                        <a:pt x="146172" y="129128"/>
                        <a:pt x="217810" y="129128"/>
                      </a:cubicBezTo>
                    </a:path>
                  </a:pathLst>
                </a:custGeom>
                <a:noFill/>
                <a:ln w="37944" cap="flat">
                  <a:solidFill>
                    <a:srgbClr val="FFD5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20" name="자유형: 도형 219">
                  <a:extLst>
                    <a:ext uri="{FF2B5EF4-FFF2-40B4-BE49-F238E27FC236}">
                      <a16:creationId xmlns:a16="http://schemas.microsoft.com/office/drawing/2014/main" id="{8CFC909D-B7BF-4A24-983F-9197D95C4039}"/>
                    </a:ext>
                  </a:extLst>
                </p:cNvPr>
                <p:cNvSpPr/>
                <p:nvPr/>
              </p:nvSpPr>
              <p:spPr>
                <a:xfrm rot="10800000">
                  <a:off x="4741238" y="6137861"/>
                  <a:ext cx="25296" cy="12660"/>
                </a:xfrm>
                <a:custGeom>
                  <a:avLst/>
                  <a:gdLst>
                    <a:gd name="connsiteX0" fmla="*/ 25296 w 25295"/>
                    <a:gd name="connsiteY0" fmla="*/ 0 h 12659"/>
                    <a:gd name="connsiteX1" fmla="*/ 0 w 25295"/>
                    <a:gd name="connsiteY1" fmla="*/ 12660 h 12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5295" h="12659">
                      <a:moveTo>
                        <a:pt x="25296" y="0"/>
                      </a:moveTo>
                      <a:lnTo>
                        <a:pt x="0" y="12660"/>
                      </a:lnTo>
                    </a:path>
                  </a:pathLst>
                </a:custGeom>
                <a:noFill/>
                <a:ln w="37944" cap="rnd">
                  <a:solidFill>
                    <a:srgbClr val="32BF4F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21" name="자유형: 도형 220">
                  <a:extLst>
                    <a:ext uri="{FF2B5EF4-FFF2-40B4-BE49-F238E27FC236}">
                      <a16:creationId xmlns:a16="http://schemas.microsoft.com/office/drawing/2014/main" id="{B82AFC75-B092-4047-8B10-C55EA78EB2BF}"/>
                    </a:ext>
                  </a:extLst>
                </p:cNvPr>
                <p:cNvSpPr/>
                <p:nvPr/>
              </p:nvSpPr>
              <p:spPr>
                <a:xfrm rot="10800000">
                  <a:off x="4741238" y="6137861"/>
                  <a:ext cx="25296" cy="12660"/>
                </a:xfrm>
                <a:custGeom>
                  <a:avLst/>
                  <a:gdLst>
                    <a:gd name="connsiteX0" fmla="*/ 25296 w 25295"/>
                    <a:gd name="connsiteY0" fmla="*/ 0 h 12659"/>
                    <a:gd name="connsiteX1" fmla="*/ 0 w 25295"/>
                    <a:gd name="connsiteY1" fmla="*/ 12660 h 12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5295" h="12659">
                      <a:moveTo>
                        <a:pt x="25296" y="0"/>
                      </a:moveTo>
                      <a:lnTo>
                        <a:pt x="0" y="12660"/>
                      </a:lnTo>
                    </a:path>
                  </a:pathLst>
                </a:custGeom>
                <a:noFill/>
                <a:ln w="37944" cap="rnd">
                  <a:solidFill>
                    <a:srgbClr val="8C8C8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22" name="자유형: 도형 221">
                  <a:extLst>
                    <a:ext uri="{FF2B5EF4-FFF2-40B4-BE49-F238E27FC236}">
                      <a16:creationId xmlns:a16="http://schemas.microsoft.com/office/drawing/2014/main" id="{4E7FE1CB-88A0-40C3-AF5F-E8364BE6E6EC}"/>
                    </a:ext>
                  </a:extLst>
                </p:cNvPr>
                <p:cNvSpPr/>
                <p:nvPr/>
              </p:nvSpPr>
              <p:spPr>
                <a:xfrm rot="10800000">
                  <a:off x="4741238" y="6137861"/>
                  <a:ext cx="25296" cy="12660"/>
                </a:xfrm>
                <a:custGeom>
                  <a:avLst/>
                  <a:gdLst>
                    <a:gd name="connsiteX0" fmla="*/ 25296 w 25295"/>
                    <a:gd name="connsiteY0" fmla="*/ 0 h 12659"/>
                    <a:gd name="connsiteX1" fmla="*/ 0 w 25295"/>
                    <a:gd name="connsiteY1" fmla="*/ 12660 h 12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5295" h="12659">
                      <a:moveTo>
                        <a:pt x="25296" y="0"/>
                      </a:moveTo>
                      <a:lnTo>
                        <a:pt x="0" y="12660"/>
                      </a:lnTo>
                    </a:path>
                  </a:pathLst>
                </a:custGeom>
                <a:noFill/>
                <a:ln w="37944" cap="rnd">
                  <a:solidFill>
                    <a:srgbClr val="FF0000">
                      <a:alpha val="30000"/>
                    </a:srgbClr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23" name="자유형: 도형 222">
                  <a:extLst>
                    <a:ext uri="{FF2B5EF4-FFF2-40B4-BE49-F238E27FC236}">
                      <a16:creationId xmlns:a16="http://schemas.microsoft.com/office/drawing/2014/main" id="{E650EB99-EF0D-4453-9E6F-C8FC4FE42B34}"/>
                    </a:ext>
                  </a:extLst>
                </p:cNvPr>
                <p:cNvSpPr/>
                <p:nvPr/>
              </p:nvSpPr>
              <p:spPr>
                <a:xfrm rot="10800000">
                  <a:off x="4741238" y="6030456"/>
                  <a:ext cx="25296" cy="12660"/>
                </a:xfrm>
                <a:custGeom>
                  <a:avLst/>
                  <a:gdLst>
                    <a:gd name="connsiteX0" fmla="*/ 25296 w 25295"/>
                    <a:gd name="connsiteY0" fmla="*/ 0 h 0"/>
                    <a:gd name="connsiteX1" fmla="*/ 0 w 25295"/>
                    <a:gd name="connsiteY1" fmla="*/ 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5295">
                      <a:moveTo>
                        <a:pt x="25296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7944" cap="rnd">
                  <a:solidFill>
                    <a:srgbClr val="FFD5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24" name="자유형: 도형 223">
                  <a:extLst>
                    <a:ext uri="{FF2B5EF4-FFF2-40B4-BE49-F238E27FC236}">
                      <a16:creationId xmlns:a16="http://schemas.microsoft.com/office/drawing/2014/main" id="{89047F7D-FA6E-4222-AF0E-8DBC70D55EB6}"/>
                    </a:ext>
                  </a:extLst>
                </p:cNvPr>
                <p:cNvSpPr/>
                <p:nvPr/>
              </p:nvSpPr>
              <p:spPr>
                <a:xfrm rot="10800000">
                  <a:off x="4741238" y="6030456"/>
                  <a:ext cx="25296" cy="12660"/>
                </a:xfrm>
                <a:custGeom>
                  <a:avLst/>
                  <a:gdLst>
                    <a:gd name="connsiteX0" fmla="*/ 25296 w 25295"/>
                    <a:gd name="connsiteY0" fmla="*/ 0 h 0"/>
                    <a:gd name="connsiteX1" fmla="*/ 0 w 25295"/>
                    <a:gd name="connsiteY1" fmla="*/ 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5295">
                      <a:moveTo>
                        <a:pt x="25296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7944" cap="rnd">
                  <a:solidFill>
                    <a:srgbClr val="8C8C8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25" name="자유형: 도형 224">
                  <a:extLst>
                    <a:ext uri="{FF2B5EF4-FFF2-40B4-BE49-F238E27FC236}">
                      <a16:creationId xmlns:a16="http://schemas.microsoft.com/office/drawing/2014/main" id="{0E06C777-2AC3-46AA-B30C-1AB5BC91A98D}"/>
                    </a:ext>
                  </a:extLst>
                </p:cNvPr>
                <p:cNvSpPr/>
                <p:nvPr/>
              </p:nvSpPr>
              <p:spPr>
                <a:xfrm rot="10800000">
                  <a:off x="4741238" y="6030456"/>
                  <a:ext cx="25296" cy="12660"/>
                </a:xfrm>
                <a:custGeom>
                  <a:avLst/>
                  <a:gdLst>
                    <a:gd name="connsiteX0" fmla="*/ 25296 w 25295"/>
                    <a:gd name="connsiteY0" fmla="*/ 0 h 0"/>
                    <a:gd name="connsiteX1" fmla="*/ 0 w 25295"/>
                    <a:gd name="connsiteY1" fmla="*/ 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5295">
                      <a:moveTo>
                        <a:pt x="25296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7944" cap="rnd">
                  <a:solidFill>
                    <a:srgbClr val="FF0000">
                      <a:alpha val="30000"/>
                    </a:srgbClr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67" name="그룹 66">
                <a:extLst>
                  <a:ext uri="{FF2B5EF4-FFF2-40B4-BE49-F238E27FC236}">
                    <a16:creationId xmlns:a16="http://schemas.microsoft.com/office/drawing/2014/main" id="{DE9932FE-ABAE-4DFC-B553-1BA4149AA3D9}"/>
                  </a:ext>
                </a:extLst>
              </p:cNvPr>
              <p:cNvGrpSpPr/>
              <p:nvPr/>
            </p:nvGrpSpPr>
            <p:grpSpPr>
              <a:xfrm>
                <a:off x="4290440" y="4767878"/>
                <a:ext cx="476094" cy="696290"/>
                <a:chOff x="4290440" y="4767878"/>
                <a:chExt cx="476094" cy="696290"/>
              </a:xfrm>
            </p:grpSpPr>
            <p:sp>
              <p:nvSpPr>
                <p:cNvPr id="2617" name="자유형: 도형 2616">
                  <a:extLst>
                    <a:ext uri="{FF2B5EF4-FFF2-40B4-BE49-F238E27FC236}">
                      <a16:creationId xmlns:a16="http://schemas.microsoft.com/office/drawing/2014/main" id="{665A528C-CFB8-4686-B739-1BBCE6E9E45E}"/>
                    </a:ext>
                  </a:extLst>
                </p:cNvPr>
                <p:cNvSpPr/>
                <p:nvPr/>
              </p:nvSpPr>
              <p:spPr>
                <a:xfrm rot="10800000">
                  <a:off x="4509515" y="5292617"/>
                  <a:ext cx="12648" cy="12660"/>
                </a:xfrm>
                <a:custGeom>
                  <a:avLst/>
                  <a:gdLst>
                    <a:gd name="connsiteX0" fmla="*/ 0 w 12647"/>
                    <a:gd name="connsiteY0" fmla="*/ 0 h 0"/>
                    <a:gd name="connsiteX1" fmla="*/ 12648 w 12647"/>
                    <a:gd name="connsiteY1" fmla="*/ 0 h 0"/>
                    <a:gd name="connsiteX2" fmla="*/ 12648 w 12647"/>
                    <a:gd name="connsiteY2" fmla="*/ 12660 h 0"/>
                    <a:gd name="connsiteX3" fmla="*/ 0 w 12647"/>
                    <a:gd name="connsiteY3" fmla="*/ 1266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647">
                      <a:moveTo>
                        <a:pt x="0" y="0"/>
                      </a:moveTo>
                      <a:lnTo>
                        <a:pt x="12648" y="0"/>
                      </a:lnTo>
                      <a:lnTo>
                        <a:pt x="12648" y="12660"/>
                      </a:lnTo>
                      <a:lnTo>
                        <a:pt x="0" y="12660"/>
                      </a:lnTo>
                      <a:close/>
                    </a:path>
                  </a:pathLst>
                </a:custGeom>
                <a:solidFill>
                  <a:srgbClr val="8C8C8C"/>
                </a:solidFill>
                <a:ln w="126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618" name="자유형: 도형 2617">
                  <a:extLst>
                    <a:ext uri="{FF2B5EF4-FFF2-40B4-BE49-F238E27FC236}">
                      <a16:creationId xmlns:a16="http://schemas.microsoft.com/office/drawing/2014/main" id="{BFF452C7-1004-4D9D-8C4F-42CC7D4E9F64}"/>
                    </a:ext>
                  </a:extLst>
                </p:cNvPr>
                <p:cNvSpPr/>
                <p:nvPr/>
              </p:nvSpPr>
              <p:spPr>
                <a:xfrm rot="10800000">
                  <a:off x="4510780" y="4903891"/>
                  <a:ext cx="12648" cy="12660"/>
                </a:xfrm>
                <a:custGeom>
                  <a:avLst/>
                  <a:gdLst>
                    <a:gd name="connsiteX0" fmla="*/ 0 w 12647"/>
                    <a:gd name="connsiteY0" fmla="*/ 0 h 0"/>
                    <a:gd name="connsiteX1" fmla="*/ 12648 w 12647"/>
                    <a:gd name="connsiteY1" fmla="*/ 0 h 0"/>
                    <a:gd name="connsiteX2" fmla="*/ 12648 w 12647"/>
                    <a:gd name="connsiteY2" fmla="*/ 12660 h 0"/>
                    <a:gd name="connsiteX3" fmla="*/ 0 w 12647"/>
                    <a:gd name="connsiteY3" fmla="*/ 1266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647">
                      <a:moveTo>
                        <a:pt x="0" y="0"/>
                      </a:moveTo>
                      <a:lnTo>
                        <a:pt x="12648" y="0"/>
                      </a:lnTo>
                      <a:lnTo>
                        <a:pt x="12648" y="12660"/>
                      </a:lnTo>
                      <a:lnTo>
                        <a:pt x="0" y="12660"/>
                      </a:lnTo>
                      <a:close/>
                    </a:path>
                  </a:pathLst>
                </a:custGeom>
                <a:solidFill>
                  <a:srgbClr val="8C8C8C"/>
                </a:solidFill>
                <a:ln w="126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622" name="자유형: 도형 2621">
                  <a:extLst>
                    <a:ext uri="{FF2B5EF4-FFF2-40B4-BE49-F238E27FC236}">
                      <a16:creationId xmlns:a16="http://schemas.microsoft.com/office/drawing/2014/main" id="{4F7DFB6F-7047-4D5A-9DDD-B23EAC95D3A7}"/>
                    </a:ext>
                  </a:extLst>
                </p:cNvPr>
                <p:cNvSpPr/>
                <p:nvPr/>
              </p:nvSpPr>
              <p:spPr>
                <a:xfrm rot="10800000">
                  <a:off x="4451537" y="5092735"/>
                  <a:ext cx="12648" cy="37979"/>
                </a:xfrm>
                <a:custGeom>
                  <a:avLst/>
                  <a:gdLst>
                    <a:gd name="connsiteX0" fmla="*/ 0 w 0"/>
                    <a:gd name="connsiteY0" fmla="*/ 0 h 37979"/>
                    <a:gd name="connsiteX1" fmla="*/ 11889 w 0"/>
                    <a:gd name="connsiteY1" fmla="*/ 0 h 37979"/>
                    <a:gd name="connsiteX2" fmla="*/ 11889 w 0"/>
                    <a:gd name="connsiteY2" fmla="*/ 38498 h 37979"/>
                    <a:gd name="connsiteX3" fmla="*/ 0 w 0"/>
                    <a:gd name="connsiteY3" fmla="*/ 38498 h 379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h="37979">
                      <a:moveTo>
                        <a:pt x="0" y="0"/>
                      </a:moveTo>
                      <a:lnTo>
                        <a:pt x="11889" y="0"/>
                      </a:lnTo>
                      <a:lnTo>
                        <a:pt x="11889" y="38498"/>
                      </a:lnTo>
                      <a:lnTo>
                        <a:pt x="0" y="38498"/>
                      </a:lnTo>
                      <a:close/>
                    </a:path>
                  </a:pathLst>
                </a:custGeom>
                <a:solidFill>
                  <a:srgbClr val="878787"/>
                </a:solidFill>
                <a:ln w="126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623" name="자유형: 도형 2622">
                  <a:extLst>
                    <a:ext uri="{FF2B5EF4-FFF2-40B4-BE49-F238E27FC236}">
                      <a16:creationId xmlns:a16="http://schemas.microsoft.com/office/drawing/2014/main" id="{B7EE4F9C-15CF-4C4D-9531-03E712FE7FBC}"/>
                    </a:ext>
                  </a:extLst>
                </p:cNvPr>
                <p:cNvSpPr/>
                <p:nvPr/>
              </p:nvSpPr>
              <p:spPr>
                <a:xfrm rot="10800000">
                  <a:off x="4290440" y="5083505"/>
                  <a:ext cx="126480" cy="63299"/>
                </a:xfrm>
                <a:custGeom>
                  <a:avLst/>
                  <a:gdLst>
                    <a:gd name="connsiteX0" fmla="*/ 0 w 126479"/>
                    <a:gd name="connsiteY0" fmla="*/ 0 h 63299"/>
                    <a:gd name="connsiteX1" fmla="*/ 129540 w 126479"/>
                    <a:gd name="connsiteY1" fmla="*/ 0 h 63299"/>
                    <a:gd name="connsiteX2" fmla="*/ 129540 w 126479"/>
                    <a:gd name="connsiteY2" fmla="*/ 70691 h 63299"/>
                    <a:gd name="connsiteX3" fmla="*/ 0 w 126479"/>
                    <a:gd name="connsiteY3" fmla="*/ 70691 h 632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6479" h="63299">
                      <a:moveTo>
                        <a:pt x="0" y="0"/>
                      </a:moveTo>
                      <a:lnTo>
                        <a:pt x="129540" y="0"/>
                      </a:lnTo>
                      <a:lnTo>
                        <a:pt x="129540" y="70691"/>
                      </a:lnTo>
                      <a:lnTo>
                        <a:pt x="0" y="70691"/>
                      </a:lnTo>
                      <a:close/>
                    </a:path>
                  </a:pathLst>
                </a:custGeom>
                <a:solidFill>
                  <a:srgbClr val="E5E500"/>
                </a:solidFill>
                <a:ln w="126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645" name="자유형: 도형 2644">
                  <a:extLst>
                    <a:ext uri="{FF2B5EF4-FFF2-40B4-BE49-F238E27FC236}">
                      <a16:creationId xmlns:a16="http://schemas.microsoft.com/office/drawing/2014/main" id="{9DF1B14A-FE61-48AD-A5F1-8E53FED740E9}"/>
                    </a:ext>
                  </a:extLst>
                </p:cNvPr>
                <p:cNvSpPr/>
                <p:nvPr/>
              </p:nvSpPr>
              <p:spPr>
                <a:xfrm rot="10800000">
                  <a:off x="4426975" y="5010115"/>
                  <a:ext cx="25296" cy="215217"/>
                </a:xfrm>
                <a:custGeom>
                  <a:avLst/>
                  <a:gdLst>
                    <a:gd name="connsiteX0" fmla="*/ 0 w 25295"/>
                    <a:gd name="connsiteY0" fmla="*/ 0 h 215216"/>
                    <a:gd name="connsiteX1" fmla="*/ 35351 w 25295"/>
                    <a:gd name="connsiteY1" fmla="*/ 0 h 215216"/>
                    <a:gd name="connsiteX2" fmla="*/ 35351 w 25295"/>
                    <a:gd name="connsiteY2" fmla="*/ 227721 h 215216"/>
                    <a:gd name="connsiteX3" fmla="*/ 0 w 25295"/>
                    <a:gd name="connsiteY3" fmla="*/ 227721 h 2152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295" h="215216">
                      <a:moveTo>
                        <a:pt x="0" y="0"/>
                      </a:moveTo>
                      <a:lnTo>
                        <a:pt x="35351" y="0"/>
                      </a:lnTo>
                      <a:lnTo>
                        <a:pt x="35351" y="227721"/>
                      </a:lnTo>
                      <a:lnTo>
                        <a:pt x="0" y="227721"/>
                      </a:lnTo>
                      <a:close/>
                    </a:path>
                  </a:pathLst>
                </a:custGeom>
                <a:solidFill>
                  <a:srgbClr val="E5E500"/>
                </a:solidFill>
                <a:ln w="126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646" name="자유형: 도형 2645">
                  <a:extLst>
                    <a:ext uri="{FF2B5EF4-FFF2-40B4-BE49-F238E27FC236}">
                      <a16:creationId xmlns:a16="http://schemas.microsoft.com/office/drawing/2014/main" id="{443F367D-6308-4C72-B110-1BCFB267855A}"/>
                    </a:ext>
                  </a:extLst>
                </p:cNvPr>
                <p:cNvSpPr/>
                <p:nvPr/>
              </p:nvSpPr>
              <p:spPr>
                <a:xfrm rot="10800000">
                  <a:off x="4290440" y="4767878"/>
                  <a:ext cx="126480" cy="696290"/>
                </a:xfrm>
                <a:custGeom>
                  <a:avLst/>
                  <a:gdLst>
                    <a:gd name="connsiteX0" fmla="*/ 95062 w 126479"/>
                    <a:gd name="connsiteY0" fmla="*/ 317364 h 696289"/>
                    <a:gd name="connsiteX1" fmla="*/ 95062 w 126479"/>
                    <a:gd name="connsiteY1" fmla="*/ 0 h 696289"/>
                    <a:gd name="connsiteX2" fmla="*/ 0 w 126479"/>
                    <a:gd name="connsiteY2" fmla="*/ 0 h 696289"/>
                    <a:gd name="connsiteX3" fmla="*/ 0 w 126479"/>
                    <a:gd name="connsiteY3" fmla="*/ 329150 h 696289"/>
                    <a:gd name="connsiteX4" fmla="*/ 129540 w 126479"/>
                    <a:gd name="connsiteY4" fmla="*/ 329150 h 696289"/>
                    <a:gd name="connsiteX5" fmla="*/ 129540 w 126479"/>
                    <a:gd name="connsiteY5" fmla="*/ 376231 h 696289"/>
                    <a:gd name="connsiteX6" fmla="*/ 0 w 126479"/>
                    <a:gd name="connsiteY6" fmla="*/ 376231 h 696289"/>
                    <a:gd name="connsiteX7" fmla="*/ 0 w 126479"/>
                    <a:gd name="connsiteY7" fmla="*/ 705406 h 696289"/>
                    <a:gd name="connsiteX8" fmla="*/ 95062 w 126479"/>
                    <a:gd name="connsiteY8" fmla="*/ 705406 h 696289"/>
                    <a:gd name="connsiteX9" fmla="*/ 95062 w 126479"/>
                    <a:gd name="connsiteY9" fmla="*/ 388055 h 696289"/>
                    <a:gd name="connsiteX10" fmla="*/ 129540 w 126479"/>
                    <a:gd name="connsiteY10" fmla="*/ 388055 h 696289"/>
                    <a:gd name="connsiteX11" fmla="*/ 129540 w 126479"/>
                    <a:gd name="connsiteY11" fmla="*/ 317364 h 6962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26479" h="696289">
                      <a:moveTo>
                        <a:pt x="95062" y="317364"/>
                      </a:moveTo>
                      <a:lnTo>
                        <a:pt x="95062" y="0"/>
                      </a:lnTo>
                      <a:lnTo>
                        <a:pt x="0" y="0"/>
                      </a:lnTo>
                      <a:lnTo>
                        <a:pt x="0" y="329150"/>
                      </a:lnTo>
                      <a:lnTo>
                        <a:pt x="129540" y="329150"/>
                      </a:lnTo>
                      <a:lnTo>
                        <a:pt x="129540" y="376231"/>
                      </a:lnTo>
                      <a:lnTo>
                        <a:pt x="0" y="376231"/>
                      </a:lnTo>
                      <a:lnTo>
                        <a:pt x="0" y="705406"/>
                      </a:lnTo>
                      <a:lnTo>
                        <a:pt x="95062" y="705406"/>
                      </a:lnTo>
                      <a:lnTo>
                        <a:pt x="95062" y="388055"/>
                      </a:lnTo>
                      <a:lnTo>
                        <a:pt x="129540" y="388055"/>
                      </a:lnTo>
                      <a:lnTo>
                        <a:pt x="129540" y="317364"/>
                      </a:lnTo>
                      <a:close/>
                    </a:path>
                  </a:pathLst>
                </a:custGeom>
                <a:solidFill>
                  <a:srgbClr val="F3FF00"/>
                </a:solidFill>
                <a:ln w="126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633" name="자유형: 도형 2632">
                  <a:extLst>
                    <a:ext uri="{FF2B5EF4-FFF2-40B4-BE49-F238E27FC236}">
                      <a16:creationId xmlns:a16="http://schemas.microsoft.com/office/drawing/2014/main" id="{3F2C4AE2-C9C5-4F7F-BFB2-92D4436DC3E9}"/>
                    </a:ext>
                  </a:extLst>
                </p:cNvPr>
                <p:cNvSpPr/>
                <p:nvPr/>
              </p:nvSpPr>
              <p:spPr>
                <a:xfrm rot="10800000">
                  <a:off x="4420182" y="5281401"/>
                  <a:ext cx="101184" cy="50639"/>
                </a:xfrm>
                <a:custGeom>
                  <a:avLst/>
                  <a:gdLst>
                    <a:gd name="connsiteX0" fmla="*/ 6324 w 101183"/>
                    <a:gd name="connsiteY0" fmla="*/ 13 h 50639"/>
                    <a:gd name="connsiteX1" fmla="*/ 0 w 101183"/>
                    <a:gd name="connsiteY1" fmla="*/ 6950 h 50639"/>
                    <a:gd name="connsiteX2" fmla="*/ 0 w 101183"/>
                    <a:gd name="connsiteY2" fmla="*/ 44929 h 50639"/>
                    <a:gd name="connsiteX3" fmla="*/ 7070 w 101183"/>
                    <a:gd name="connsiteY3" fmla="*/ 51866 h 50639"/>
                    <a:gd name="connsiteX4" fmla="*/ 104447 w 101183"/>
                    <a:gd name="connsiteY4" fmla="*/ 51866 h 50639"/>
                    <a:gd name="connsiteX5" fmla="*/ 104447 w 101183"/>
                    <a:gd name="connsiteY5" fmla="*/ 0 h 50639"/>
                    <a:gd name="connsiteX6" fmla="*/ 6324 w 101183"/>
                    <a:gd name="connsiteY6" fmla="*/ 13 h 50639"/>
                    <a:gd name="connsiteX7" fmla="*/ 6324 w 101183"/>
                    <a:gd name="connsiteY7" fmla="*/ 13 h 50639"/>
                    <a:gd name="connsiteX8" fmla="*/ 26042 w 101183"/>
                    <a:gd name="connsiteY8" fmla="*/ 43031 h 50639"/>
                    <a:gd name="connsiteX9" fmla="*/ 8967 w 101183"/>
                    <a:gd name="connsiteY9" fmla="*/ 25940 h 50639"/>
                    <a:gd name="connsiteX10" fmla="*/ 26042 w 101183"/>
                    <a:gd name="connsiteY10" fmla="*/ 8850 h 50639"/>
                    <a:gd name="connsiteX11" fmla="*/ 43117 w 101183"/>
                    <a:gd name="connsiteY11" fmla="*/ 25940 h 50639"/>
                    <a:gd name="connsiteX12" fmla="*/ 26042 w 101183"/>
                    <a:gd name="connsiteY12" fmla="*/ 43031 h 506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01183" h="50639">
                      <a:moveTo>
                        <a:pt x="6324" y="13"/>
                      </a:moveTo>
                      <a:lnTo>
                        <a:pt x="0" y="6950"/>
                      </a:lnTo>
                      <a:lnTo>
                        <a:pt x="0" y="44929"/>
                      </a:lnTo>
                      <a:lnTo>
                        <a:pt x="7070" y="51866"/>
                      </a:lnTo>
                      <a:lnTo>
                        <a:pt x="104447" y="51866"/>
                      </a:lnTo>
                      <a:lnTo>
                        <a:pt x="104447" y="0"/>
                      </a:lnTo>
                      <a:lnTo>
                        <a:pt x="6324" y="13"/>
                      </a:lnTo>
                      <a:lnTo>
                        <a:pt x="6324" y="13"/>
                      </a:lnTo>
                      <a:close/>
                      <a:moveTo>
                        <a:pt x="26042" y="43031"/>
                      </a:moveTo>
                      <a:cubicBezTo>
                        <a:pt x="16607" y="43031"/>
                        <a:pt x="8967" y="35384"/>
                        <a:pt x="8967" y="25940"/>
                      </a:cubicBezTo>
                      <a:cubicBezTo>
                        <a:pt x="8967" y="16496"/>
                        <a:pt x="16607" y="8850"/>
                        <a:pt x="26042" y="8850"/>
                      </a:cubicBezTo>
                      <a:cubicBezTo>
                        <a:pt x="35477" y="8850"/>
                        <a:pt x="43117" y="16496"/>
                        <a:pt x="43117" y="25940"/>
                      </a:cubicBezTo>
                      <a:cubicBezTo>
                        <a:pt x="43117" y="35384"/>
                        <a:pt x="35477" y="43031"/>
                        <a:pt x="26042" y="43031"/>
                      </a:cubicBezTo>
                      <a:close/>
                    </a:path>
                  </a:pathLst>
                </a:custGeom>
                <a:solidFill>
                  <a:srgbClr val="ED8F66"/>
                </a:solidFill>
                <a:ln w="126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634" name="자유형: 도형 2633">
                  <a:extLst>
                    <a:ext uri="{FF2B5EF4-FFF2-40B4-BE49-F238E27FC236}">
                      <a16:creationId xmlns:a16="http://schemas.microsoft.com/office/drawing/2014/main" id="{694B6149-5A54-41C1-82EB-807B26C4928F}"/>
                    </a:ext>
                  </a:extLst>
                </p:cNvPr>
                <p:cNvSpPr/>
                <p:nvPr/>
              </p:nvSpPr>
              <p:spPr>
                <a:xfrm rot="10800000">
                  <a:off x="4420182" y="4891852"/>
                  <a:ext cx="101184" cy="50639"/>
                </a:xfrm>
                <a:custGeom>
                  <a:avLst/>
                  <a:gdLst>
                    <a:gd name="connsiteX0" fmla="*/ 6324 w 101183"/>
                    <a:gd name="connsiteY0" fmla="*/ 0 h 50639"/>
                    <a:gd name="connsiteX1" fmla="*/ 0 w 101183"/>
                    <a:gd name="connsiteY1" fmla="*/ 6950 h 50639"/>
                    <a:gd name="connsiteX2" fmla="*/ 0 w 101183"/>
                    <a:gd name="connsiteY2" fmla="*/ 44929 h 50639"/>
                    <a:gd name="connsiteX3" fmla="*/ 7070 w 101183"/>
                    <a:gd name="connsiteY3" fmla="*/ 51866 h 50639"/>
                    <a:gd name="connsiteX4" fmla="*/ 104447 w 101183"/>
                    <a:gd name="connsiteY4" fmla="*/ 51866 h 50639"/>
                    <a:gd name="connsiteX5" fmla="*/ 104447 w 101183"/>
                    <a:gd name="connsiteY5" fmla="*/ 0 h 50639"/>
                    <a:gd name="connsiteX6" fmla="*/ 6324 w 101183"/>
                    <a:gd name="connsiteY6" fmla="*/ 0 h 50639"/>
                    <a:gd name="connsiteX7" fmla="*/ 26042 w 101183"/>
                    <a:gd name="connsiteY7" fmla="*/ 43031 h 50639"/>
                    <a:gd name="connsiteX8" fmla="*/ 8967 w 101183"/>
                    <a:gd name="connsiteY8" fmla="*/ 25940 h 50639"/>
                    <a:gd name="connsiteX9" fmla="*/ 26042 w 101183"/>
                    <a:gd name="connsiteY9" fmla="*/ 8850 h 50639"/>
                    <a:gd name="connsiteX10" fmla="*/ 43117 w 101183"/>
                    <a:gd name="connsiteY10" fmla="*/ 25940 h 50639"/>
                    <a:gd name="connsiteX11" fmla="*/ 26042 w 101183"/>
                    <a:gd name="connsiteY11" fmla="*/ 43031 h 506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01183" h="50639">
                      <a:moveTo>
                        <a:pt x="6324" y="0"/>
                      </a:moveTo>
                      <a:lnTo>
                        <a:pt x="0" y="6950"/>
                      </a:lnTo>
                      <a:lnTo>
                        <a:pt x="0" y="44929"/>
                      </a:lnTo>
                      <a:lnTo>
                        <a:pt x="7070" y="51866"/>
                      </a:lnTo>
                      <a:lnTo>
                        <a:pt x="104447" y="51866"/>
                      </a:lnTo>
                      <a:lnTo>
                        <a:pt x="104447" y="0"/>
                      </a:lnTo>
                      <a:lnTo>
                        <a:pt x="6324" y="0"/>
                      </a:lnTo>
                      <a:close/>
                      <a:moveTo>
                        <a:pt x="26042" y="43031"/>
                      </a:moveTo>
                      <a:cubicBezTo>
                        <a:pt x="16607" y="43031"/>
                        <a:pt x="8967" y="35384"/>
                        <a:pt x="8967" y="25940"/>
                      </a:cubicBezTo>
                      <a:cubicBezTo>
                        <a:pt x="8967" y="16496"/>
                        <a:pt x="16607" y="8850"/>
                        <a:pt x="26042" y="8850"/>
                      </a:cubicBezTo>
                      <a:cubicBezTo>
                        <a:pt x="35477" y="8850"/>
                        <a:pt x="43117" y="16496"/>
                        <a:pt x="43117" y="25940"/>
                      </a:cubicBezTo>
                      <a:cubicBezTo>
                        <a:pt x="43117" y="35384"/>
                        <a:pt x="35477" y="43031"/>
                        <a:pt x="26042" y="43031"/>
                      </a:cubicBezTo>
                      <a:close/>
                    </a:path>
                  </a:pathLst>
                </a:custGeom>
                <a:solidFill>
                  <a:srgbClr val="ED8F66"/>
                </a:solidFill>
                <a:ln w="126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635" name="자유형: 도형 2634">
                  <a:extLst>
                    <a:ext uri="{FF2B5EF4-FFF2-40B4-BE49-F238E27FC236}">
                      <a16:creationId xmlns:a16="http://schemas.microsoft.com/office/drawing/2014/main" id="{220C0CBD-A8FC-4CAE-A982-74D0467D9E9B}"/>
                    </a:ext>
                  </a:extLst>
                </p:cNvPr>
                <p:cNvSpPr/>
                <p:nvPr/>
              </p:nvSpPr>
              <p:spPr>
                <a:xfrm rot="10800000">
                  <a:off x="4526223" y="5153359"/>
                  <a:ext cx="215015" cy="151918"/>
                </a:xfrm>
                <a:custGeom>
                  <a:avLst/>
                  <a:gdLst>
                    <a:gd name="connsiteX0" fmla="*/ 0 w 215015"/>
                    <a:gd name="connsiteY0" fmla="*/ 152194 h 151917"/>
                    <a:gd name="connsiteX1" fmla="*/ 219075 w 215015"/>
                    <a:gd name="connsiteY1" fmla="*/ 0 h 1519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15015" h="151917">
                      <a:moveTo>
                        <a:pt x="0" y="152194"/>
                      </a:moveTo>
                      <a:cubicBezTo>
                        <a:pt x="69564" y="109834"/>
                        <a:pt x="89725" y="0"/>
                        <a:pt x="219075" y="0"/>
                      </a:cubicBezTo>
                    </a:path>
                  </a:pathLst>
                </a:custGeom>
                <a:noFill/>
                <a:ln w="37944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 dirty="0"/>
                </a:p>
              </p:txBody>
            </p:sp>
            <p:sp>
              <p:nvSpPr>
                <p:cNvPr id="2636" name="자유형: 도형 2635">
                  <a:extLst>
                    <a:ext uri="{FF2B5EF4-FFF2-40B4-BE49-F238E27FC236}">
                      <a16:creationId xmlns:a16="http://schemas.microsoft.com/office/drawing/2014/main" id="{6DE7CB8D-B996-44F1-96AB-B5F5731034C6}"/>
                    </a:ext>
                  </a:extLst>
                </p:cNvPr>
                <p:cNvSpPr/>
                <p:nvPr/>
              </p:nvSpPr>
              <p:spPr>
                <a:xfrm rot="10800000">
                  <a:off x="4526223" y="4919081"/>
                  <a:ext cx="215015" cy="126598"/>
                </a:xfrm>
                <a:custGeom>
                  <a:avLst/>
                  <a:gdLst>
                    <a:gd name="connsiteX0" fmla="*/ 0 w 215015"/>
                    <a:gd name="connsiteY0" fmla="*/ 0 h 126598"/>
                    <a:gd name="connsiteX1" fmla="*/ 217810 w 215015"/>
                    <a:gd name="connsiteY1" fmla="*/ 129128 h 1265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15015" h="126598">
                      <a:moveTo>
                        <a:pt x="0" y="0"/>
                      </a:moveTo>
                      <a:cubicBezTo>
                        <a:pt x="95011" y="4303"/>
                        <a:pt x="146172" y="129128"/>
                        <a:pt x="217810" y="129128"/>
                      </a:cubicBezTo>
                    </a:path>
                  </a:pathLst>
                </a:custGeom>
                <a:solidFill>
                  <a:srgbClr val="FF0000"/>
                </a:solidFill>
                <a:ln w="37944" cap="flat">
                  <a:solidFill>
                    <a:srgbClr val="FF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611" name="자유형: 도형 2610">
                  <a:extLst>
                    <a:ext uri="{FF2B5EF4-FFF2-40B4-BE49-F238E27FC236}">
                      <a16:creationId xmlns:a16="http://schemas.microsoft.com/office/drawing/2014/main" id="{2F9FA7DD-FC9C-45F1-B99C-CEBDECA7EF69}"/>
                    </a:ext>
                  </a:extLst>
                </p:cNvPr>
                <p:cNvSpPr/>
                <p:nvPr/>
              </p:nvSpPr>
              <p:spPr>
                <a:xfrm rot="10800000">
                  <a:off x="4741238" y="5140424"/>
                  <a:ext cx="25296" cy="12660"/>
                </a:xfrm>
                <a:custGeom>
                  <a:avLst/>
                  <a:gdLst>
                    <a:gd name="connsiteX0" fmla="*/ 25296 w 25295"/>
                    <a:gd name="connsiteY0" fmla="*/ 0 h 12659"/>
                    <a:gd name="connsiteX1" fmla="*/ 0 w 25295"/>
                    <a:gd name="connsiteY1" fmla="*/ 12660 h 12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5295" h="12659">
                      <a:moveTo>
                        <a:pt x="25296" y="0"/>
                      </a:moveTo>
                      <a:lnTo>
                        <a:pt x="0" y="12660"/>
                      </a:lnTo>
                    </a:path>
                  </a:pathLst>
                </a:custGeom>
                <a:noFill/>
                <a:ln w="37944" cap="rnd">
                  <a:solidFill>
                    <a:srgbClr val="32BF4F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612" name="자유형: 도형 2611">
                  <a:extLst>
                    <a:ext uri="{FF2B5EF4-FFF2-40B4-BE49-F238E27FC236}">
                      <a16:creationId xmlns:a16="http://schemas.microsoft.com/office/drawing/2014/main" id="{E774979D-360D-4423-A514-86EB5931150E}"/>
                    </a:ext>
                  </a:extLst>
                </p:cNvPr>
                <p:cNvSpPr/>
                <p:nvPr/>
              </p:nvSpPr>
              <p:spPr>
                <a:xfrm rot="10800000">
                  <a:off x="4741238" y="5140424"/>
                  <a:ext cx="25296" cy="12660"/>
                </a:xfrm>
                <a:custGeom>
                  <a:avLst/>
                  <a:gdLst>
                    <a:gd name="connsiteX0" fmla="*/ 25296 w 25295"/>
                    <a:gd name="connsiteY0" fmla="*/ 0 h 12659"/>
                    <a:gd name="connsiteX1" fmla="*/ 0 w 25295"/>
                    <a:gd name="connsiteY1" fmla="*/ 12660 h 12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5295" h="12659">
                      <a:moveTo>
                        <a:pt x="25296" y="0"/>
                      </a:moveTo>
                      <a:lnTo>
                        <a:pt x="0" y="12660"/>
                      </a:lnTo>
                    </a:path>
                  </a:pathLst>
                </a:custGeom>
                <a:noFill/>
                <a:ln w="37944" cap="rnd">
                  <a:solidFill>
                    <a:srgbClr val="8C8C8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613" name="자유형: 도형 2612">
                  <a:extLst>
                    <a:ext uri="{FF2B5EF4-FFF2-40B4-BE49-F238E27FC236}">
                      <a16:creationId xmlns:a16="http://schemas.microsoft.com/office/drawing/2014/main" id="{E6D39C6A-329A-4505-B04C-FD12C123BBE4}"/>
                    </a:ext>
                  </a:extLst>
                </p:cNvPr>
                <p:cNvSpPr/>
                <p:nvPr/>
              </p:nvSpPr>
              <p:spPr>
                <a:xfrm rot="10800000">
                  <a:off x="4741238" y="5140424"/>
                  <a:ext cx="25296" cy="12660"/>
                </a:xfrm>
                <a:custGeom>
                  <a:avLst/>
                  <a:gdLst>
                    <a:gd name="connsiteX0" fmla="*/ 25296 w 25295"/>
                    <a:gd name="connsiteY0" fmla="*/ 0 h 12659"/>
                    <a:gd name="connsiteX1" fmla="*/ 0 w 25295"/>
                    <a:gd name="connsiteY1" fmla="*/ 12660 h 12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5295" h="12659">
                      <a:moveTo>
                        <a:pt x="25296" y="0"/>
                      </a:moveTo>
                      <a:lnTo>
                        <a:pt x="0" y="12660"/>
                      </a:lnTo>
                    </a:path>
                  </a:pathLst>
                </a:custGeom>
                <a:noFill/>
                <a:ln w="37944" cap="rnd">
                  <a:solidFill>
                    <a:srgbClr val="FF0000">
                      <a:alpha val="30000"/>
                    </a:srgbClr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614" name="자유형: 도형 2613">
                  <a:extLst>
                    <a:ext uri="{FF2B5EF4-FFF2-40B4-BE49-F238E27FC236}">
                      <a16:creationId xmlns:a16="http://schemas.microsoft.com/office/drawing/2014/main" id="{1E5ECE1E-BF01-4256-B7BA-B7E270E4D135}"/>
                    </a:ext>
                  </a:extLst>
                </p:cNvPr>
                <p:cNvSpPr/>
                <p:nvPr/>
              </p:nvSpPr>
              <p:spPr>
                <a:xfrm rot="10800000">
                  <a:off x="4741238" y="5033019"/>
                  <a:ext cx="25296" cy="12660"/>
                </a:xfrm>
                <a:custGeom>
                  <a:avLst/>
                  <a:gdLst>
                    <a:gd name="connsiteX0" fmla="*/ 25296 w 25295"/>
                    <a:gd name="connsiteY0" fmla="*/ 0 h 0"/>
                    <a:gd name="connsiteX1" fmla="*/ 0 w 25295"/>
                    <a:gd name="connsiteY1" fmla="*/ 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5295">
                      <a:moveTo>
                        <a:pt x="25296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7944" cap="rnd">
                  <a:solidFill>
                    <a:srgbClr val="FFD5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615" name="자유형: 도형 2614">
                  <a:extLst>
                    <a:ext uri="{FF2B5EF4-FFF2-40B4-BE49-F238E27FC236}">
                      <a16:creationId xmlns:a16="http://schemas.microsoft.com/office/drawing/2014/main" id="{2FC9E246-6AB1-459B-BB65-9E08183735DE}"/>
                    </a:ext>
                  </a:extLst>
                </p:cNvPr>
                <p:cNvSpPr/>
                <p:nvPr/>
              </p:nvSpPr>
              <p:spPr>
                <a:xfrm rot="10800000">
                  <a:off x="4741238" y="5033019"/>
                  <a:ext cx="25296" cy="12660"/>
                </a:xfrm>
                <a:custGeom>
                  <a:avLst/>
                  <a:gdLst>
                    <a:gd name="connsiteX0" fmla="*/ 25296 w 25295"/>
                    <a:gd name="connsiteY0" fmla="*/ 0 h 0"/>
                    <a:gd name="connsiteX1" fmla="*/ 0 w 25295"/>
                    <a:gd name="connsiteY1" fmla="*/ 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5295">
                      <a:moveTo>
                        <a:pt x="25296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7944" cap="rnd">
                  <a:solidFill>
                    <a:srgbClr val="8C8C8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616" name="자유형: 도형 2615">
                  <a:extLst>
                    <a:ext uri="{FF2B5EF4-FFF2-40B4-BE49-F238E27FC236}">
                      <a16:creationId xmlns:a16="http://schemas.microsoft.com/office/drawing/2014/main" id="{EF09A537-1140-4460-8887-7EFC8FE6E6B3}"/>
                    </a:ext>
                  </a:extLst>
                </p:cNvPr>
                <p:cNvSpPr/>
                <p:nvPr/>
              </p:nvSpPr>
              <p:spPr>
                <a:xfrm rot="10800000">
                  <a:off x="4741238" y="5033019"/>
                  <a:ext cx="25296" cy="12660"/>
                </a:xfrm>
                <a:custGeom>
                  <a:avLst/>
                  <a:gdLst>
                    <a:gd name="connsiteX0" fmla="*/ 25296 w 25295"/>
                    <a:gd name="connsiteY0" fmla="*/ 0 h 0"/>
                    <a:gd name="connsiteX1" fmla="*/ 0 w 25295"/>
                    <a:gd name="connsiteY1" fmla="*/ 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5295">
                      <a:moveTo>
                        <a:pt x="25296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7944" cap="rnd">
                  <a:solidFill>
                    <a:srgbClr val="FF0000">
                      <a:alpha val="30000"/>
                    </a:srgbClr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72" name="그룹 71">
                <a:extLst>
                  <a:ext uri="{FF2B5EF4-FFF2-40B4-BE49-F238E27FC236}">
                    <a16:creationId xmlns:a16="http://schemas.microsoft.com/office/drawing/2014/main" id="{6146817F-619B-4B68-91AB-7F199794F882}"/>
                  </a:ext>
                </a:extLst>
              </p:cNvPr>
              <p:cNvGrpSpPr/>
              <p:nvPr/>
            </p:nvGrpSpPr>
            <p:grpSpPr>
              <a:xfrm rot="16200000">
                <a:off x="4185112" y="2403356"/>
                <a:ext cx="348698" cy="109450"/>
                <a:chOff x="10087742" y="2664351"/>
                <a:chExt cx="348698" cy="109450"/>
              </a:xfrm>
            </p:grpSpPr>
            <p:sp>
              <p:nvSpPr>
                <p:cNvPr id="3421" name="타원 3420">
                  <a:extLst>
                    <a:ext uri="{FF2B5EF4-FFF2-40B4-BE49-F238E27FC236}">
                      <a16:creationId xmlns:a16="http://schemas.microsoft.com/office/drawing/2014/main" id="{57903BE3-5847-44A9-8C2B-7478BA777102}"/>
                    </a:ext>
                  </a:extLst>
                </p:cNvPr>
                <p:cNvSpPr/>
                <p:nvPr/>
              </p:nvSpPr>
              <p:spPr>
                <a:xfrm rot="5400000">
                  <a:off x="10206438" y="2664351"/>
                  <a:ext cx="108000" cy="108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422" name="타원 3421">
                  <a:extLst>
                    <a:ext uri="{FF2B5EF4-FFF2-40B4-BE49-F238E27FC236}">
                      <a16:creationId xmlns:a16="http://schemas.microsoft.com/office/drawing/2014/main" id="{56253147-59ED-498F-A0C2-9860C85B9B3C}"/>
                    </a:ext>
                  </a:extLst>
                </p:cNvPr>
                <p:cNvSpPr/>
                <p:nvPr/>
              </p:nvSpPr>
              <p:spPr>
                <a:xfrm rot="5400000">
                  <a:off x="10087742" y="2665801"/>
                  <a:ext cx="108000" cy="108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423" name="타원 3422">
                  <a:extLst>
                    <a:ext uri="{FF2B5EF4-FFF2-40B4-BE49-F238E27FC236}">
                      <a16:creationId xmlns:a16="http://schemas.microsoft.com/office/drawing/2014/main" id="{9A89C179-AC06-4C0B-8B81-BA8C179FE9A2}"/>
                    </a:ext>
                  </a:extLst>
                </p:cNvPr>
                <p:cNvSpPr/>
                <p:nvPr/>
              </p:nvSpPr>
              <p:spPr>
                <a:xfrm rot="5400000">
                  <a:off x="10328440" y="2664351"/>
                  <a:ext cx="108000" cy="108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32" name="그룹 231">
                <a:extLst>
                  <a:ext uri="{FF2B5EF4-FFF2-40B4-BE49-F238E27FC236}">
                    <a16:creationId xmlns:a16="http://schemas.microsoft.com/office/drawing/2014/main" id="{511197A5-42A7-4FD7-B0EB-439A81348DE2}"/>
                  </a:ext>
                </a:extLst>
              </p:cNvPr>
              <p:cNvGrpSpPr/>
              <p:nvPr/>
            </p:nvGrpSpPr>
            <p:grpSpPr>
              <a:xfrm>
                <a:off x="9741942" y="3453234"/>
                <a:ext cx="1040299" cy="1876235"/>
                <a:chOff x="9741942" y="3453234"/>
                <a:chExt cx="1040299" cy="1876235"/>
              </a:xfrm>
            </p:grpSpPr>
            <p:sp>
              <p:nvSpPr>
                <p:cNvPr id="3164" name="자유형: 도형 3163">
                  <a:extLst>
                    <a:ext uri="{FF2B5EF4-FFF2-40B4-BE49-F238E27FC236}">
                      <a16:creationId xmlns:a16="http://schemas.microsoft.com/office/drawing/2014/main" id="{359A12F4-9CAF-43CF-8373-FCF4E93C65FF}"/>
                    </a:ext>
                  </a:extLst>
                </p:cNvPr>
                <p:cNvSpPr/>
                <p:nvPr/>
              </p:nvSpPr>
              <p:spPr>
                <a:xfrm flipH="1">
                  <a:off x="9847927" y="4120549"/>
                  <a:ext cx="12687" cy="12693"/>
                </a:xfrm>
                <a:custGeom>
                  <a:avLst/>
                  <a:gdLst>
                    <a:gd name="connsiteX0" fmla="*/ 0 w 0"/>
                    <a:gd name="connsiteY0" fmla="*/ 0 h 0"/>
                    <a:gd name="connsiteX1" fmla="*/ 9134 w 0"/>
                    <a:gd name="connsiteY1" fmla="*/ 0 h 0"/>
                    <a:gd name="connsiteX2" fmla="*/ 9134 w 0"/>
                    <a:gd name="connsiteY2" fmla="*/ 9139 h 0"/>
                    <a:gd name="connsiteX3" fmla="*/ 0 w 0"/>
                    <a:gd name="connsiteY3" fmla="*/ 9139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>
                      <a:moveTo>
                        <a:pt x="0" y="0"/>
                      </a:moveTo>
                      <a:lnTo>
                        <a:pt x="9134" y="0"/>
                      </a:lnTo>
                      <a:lnTo>
                        <a:pt x="9134" y="9139"/>
                      </a:lnTo>
                      <a:lnTo>
                        <a:pt x="0" y="9139"/>
                      </a:lnTo>
                      <a:close/>
                    </a:path>
                  </a:pathLst>
                </a:custGeom>
                <a:noFill/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165" name="자유형: 도형 3164">
                  <a:extLst>
                    <a:ext uri="{FF2B5EF4-FFF2-40B4-BE49-F238E27FC236}">
                      <a16:creationId xmlns:a16="http://schemas.microsoft.com/office/drawing/2014/main" id="{BE47282B-8EE0-4F66-A5C8-6961CC9CF705}"/>
                    </a:ext>
                  </a:extLst>
                </p:cNvPr>
                <p:cNvSpPr/>
                <p:nvPr/>
              </p:nvSpPr>
              <p:spPr>
                <a:xfrm flipH="1">
                  <a:off x="9846932" y="4094751"/>
                  <a:ext cx="12687" cy="12693"/>
                </a:xfrm>
                <a:custGeom>
                  <a:avLst/>
                  <a:gdLst>
                    <a:gd name="connsiteX0" fmla="*/ 0 w 0"/>
                    <a:gd name="connsiteY0" fmla="*/ 0 h 0"/>
                    <a:gd name="connsiteX1" fmla="*/ 9134 w 0"/>
                    <a:gd name="connsiteY1" fmla="*/ 0 h 0"/>
                    <a:gd name="connsiteX2" fmla="*/ 9134 w 0"/>
                    <a:gd name="connsiteY2" fmla="*/ 9139 h 0"/>
                    <a:gd name="connsiteX3" fmla="*/ 0 w 0"/>
                    <a:gd name="connsiteY3" fmla="*/ 9139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>
                      <a:moveTo>
                        <a:pt x="0" y="0"/>
                      </a:moveTo>
                      <a:lnTo>
                        <a:pt x="9134" y="0"/>
                      </a:lnTo>
                      <a:lnTo>
                        <a:pt x="9134" y="9139"/>
                      </a:lnTo>
                      <a:lnTo>
                        <a:pt x="0" y="9139"/>
                      </a:lnTo>
                      <a:close/>
                    </a:path>
                  </a:pathLst>
                </a:custGeom>
                <a:noFill/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166" name="자유형: 도형 3165">
                  <a:extLst>
                    <a:ext uri="{FF2B5EF4-FFF2-40B4-BE49-F238E27FC236}">
                      <a16:creationId xmlns:a16="http://schemas.microsoft.com/office/drawing/2014/main" id="{E3E4A7F0-605C-4F19-B2A8-01603A0EBBF5}"/>
                    </a:ext>
                  </a:extLst>
                </p:cNvPr>
                <p:cNvSpPr/>
                <p:nvPr/>
              </p:nvSpPr>
              <p:spPr>
                <a:xfrm flipH="1">
                  <a:off x="9847927" y="4069316"/>
                  <a:ext cx="12687" cy="12693"/>
                </a:xfrm>
                <a:custGeom>
                  <a:avLst/>
                  <a:gdLst>
                    <a:gd name="connsiteX0" fmla="*/ 0 w 0"/>
                    <a:gd name="connsiteY0" fmla="*/ 0 h 0"/>
                    <a:gd name="connsiteX1" fmla="*/ 9134 w 0"/>
                    <a:gd name="connsiteY1" fmla="*/ 0 h 0"/>
                    <a:gd name="connsiteX2" fmla="*/ 9134 w 0"/>
                    <a:gd name="connsiteY2" fmla="*/ 9139 h 0"/>
                    <a:gd name="connsiteX3" fmla="*/ 0 w 0"/>
                    <a:gd name="connsiteY3" fmla="*/ 9139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>
                      <a:moveTo>
                        <a:pt x="0" y="0"/>
                      </a:moveTo>
                      <a:lnTo>
                        <a:pt x="9134" y="0"/>
                      </a:lnTo>
                      <a:lnTo>
                        <a:pt x="9134" y="9139"/>
                      </a:lnTo>
                      <a:lnTo>
                        <a:pt x="0" y="9139"/>
                      </a:lnTo>
                      <a:close/>
                    </a:path>
                  </a:pathLst>
                </a:custGeom>
                <a:solidFill>
                  <a:srgbClr val="FFC000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167" name="자유형: 도형 3166">
                  <a:extLst>
                    <a:ext uri="{FF2B5EF4-FFF2-40B4-BE49-F238E27FC236}">
                      <a16:creationId xmlns:a16="http://schemas.microsoft.com/office/drawing/2014/main" id="{E44A85AA-C42E-4AD1-B504-23B57269D2AE}"/>
                    </a:ext>
                  </a:extLst>
                </p:cNvPr>
                <p:cNvSpPr/>
                <p:nvPr/>
              </p:nvSpPr>
              <p:spPr>
                <a:xfrm flipH="1">
                  <a:off x="9771671" y="4119620"/>
                  <a:ext cx="101493" cy="88850"/>
                </a:xfrm>
                <a:custGeom>
                  <a:avLst/>
                  <a:gdLst>
                    <a:gd name="connsiteX0" fmla="*/ 12550 w 101492"/>
                    <a:gd name="connsiteY0" fmla="*/ 929 h 88850"/>
                    <a:gd name="connsiteX1" fmla="*/ 112114 w 101492"/>
                    <a:gd name="connsiteY1" fmla="*/ 96156 h 888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1492" h="88850">
                      <a:moveTo>
                        <a:pt x="12550" y="929"/>
                      </a:moveTo>
                      <a:cubicBezTo>
                        <a:pt x="12550" y="929"/>
                        <a:pt x="-52112" y="-16151"/>
                        <a:pt x="112114" y="96156"/>
                      </a:cubicBezTo>
                    </a:path>
                  </a:pathLst>
                </a:custGeom>
                <a:noFill/>
                <a:ln w="2740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168" name="자유형: 도형 3167">
                  <a:extLst>
                    <a:ext uri="{FF2B5EF4-FFF2-40B4-BE49-F238E27FC236}">
                      <a16:creationId xmlns:a16="http://schemas.microsoft.com/office/drawing/2014/main" id="{243A28DF-55C7-4B7D-BD93-D54483B27A3E}"/>
                    </a:ext>
                  </a:extLst>
                </p:cNvPr>
                <p:cNvSpPr/>
                <p:nvPr/>
              </p:nvSpPr>
              <p:spPr>
                <a:xfrm flipH="1">
                  <a:off x="9770813" y="4094751"/>
                  <a:ext cx="88806" cy="25386"/>
                </a:xfrm>
                <a:custGeom>
                  <a:avLst/>
                  <a:gdLst>
                    <a:gd name="connsiteX0" fmla="*/ 0 w 88806"/>
                    <a:gd name="connsiteY0" fmla="*/ 0 h 25385"/>
                    <a:gd name="connsiteX1" fmla="*/ 101437 w 88806"/>
                    <a:gd name="connsiteY1" fmla="*/ 35642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8806" h="25385">
                      <a:moveTo>
                        <a:pt x="0" y="0"/>
                      </a:moveTo>
                      <a:cubicBezTo>
                        <a:pt x="51189" y="0"/>
                        <a:pt x="52111" y="14887"/>
                        <a:pt x="101437" y="35642"/>
                      </a:cubicBezTo>
                    </a:path>
                  </a:pathLst>
                </a:custGeom>
                <a:noFill/>
                <a:ln w="27403" cap="flat">
                  <a:solidFill>
                    <a:srgbClr val="FF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169" name="자유형: 도형 3168">
                  <a:extLst>
                    <a:ext uri="{FF2B5EF4-FFF2-40B4-BE49-F238E27FC236}">
                      <a16:creationId xmlns:a16="http://schemas.microsoft.com/office/drawing/2014/main" id="{1785A772-DEF1-4FAD-BB42-669A1983A1A3}"/>
                    </a:ext>
                  </a:extLst>
                </p:cNvPr>
                <p:cNvSpPr/>
                <p:nvPr/>
              </p:nvSpPr>
              <p:spPr>
                <a:xfrm flipH="1">
                  <a:off x="9771808" y="4047280"/>
                  <a:ext cx="88806" cy="12693"/>
                </a:xfrm>
                <a:custGeom>
                  <a:avLst/>
                  <a:gdLst>
                    <a:gd name="connsiteX0" fmla="*/ 0 w 88806"/>
                    <a:gd name="connsiteY0" fmla="*/ 22037 h 12692"/>
                    <a:gd name="connsiteX1" fmla="*/ 100962 w 88806"/>
                    <a:gd name="connsiteY1" fmla="*/ 10156 h 12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8806" h="12692">
                      <a:moveTo>
                        <a:pt x="0" y="22037"/>
                      </a:moveTo>
                      <a:cubicBezTo>
                        <a:pt x="68279" y="22037"/>
                        <a:pt x="96395" y="-18284"/>
                        <a:pt x="100962" y="10156"/>
                      </a:cubicBezTo>
                    </a:path>
                  </a:pathLst>
                </a:custGeom>
                <a:solidFill>
                  <a:srgbClr val="FFC000"/>
                </a:solidFill>
                <a:ln w="27403" cap="flat">
                  <a:solidFill>
                    <a:srgbClr val="FFC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170" name="자유형: 도형 3169">
                  <a:extLst>
                    <a:ext uri="{FF2B5EF4-FFF2-40B4-BE49-F238E27FC236}">
                      <a16:creationId xmlns:a16="http://schemas.microsoft.com/office/drawing/2014/main" id="{F0E3E4B9-A448-4DA3-A0DA-1CE7D19B3815}"/>
                    </a:ext>
                  </a:extLst>
                </p:cNvPr>
                <p:cNvSpPr/>
                <p:nvPr/>
              </p:nvSpPr>
              <p:spPr>
                <a:xfrm flipH="1">
                  <a:off x="9741942" y="3779029"/>
                  <a:ext cx="1040299" cy="507717"/>
                </a:xfrm>
                <a:custGeom>
                  <a:avLst/>
                  <a:gdLst>
                    <a:gd name="connsiteX0" fmla="*/ 0 w 1040299"/>
                    <a:gd name="connsiteY0" fmla="*/ 170769 h 507716"/>
                    <a:gd name="connsiteX1" fmla="*/ 153602 w 1040299"/>
                    <a:gd name="connsiteY1" fmla="*/ 170769 h 507716"/>
                    <a:gd name="connsiteX2" fmla="*/ 153602 w 1040299"/>
                    <a:gd name="connsiteY2" fmla="*/ 0 h 507716"/>
                    <a:gd name="connsiteX3" fmla="*/ 887501 w 1040299"/>
                    <a:gd name="connsiteY3" fmla="*/ 0 h 507716"/>
                    <a:gd name="connsiteX4" fmla="*/ 887501 w 1040299"/>
                    <a:gd name="connsiteY4" fmla="*/ 170769 h 507716"/>
                    <a:gd name="connsiteX5" fmla="*/ 1041094 w 1040299"/>
                    <a:gd name="connsiteY5" fmla="*/ 170769 h 507716"/>
                    <a:gd name="connsiteX6" fmla="*/ 1041094 w 1040299"/>
                    <a:gd name="connsiteY6" fmla="*/ 187832 h 507716"/>
                    <a:gd name="connsiteX7" fmla="*/ 887501 w 1040299"/>
                    <a:gd name="connsiteY7" fmla="*/ 187832 h 507716"/>
                    <a:gd name="connsiteX8" fmla="*/ 887501 w 1040299"/>
                    <a:gd name="connsiteY8" fmla="*/ 512263 h 507716"/>
                    <a:gd name="connsiteX9" fmla="*/ 153602 w 1040299"/>
                    <a:gd name="connsiteY9" fmla="*/ 512263 h 507716"/>
                    <a:gd name="connsiteX10" fmla="*/ 153602 w 1040299"/>
                    <a:gd name="connsiteY10" fmla="*/ 187832 h 507716"/>
                    <a:gd name="connsiteX11" fmla="*/ 0 w 1040299"/>
                    <a:gd name="connsiteY11" fmla="*/ 187832 h 507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040299" h="507716">
                      <a:moveTo>
                        <a:pt x="0" y="170769"/>
                      </a:moveTo>
                      <a:lnTo>
                        <a:pt x="153602" y="170769"/>
                      </a:lnTo>
                      <a:lnTo>
                        <a:pt x="153602" y="0"/>
                      </a:lnTo>
                      <a:lnTo>
                        <a:pt x="887501" y="0"/>
                      </a:lnTo>
                      <a:lnTo>
                        <a:pt x="887501" y="170769"/>
                      </a:lnTo>
                      <a:lnTo>
                        <a:pt x="1041094" y="170769"/>
                      </a:lnTo>
                      <a:lnTo>
                        <a:pt x="1041094" y="187832"/>
                      </a:lnTo>
                      <a:lnTo>
                        <a:pt x="887501" y="187832"/>
                      </a:lnTo>
                      <a:lnTo>
                        <a:pt x="887501" y="512263"/>
                      </a:lnTo>
                      <a:lnTo>
                        <a:pt x="153602" y="512263"/>
                      </a:lnTo>
                      <a:lnTo>
                        <a:pt x="153602" y="187832"/>
                      </a:lnTo>
                      <a:lnTo>
                        <a:pt x="0" y="187832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171" name="자유형: 도형 3170">
                  <a:extLst>
                    <a:ext uri="{FF2B5EF4-FFF2-40B4-BE49-F238E27FC236}">
                      <a16:creationId xmlns:a16="http://schemas.microsoft.com/office/drawing/2014/main" id="{2242F893-144E-4E01-96CA-0E7C1B54A633}"/>
                    </a:ext>
                  </a:extLst>
                </p:cNvPr>
                <p:cNvSpPr/>
                <p:nvPr/>
              </p:nvSpPr>
              <p:spPr>
                <a:xfrm flipH="1">
                  <a:off x="10629099" y="3966860"/>
                  <a:ext cx="50746" cy="317323"/>
                </a:xfrm>
                <a:custGeom>
                  <a:avLst/>
                  <a:gdLst>
                    <a:gd name="connsiteX0" fmla="*/ 0 w 50746"/>
                    <a:gd name="connsiteY0" fmla="*/ 0 h 317322"/>
                    <a:gd name="connsiteX1" fmla="*/ 51207 w 50746"/>
                    <a:gd name="connsiteY1" fmla="*/ 0 h 317322"/>
                    <a:gd name="connsiteX2" fmla="*/ 51207 w 50746"/>
                    <a:gd name="connsiteY2" fmla="*/ 324431 h 317322"/>
                    <a:gd name="connsiteX3" fmla="*/ 0 w 50746"/>
                    <a:gd name="connsiteY3" fmla="*/ 273216 h 3173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0746" h="317322">
                      <a:moveTo>
                        <a:pt x="0" y="0"/>
                      </a:moveTo>
                      <a:lnTo>
                        <a:pt x="51207" y="0"/>
                      </a:lnTo>
                      <a:lnTo>
                        <a:pt x="51207" y="324431"/>
                      </a:lnTo>
                      <a:lnTo>
                        <a:pt x="0" y="2732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172" name="자유형: 도형 3171">
                  <a:extLst>
                    <a:ext uri="{FF2B5EF4-FFF2-40B4-BE49-F238E27FC236}">
                      <a16:creationId xmlns:a16="http://schemas.microsoft.com/office/drawing/2014/main" id="{532D1DBF-F671-4FE1-ADDF-8AADCE9BE09D}"/>
                    </a:ext>
                  </a:extLst>
                </p:cNvPr>
                <p:cNvSpPr/>
                <p:nvPr/>
              </p:nvSpPr>
              <p:spPr>
                <a:xfrm flipH="1">
                  <a:off x="10630002" y="3864404"/>
                  <a:ext cx="152239" cy="76157"/>
                </a:xfrm>
                <a:custGeom>
                  <a:avLst/>
                  <a:gdLst>
                    <a:gd name="connsiteX0" fmla="*/ 153602 w 152238"/>
                    <a:gd name="connsiteY0" fmla="*/ 85394 h 76157"/>
                    <a:gd name="connsiteX1" fmla="*/ 0 w 152238"/>
                    <a:gd name="connsiteY1" fmla="*/ 85394 h 76157"/>
                    <a:gd name="connsiteX2" fmla="*/ 0 w 152238"/>
                    <a:gd name="connsiteY2" fmla="*/ 0 h 76157"/>
                    <a:gd name="connsiteX3" fmla="*/ 102396 w 152238"/>
                    <a:gd name="connsiteY3" fmla="*/ 0 h 76157"/>
                    <a:gd name="connsiteX4" fmla="*/ 102396 w 152238"/>
                    <a:gd name="connsiteY4" fmla="*/ 34152 h 761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2238" h="76157">
                      <a:moveTo>
                        <a:pt x="153602" y="85394"/>
                      </a:moveTo>
                      <a:lnTo>
                        <a:pt x="0" y="85394"/>
                      </a:lnTo>
                      <a:lnTo>
                        <a:pt x="0" y="0"/>
                      </a:lnTo>
                      <a:lnTo>
                        <a:pt x="102396" y="0"/>
                      </a:lnTo>
                      <a:lnTo>
                        <a:pt x="102396" y="34152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173" name="자유형: 도형 3172">
                  <a:extLst>
                    <a:ext uri="{FF2B5EF4-FFF2-40B4-BE49-F238E27FC236}">
                      <a16:creationId xmlns:a16="http://schemas.microsoft.com/office/drawing/2014/main" id="{E195CEBE-136C-415D-915A-2683E3B87327}"/>
                    </a:ext>
                  </a:extLst>
                </p:cNvPr>
                <p:cNvSpPr/>
                <p:nvPr/>
              </p:nvSpPr>
              <p:spPr>
                <a:xfrm flipH="1">
                  <a:off x="9855218" y="3574125"/>
                  <a:ext cx="824627" cy="203087"/>
                </a:xfrm>
                <a:custGeom>
                  <a:avLst/>
                  <a:gdLst>
                    <a:gd name="connsiteX0" fmla="*/ 51207 w 824627"/>
                    <a:gd name="connsiteY0" fmla="*/ 204903 h 203086"/>
                    <a:gd name="connsiteX1" fmla="*/ 0 w 824627"/>
                    <a:gd name="connsiteY1" fmla="*/ 153679 h 203086"/>
                    <a:gd name="connsiteX2" fmla="*/ 0 w 824627"/>
                    <a:gd name="connsiteY2" fmla="*/ 51224 h 203086"/>
                    <a:gd name="connsiteX3" fmla="*/ 51207 w 824627"/>
                    <a:gd name="connsiteY3" fmla="*/ 0 h 203086"/>
                    <a:gd name="connsiteX4" fmla="*/ 785105 w 824627"/>
                    <a:gd name="connsiteY4" fmla="*/ 0 h 203086"/>
                    <a:gd name="connsiteX5" fmla="*/ 836294 w 824627"/>
                    <a:gd name="connsiteY5" fmla="*/ 51224 h 203086"/>
                    <a:gd name="connsiteX6" fmla="*/ 836294 w 824627"/>
                    <a:gd name="connsiteY6" fmla="*/ 153679 h 203086"/>
                    <a:gd name="connsiteX7" fmla="*/ 785105 w 824627"/>
                    <a:gd name="connsiteY7" fmla="*/ 204903 h 2030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24627" h="203086">
                      <a:moveTo>
                        <a:pt x="51207" y="204903"/>
                      </a:moveTo>
                      <a:lnTo>
                        <a:pt x="0" y="153679"/>
                      </a:lnTo>
                      <a:lnTo>
                        <a:pt x="0" y="51224"/>
                      </a:lnTo>
                      <a:lnTo>
                        <a:pt x="51207" y="0"/>
                      </a:lnTo>
                      <a:lnTo>
                        <a:pt x="785105" y="0"/>
                      </a:lnTo>
                      <a:lnTo>
                        <a:pt x="836294" y="51224"/>
                      </a:lnTo>
                      <a:lnTo>
                        <a:pt x="836294" y="153679"/>
                      </a:lnTo>
                      <a:lnTo>
                        <a:pt x="785105" y="204903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174" name="자유형: 도형 3173">
                  <a:extLst>
                    <a:ext uri="{FF2B5EF4-FFF2-40B4-BE49-F238E27FC236}">
                      <a16:creationId xmlns:a16="http://schemas.microsoft.com/office/drawing/2014/main" id="{56071BD7-7B04-4A17-AC47-0DDF07A007E8}"/>
                    </a:ext>
                  </a:extLst>
                </p:cNvPr>
                <p:cNvSpPr/>
                <p:nvPr/>
              </p:nvSpPr>
              <p:spPr>
                <a:xfrm flipH="1">
                  <a:off x="9843994" y="3966860"/>
                  <a:ext cx="50746" cy="317323"/>
                </a:xfrm>
                <a:custGeom>
                  <a:avLst/>
                  <a:gdLst>
                    <a:gd name="connsiteX0" fmla="*/ 51189 w 50746"/>
                    <a:gd name="connsiteY0" fmla="*/ 0 h 317322"/>
                    <a:gd name="connsiteX1" fmla="*/ 0 w 50746"/>
                    <a:gd name="connsiteY1" fmla="*/ 0 h 317322"/>
                    <a:gd name="connsiteX2" fmla="*/ 0 w 50746"/>
                    <a:gd name="connsiteY2" fmla="*/ 324431 h 317322"/>
                    <a:gd name="connsiteX3" fmla="*/ 51189 w 50746"/>
                    <a:gd name="connsiteY3" fmla="*/ 273216 h 3173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0746" h="317322">
                      <a:moveTo>
                        <a:pt x="51189" y="0"/>
                      </a:moveTo>
                      <a:lnTo>
                        <a:pt x="0" y="0"/>
                      </a:lnTo>
                      <a:lnTo>
                        <a:pt x="0" y="324431"/>
                      </a:lnTo>
                      <a:lnTo>
                        <a:pt x="51189" y="273216"/>
                      </a:lnTo>
                      <a:close/>
                    </a:path>
                  </a:pathLst>
                </a:custGeom>
                <a:solidFill>
                  <a:srgbClr val="666666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175" name="자유형: 도형 3174">
                  <a:extLst>
                    <a:ext uri="{FF2B5EF4-FFF2-40B4-BE49-F238E27FC236}">
                      <a16:creationId xmlns:a16="http://schemas.microsoft.com/office/drawing/2014/main" id="{7B777F7B-D6F5-4E6A-8B9A-765665B37DFE}"/>
                    </a:ext>
                  </a:extLst>
                </p:cNvPr>
                <p:cNvSpPr/>
                <p:nvPr/>
              </p:nvSpPr>
              <p:spPr>
                <a:xfrm flipH="1">
                  <a:off x="9742501" y="3864404"/>
                  <a:ext cx="152239" cy="76157"/>
                </a:xfrm>
                <a:custGeom>
                  <a:avLst/>
                  <a:gdLst>
                    <a:gd name="connsiteX0" fmla="*/ 0 w 152238"/>
                    <a:gd name="connsiteY0" fmla="*/ 85394 h 76157"/>
                    <a:gd name="connsiteX1" fmla="*/ 153604 w 152238"/>
                    <a:gd name="connsiteY1" fmla="*/ 85394 h 76157"/>
                    <a:gd name="connsiteX2" fmla="*/ 153604 w 152238"/>
                    <a:gd name="connsiteY2" fmla="*/ 0 h 76157"/>
                    <a:gd name="connsiteX3" fmla="*/ 51189 w 152238"/>
                    <a:gd name="connsiteY3" fmla="*/ 0 h 76157"/>
                    <a:gd name="connsiteX4" fmla="*/ 51189 w 152238"/>
                    <a:gd name="connsiteY4" fmla="*/ 34152 h 761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2238" h="76157">
                      <a:moveTo>
                        <a:pt x="0" y="85394"/>
                      </a:moveTo>
                      <a:lnTo>
                        <a:pt x="153604" y="85394"/>
                      </a:lnTo>
                      <a:lnTo>
                        <a:pt x="153604" y="0"/>
                      </a:lnTo>
                      <a:lnTo>
                        <a:pt x="51189" y="0"/>
                      </a:lnTo>
                      <a:lnTo>
                        <a:pt x="51189" y="34152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176" name="자유형: 도형 3175">
                  <a:extLst>
                    <a:ext uri="{FF2B5EF4-FFF2-40B4-BE49-F238E27FC236}">
                      <a16:creationId xmlns:a16="http://schemas.microsoft.com/office/drawing/2014/main" id="{F6A92709-7B05-4D6B-93D8-04D4E3E1EF80}"/>
                    </a:ext>
                  </a:extLst>
                </p:cNvPr>
                <p:cNvSpPr/>
                <p:nvPr/>
              </p:nvSpPr>
              <p:spPr>
                <a:xfrm flipH="1">
                  <a:off x="10629099" y="3727805"/>
                  <a:ext cx="50746" cy="215780"/>
                </a:xfrm>
                <a:custGeom>
                  <a:avLst/>
                  <a:gdLst>
                    <a:gd name="connsiteX0" fmla="*/ 0 w 50746"/>
                    <a:gd name="connsiteY0" fmla="*/ 0 h 215779"/>
                    <a:gd name="connsiteX1" fmla="*/ 51207 w 50746"/>
                    <a:gd name="connsiteY1" fmla="*/ 51224 h 215779"/>
                    <a:gd name="connsiteX2" fmla="*/ 51207 w 50746"/>
                    <a:gd name="connsiteY2" fmla="*/ 221993 h 215779"/>
                    <a:gd name="connsiteX3" fmla="*/ 0 w 50746"/>
                    <a:gd name="connsiteY3" fmla="*/ 170751 h 2157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0746" h="215779">
                      <a:moveTo>
                        <a:pt x="0" y="0"/>
                      </a:moveTo>
                      <a:lnTo>
                        <a:pt x="51207" y="51224"/>
                      </a:lnTo>
                      <a:lnTo>
                        <a:pt x="51207" y="221993"/>
                      </a:lnTo>
                      <a:lnTo>
                        <a:pt x="0" y="17075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177" name="자유형: 도형 3176">
                  <a:extLst>
                    <a:ext uri="{FF2B5EF4-FFF2-40B4-BE49-F238E27FC236}">
                      <a16:creationId xmlns:a16="http://schemas.microsoft.com/office/drawing/2014/main" id="{52CCCD89-8185-42FD-98AC-CDB97D1884E8}"/>
                    </a:ext>
                  </a:extLst>
                </p:cNvPr>
                <p:cNvSpPr/>
                <p:nvPr/>
              </p:nvSpPr>
              <p:spPr>
                <a:xfrm flipH="1">
                  <a:off x="9843994" y="3727805"/>
                  <a:ext cx="50746" cy="215780"/>
                </a:xfrm>
                <a:custGeom>
                  <a:avLst/>
                  <a:gdLst>
                    <a:gd name="connsiteX0" fmla="*/ 51189 w 50746"/>
                    <a:gd name="connsiteY0" fmla="*/ 0 h 215779"/>
                    <a:gd name="connsiteX1" fmla="*/ 0 w 50746"/>
                    <a:gd name="connsiteY1" fmla="*/ 51224 h 215779"/>
                    <a:gd name="connsiteX2" fmla="*/ 0 w 50746"/>
                    <a:gd name="connsiteY2" fmla="*/ 221993 h 215779"/>
                    <a:gd name="connsiteX3" fmla="*/ 51189 w 50746"/>
                    <a:gd name="connsiteY3" fmla="*/ 170751 h 2157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0746" h="215779">
                      <a:moveTo>
                        <a:pt x="51189" y="0"/>
                      </a:moveTo>
                      <a:lnTo>
                        <a:pt x="0" y="51224"/>
                      </a:lnTo>
                      <a:lnTo>
                        <a:pt x="0" y="221993"/>
                      </a:lnTo>
                      <a:lnTo>
                        <a:pt x="51189" y="170751"/>
                      </a:lnTo>
                      <a:close/>
                    </a:path>
                  </a:pathLst>
                </a:custGeom>
                <a:solidFill>
                  <a:srgbClr val="666666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178" name="자유형: 도형 3177">
                  <a:extLst>
                    <a:ext uri="{FF2B5EF4-FFF2-40B4-BE49-F238E27FC236}">
                      <a16:creationId xmlns:a16="http://schemas.microsoft.com/office/drawing/2014/main" id="{DE455960-E276-4C86-8D08-FB379C623348}"/>
                    </a:ext>
                  </a:extLst>
                </p:cNvPr>
                <p:cNvSpPr/>
                <p:nvPr/>
              </p:nvSpPr>
              <p:spPr>
                <a:xfrm flipH="1">
                  <a:off x="10350867" y="3481549"/>
                  <a:ext cx="393284" cy="228472"/>
                </a:xfrm>
                <a:custGeom>
                  <a:avLst/>
                  <a:gdLst>
                    <a:gd name="connsiteX0" fmla="*/ 363044 w 393283"/>
                    <a:gd name="connsiteY0" fmla="*/ 222339 h 228472"/>
                    <a:gd name="connsiteX1" fmla="*/ 211934 w 393283"/>
                    <a:gd name="connsiteY1" fmla="*/ 220859 h 228472"/>
                    <a:gd name="connsiteX2" fmla="*/ 17858 w 393283"/>
                    <a:gd name="connsiteY2" fmla="*/ 65964 h 228472"/>
                    <a:gd name="connsiteX3" fmla="*/ 73 w 393283"/>
                    <a:gd name="connsiteY3" fmla="*/ 9933 h 228472"/>
                    <a:gd name="connsiteX4" fmla="*/ 50458 w 393283"/>
                    <a:gd name="connsiteY4" fmla="*/ 49953 h 228472"/>
                    <a:gd name="connsiteX5" fmla="*/ 394668 w 393283"/>
                    <a:gd name="connsiteY5" fmla="*/ 160625 h 228472"/>
                    <a:gd name="connsiteX6" fmla="*/ 363044 w 393283"/>
                    <a:gd name="connsiteY6" fmla="*/ 222339 h 2284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93283" h="228472">
                      <a:moveTo>
                        <a:pt x="363044" y="222339"/>
                      </a:moveTo>
                      <a:cubicBezTo>
                        <a:pt x="303105" y="255331"/>
                        <a:pt x="237118" y="236422"/>
                        <a:pt x="211934" y="220859"/>
                      </a:cubicBezTo>
                      <a:cubicBezTo>
                        <a:pt x="186742" y="205295"/>
                        <a:pt x="37844" y="78565"/>
                        <a:pt x="17858" y="65964"/>
                      </a:cubicBezTo>
                      <a:cubicBezTo>
                        <a:pt x="-2146" y="53361"/>
                        <a:pt x="73" y="35623"/>
                        <a:pt x="73" y="9933"/>
                      </a:cubicBezTo>
                      <a:cubicBezTo>
                        <a:pt x="73" y="-22757"/>
                        <a:pt x="16369" y="34389"/>
                        <a:pt x="50458" y="49953"/>
                      </a:cubicBezTo>
                      <a:cubicBezTo>
                        <a:pt x="84520" y="65516"/>
                        <a:pt x="394668" y="103808"/>
                        <a:pt x="394668" y="160625"/>
                      </a:cubicBezTo>
                      <a:cubicBezTo>
                        <a:pt x="394649" y="177915"/>
                        <a:pt x="401564" y="201137"/>
                        <a:pt x="363044" y="222339"/>
                      </a:cubicBezTo>
                      <a:close/>
                    </a:path>
                  </a:pathLst>
                </a:custGeom>
                <a:solidFill>
                  <a:srgbClr val="CCCCCC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179" name="자유형: 도형 3178">
                  <a:extLst>
                    <a:ext uri="{FF2B5EF4-FFF2-40B4-BE49-F238E27FC236}">
                      <a16:creationId xmlns:a16="http://schemas.microsoft.com/office/drawing/2014/main" id="{EDC916C0-A35D-4AF8-86A0-09E02BF7BE38}"/>
                    </a:ext>
                  </a:extLst>
                </p:cNvPr>
                <p:cNvSpPr/>
                <p:nvPr/>
              </p:nvSpPr>
              <p:spPr>
                <a:xfrm flipH="1">
                  <a:off x="10351314" y="3453234"/>
                  <a:ext cx="393284" cy="241165"/>
                </a:xfrm>
                <a:custGeom>
                  <a:avLst/>
                  <a:gdLst>
                    <a:gd name="connsiteX0" fmla="*/ 363491 w 393283"/>
                    <a:gd name="connsiteY0" fmla="*/ 233163 h 241165"/>
                    <a:gd name="connsiteX1" fmla="*/ 212381 w 393283"/>
                    <a:gd name="connsiteY1" fmla="*/ 231673 h 241165"/>
                    <a:gd name="connsiteX2" fmla="*/ 18305 w 393283"/>
                    <a:gd name="connsiteY2" fmla="*/ 76778 h 241165"/>
                    <a:gd name="connsiteX3" fmla="*/ 17565 w 393283"/>
                    <a:gd name="connsiteY3" fmla="*/ 9343 h 241165"/>
                    <a:gd name="connsiteX4" fmla="*/ 116819 w 393283"/>
                    <a:gd name="connsiteY4" fmla="*/ 17494 h 241165"/>
                    <a:gd name="connsiteX5" fmla="*/ 342748 w 393283"/>
                    <a:gd name="connsiteY5" fmla="*/ 121998 h 241165"/>
                    <a:gd name="connsiteX6" fmla="*/ 363491 w 393283"/>
                    <a:gd name="connsiteY6" fmla="*/ 233163 h 241165"/>
                    <a:gd name="connsiteX7" fmla="*/ 63730 w 393283"/>
                    <a:gd name="connsiteY7" fmla="*/ 60968 h 241165"/>
                    <a:gd name="connsiteX8" fmla="*/ 107200 w 393283"/>
                    <a:gd name="connsiteY8" fmla="*/ 39227 h 241165"/>
                    <a:gd name="connsiteX9" fmla="*/ 63730 w 393283"/>
                    <a:gd name="connsiteY9" fmla="*/ 17494 h 241165"/>
                    <a:gd name="connsiteX10" fmla="*/ 20269 w 393283"/>
                    <a:gd name="connsiteY10" fmla="*/ 39227 h 241165"/>
                    <a:gd name="connsiteX11" fmla="*/ 63730 w 393283"/>
                    <a:gd name="connsiteY11" fmla="*/ 60968 h 2411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393283" h="241165">
                      <a:moveTo>
                        <a:pt x="363491" y="233163"/>
                      </a:moveTo>
                      <a:cubicBezTo>
                        <a:pt x="306456" y="270961"/>
                        <a:pt x="237565" y="247246"/>
                        <a:pt x="212381" y="231673"/>
                      </a:cubicBezTo>
                      <a:cubicBezTo>
                        <a:pt x="187190" y="216110"/>
                        <a:pt x="38291" y="89380"/>
                        <a:pt x="18305" y="76778"/>
                      </a:cubicBezTo>
                      <a:cubicBezTo>
                        <a:pt x="-1699" y="64185"/>
                        <a:pt x="-9847" y="27127"/>
                        <a:pt x="17565" y="9343"/>
                      </a:cubicBezTo>
                      <a:cubicBezTo>
                        <a:pt x="44968" y="-8442"/>
                        <a:pt x="82748" y="1922"/>
                        <a:pt x="116819" y="17494"/>
                      </a:cubicBezTo>
                      <a:cubicBezTo>
                        <a:pt x="150890" y="33058"/>
                        <a:pt x="293870" y="93082"/>
                        <a:pt x="342748" y="121998"/>
                      </a:cubicBezTo>
                      <a:cubicBezTo>
                        <a:pt x="391644" y="150895"/>
                        <a:pt x="420544" y="195365"/>
                        <a:pt x="363491" y="233163"/>
                      </a:cubicBezTo>
                      <a:close/>
                      <a:moveTo>
                        <a:pt x="63730" y="60968"/>
                      </a:moveTo>
                      <a:cubicBezTo>
                        <a:pt x="87735" y="60968"/>
                        <a:pt x="107200" y="51235"/>
                        <a:pt x="107200" y="39227"/>
                      </a:cubicBezTo>
                      <a:cubicBezTo>
                        <a:pt x="107200" y="27218"/>
                        <a:pt x="87735" y="17494"/>
                        <a:pt x="63730" y="17494"/>
                      </a:cubicBezTo>
                      <a:cubicBezTo>
                        <a:pt x="39725" y="17494"/>
                        <a:pt x="20269" y="27218"/>
                        <a:pt x="20269" y="39227"/>
                      </a:cubicBezTo>
                      <a:cubicBezTo>
                        <a:pt x="20269" y="51235"/>
                        <a:pt x="39725" y="60968"/>
                        <a:pt x="63730" y="6096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180" name="자유형: 도형 3179">
                  <a:extLst>
                    <a:ext uri="{FF2B5EF4-FFF2-40B4-BE49-F238E27FC236}">
                      <a16:creationId xmlns:a16="http://schemas.microsoft.com/office/drawing/2014/main" id="{40059964-2D03-4553-86FA-B55E39397C21}"/>
                    </a:ext>
                  </a:extLst>
                </p:cNvPr>
                <p:cNvSpPr/>
                <p:nvPr/>
              </p:nvSpPr>
              <p:spPr>
                <a:xfrm flipH="1">
                  <a:off x="10648210" y="3470737"/>
                  <a:ext cx="76119" cy="25386"/>
                </a:xfrm>
                <a:custGeom>
                  <a:avLst/>
                  <a:gdLst>
                    <a:gd name="connsiteX0" fmla="*/ 86356 w 76119"/>
                    <a:gd name="connsiteY0" fmla="*/ 26402 h 25385"/>
                    <a:gd name="connsiteX1" fmla="*/ 43945 w 76119"/>
                    <a:gd name="connsiteY1" fmla="*/ 9386 h 25385"/>
                    <a:gd name="connsiteX2" fmla="*/ 987 w 76119"/>
                    <a:gd name="connsiteY2" fmla="*/ 26393 h 25385"/>
                    <a:gd name="connsiteX3" fmla="*/ 1023 w 76119"/>
                    <a:gd name="connsiteY3" fmla="*/ 26402 h 25385"/>
                    <a:gd name="connsiteX4" fmla="*/ 0 w 76119"/>
                    <a:gd name="connsiteY4" fmla="*/ 21732 h 25385"/>
                    <a:gd name="connsiteX5" fmla="*/ 43461 w 76119"/>
                    <a:gd name="connsiteY5" fmla="*/ 0 h 25385"/>
                    <a:gd name="connsiteX6" fmla="*/ 86931 w 76119"/>
                    <a:gd name="connsiteY6" fmla="*/ 21732 h 25385"/>
                    <a:gd name="connsiteX7" fmla="*/ 86274 w 76119"/>
                    <a:gd name="connsiteY7" fmla="*/ 26494 h 25385"/>
                    <a:gd name="connsiteX8" fmla="*/ 86356 w 76119"/>
                    <a:gd name="connsiteY8" fmla="*/ 26402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6119" h="25385">
                      <a:moveTo>
                        <a:pt x="86356" y="26402"/>
                      </a:moveTo>
                      <a:cubicBezTo>
                        <a:pt x="82045" y="16669"/>
                        <a:pt x="64717" y="9386"/>
                        <a:pt x="43945" y="9386"/>
                      </a:cubicBezTo>
                      <a:cubicBezTo>
                        <a:pt x="23192" y="9386"/>
                        <a:pt x="5298" y="16660"/>
                        <a:pt x="987" y="26393"/>
                      </a:cubicBezTo>
                      <a:lnTo>
                        <a:pt x="1023" y="26402"/>
                      </a:lnTo>
                      <a:cubicBezTo>
                        <a:pt x="365" y="24894"/>
                        <a:pt x="0" y="23341"/>
                        <a:pt x="0" y="21732"/>
                      </a:cubicBezTo>
                      <a:cubicBezTo>
                        <a:pt x="0" y="9724"/>
                        <a:pt x="19456" y="0"/>
                        <a:pt x="43461" y="0"/>
                      </a:cubicBezTo>
                      <a:cubicBezTo>
                        <a:pt x="67466" y="0"/>
                        <a:pt x="86931" y="9724"/>
                        <a:pt x="86931" y="21732"/>
                      </a:cubicBezTo>
                      <a:cubicBezTo>
                        <a:pt x="86931" y="23341"/>
                        <a:pt x="86931" y="24986"/>
                        <a:pt x="86274" y="26494"/>
                      </a:cubicBezTo>
                      <a:lnTo>
                        <a:pt x="86356" y="26402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181" name="자유형: 도형 3180">
                  <a:extLst>
                    <a:ext uri="{FF2B5EF4-FFF2-40B4-BE49-F238E27FC236}">
                      <a16:creationId xmlns:a16="http://schemas.microsoft.com/office/drawing/2014/main" id="{0DA319B0-8B9D-42ED-BB37-66D42B313C3E}"/>
                    </a:ext>
                  </a:extLst>
                </p:cNvPr>
                <p:cNvSpPr/>
                <p:nvPr/>
              </p:nvSpPr>
              <p:spPr>
                <a:xfrm flipH="1">
                  <a:off x="10391185" y="3591983"/>
                  <a:ext cx="139552" cy="76157"/>
                </a:xfrm>
                <a:custGeom>
                  <a:avLst/>
                  <a:gdLst>
                    <a:gd name="connsiteX0" fmla="*/ 146186 w 139552"/>
                    <a:gd name="connsiteY0" fmla="*/ 40805 h 76157"/>
                    <a:gd name="connsiteX1" fmla="*/ 73093 w 139552"/>
                    <a:gd name="connsiteY1" fmla="*/ 81610 h 76157"/>
                    <a:gd name="connsiteX2" fmla="*/ 0 w 139552"/>
                    <a:gd name="connsiteY2" fmla="*/ 40805 h 76157"/>
                    <a:gd name="connsiteX3" fmla="*/ 73093 w 139552"/>
                    <a:gd name="connsiteY3" fmla="*/ 0 h 76157"/>
                    <a:gd name="connsiteX4" fmla="*/ 146186 w 139552"/>
                    <a:gd name="connsiteY4" fmla="*/ 40805 h 761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9552" h="76157">
                      <a:moveTo>
                        <a:pt x="146186" y="40805"/>
                      </a:moveTo>
                      <a:cubicBezTo>
                        <a:pt x="146186" y="63341"/>
                        <a:pt x="113461" y="81610"/>
                        <a:pt x="73093" y="81610"/>
                      </a:cubicBezTo>
                      <a:cubicBezTo>
                        <a:pt x="32725" y="81610"/>
                        <a:pt x="0" y="63341"/>
                        <a:pt x="0" y="40805"/>
                      </a:cubicBezTo>
                      <a:cubicBezTo>
                        <a:pt x="0" y="18269"/>
                        <a:pt x="32725" y="0"/>
                        <a:pt x="73093" y="0"/>
                      </a:cubicBezTo>
                      <a:cubicBezTo>
                        <a:pt x="113461" y="0"/>
                        <a:pt x="146186" y="18269"/>
                        <a:pt x="146186" y="40805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182" name="자유형: 도형 3181">
                  <a:extLst>
                    <a:ext uri="{FF2B5EF4-FFF2-40B4-BE49-F238E27FC236}">
                      <a16:creationId xmlns:a16="http://schemas.microsoft.com/office/drawing/2014/main" id="{8D9BE8F7-9103-467F-B3EA-EB546EA91A53}"/>
                    </a:ext>
                  </a:extLst>
                </p:cNvPr>
                <p:cNvSpPr/>
                <p:nvPr/>
              </p:nvSpPr>
              <p:spPr>
                <a:xfrm flipH="1">
                  <a:off x="10390828" y="3632230"/>
                  <a:ext cx="139552" cy="38079"/>
                </a:xfrm>
                <a:custGeom>
                  <a:avLst/>
                  <a:gdLst>
                    <a:gd name="connsiteX0" fmla="*/ 959 w 139552"/>
                    <a:gd name="connsiteY0" fmla="*/ 164 h 38078"/>
                    <a:gd name="connsiteX1" fmla="*/ 72271 w 139552"/>
                    <a:gd name="connsiteY1" fmla="*/ 30835 h 38078"/>
                    <a:gd name="connsiteX2" fmla="*/ 144542 w 139552"/>
                    <a:gd name="connsiteY2" fmla="*/ 164 h 38078"/>
                    <a:gd name="connsiteX3" fmla="*/ 144469 w 139552"/>
                    <a:gd name="connsiteY3" fmla="*/ 164 h 38078"/>
                    <a:gd name="connsiteX4" fmla="*/ 146186 w 139552"/>
                    <a:gd name="connsiteY4" fmla="*/ 8572 h 38078"/>
                    <a:gd name="connsiteX5" fmla="*/ 73093 w 139552"/>
                    <a:gd name="connsiteY5" fmla="*/ 47760 h 38078"/>
                    <a:gd name="connsiteX6" fmla="*/ 0 w 139552"/>
                    <a:gd name="connsiteY6" fmla="*/ 8572 h 38078"/>
                    <a:gd name="connsiteX7" fmla="*/ 1096 w 139552"/>
                    <a:gd name="connsiteY7" fmla="*/ 0 h 38078"/>
                    <a:gd name="connsiteX8" fmla="*/ 959 w 139552"/>
                    <a:gd name="connsiteY8" fmla="*/ 164 h 380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39552" h="38078">
                      <a:moveTo>
                        <a:pt x="959" y="164"/>
                      </a:moveTo>
                      <a:cubicBezTo>
                        <a:pt x="8212" y="17702"/>
                        <a:pt x="37359" y="30835"/>
                        <a:pt x="72271" y="30835"/>
                      </a:cubicBezTo>
                      <a:cubicBezTo>
                        <a:pt x="107182" y="30835"/>
                        <a:pt x="137271" y="17711"/>
                        <a:pt x="144542" y="164"/>
                      </a:cubicBezTo>
                      <a:lnTo>
                        <a:pt x="144469" y="164"/>
                      </a:lnTo>
                      <a:cubicBezTo>
                        <a:pt x="145574" y="2870"/>
                        <a:pt x="146186" y="5684"/>
                        <a:pt x="146186" y="8572"/>
                      </a:cubicBezTo>
                      <a:cubicBezTo>
                        <a:pt x="146186" y="30213"/>
                        <a:pt x="113467" y="47760"/>
                        <a:pt x="73093" y="47760"/>
                      </a:cubicBezTo>
                      <a:cubicBezTo>
                        <a:pt x="32719" y="47760"/>
                        <a:pt x="0" y="30213"/>
                        <a:pt x="0" y="8572"/>
                      </a:cubicBezTo>
                      <a:cubicBezTo>
                        <a:pt x="0" y="5684"/>
                        <a:pt x="-9" y="2705"/>
                        <a:pt x="1096" y="0"/>
                      </a:cubicBezTo>
                      <a:lnTo>
                        <a:pt x="959" y="164"/>
                      </a:lnTo>
                      <a:close/>
                    </a:path>
                  </a:pathLst>
                </a:custGeom>
                <a:solidFill>
                  <a:srgbClr val="666666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183" name="자유형: 도형 3182">
                  <a:extLst>
                    <a:ext uri="{FF2B5EF4-FFF2-40B4-BE49-F238E27FC236}">
                      <a16:creationId xmlns:a16="http://schemas.microsoft.com/office/drawing/2014/main" id="{7C1BBDDB-A819-4134-B20B-3E9E192C17E0}"/>
                    </a:ext>
                  </a:extLst>
                </p:cNvPr>
                <p:cNvSpPr/>
                <p:nvPr/>
              </p:nvSpPr>
              <p:spPr>
                <a:xfrm flipH="1">
                  <a:off x="9748374" y="4215772"/>
                  <a:ext cx="12687" cy="12693"/>
                </a:xfrm>
                <a:custGeom>
                  <a:avLst/>
                  <a:gdLst>
                    <a:gd name="connsiteX0" fmla="*/ 0 w 12686"/>
                    <a:gd name="connsiteY0" fmla="*/ 0 h 0"/>
                    <a:gd name="connsiteX1" fmla="*/ 14831 w 12686"/>
                    <a:gd name="connsiteY1" fmla="*/ 9139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686">
                      <a:moveTo>
                        <a:pt x="0" y="0"/>
                      </a:moveTo>
                      <a:lnTo>
                        <a:pt x="14831" y="9139"/>
                      </a:lnTo>
                    </a:path>
                  </a:pathLst>
                </a:custGeom>
                <a:noFill/>
                <a:ln w="27403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184" name="자유형: 도형 3183">
                  <a:extLst>
                    <a:ext uri="{FF2B5EF4-FFF2-40B4-BE49-F238E27FC236}">
                      <a16:creationId xmlns:a16="http://schemas.microsoft.com/office/drawing/2014/main" id="{744C6AF2-9F7D-47C4-BC5B-DBAB2B20CC07}"/>
                    </a:ext>
                  </a:extLst>
                </p:cNvPr>
                <p:cNvSpPr/>
                <p:nvPr/>
              </p:nvSpPr>
              <p:spPr>
                <a:xfrm flipH="1">
                  <a:off x="9748374" y="4215772"/>
                  <a:ext cx="12687" cy="12693"/>
                </a:xfrm>
                <a:custGeom>
                  <a:avLst/>
                  <a:gdLst>
                    <a:gd name="connsiteX0" fmla="*/ 0 w 12686"/>
                    <a:gd name="connsiteY0" fmla="*/ 0 h 0"/>
                    <a:gd name="connsiteX1" fmla="*/ 14831 w 12686"/>
                    <a:gd name="connsiteY1" fmla="*/ 9139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686">
                      <a:moveTo>
                        <a:pt x="0" y="0"/>
                      </a:moveTo>
                      <a:lnTo>
                        <a:pt x="14831" y="9139"/>
                      </a:lnTo>
                    </a:path>
                  </a:pathLst>
                </a:custGeom>
                <a:noFill/>
                <a:ln w="27403" cap="rnd">
                  <a:solidFill>
                    <a:srgbClr val="8C8C8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185" name="자유형: 도형 3184">
                  <a:extLst>
                    <a:ext uri="{FF2B5EF4-FFF2-40B4-BE49-F238E27FC236}">
                      <a16:creationId xmlns:a16="http://schemas.microsoft.com/office/drawing/2014/main" id="{3E0C866C-3E14-44B9-98F6-EEAD26F804FE}"/>
                    </a:ext>
                  </a:extLst>
                </p:cNvPr>
                <p:cNvSpPr/>
                <p:nvPr/>
              </p:nvSpPr>
              <p:spPr>
                <a:xfrm flipH="1">
                  <a:off x="9748374" y="4215772"/>
                  <a:ext cx="12687" cy="12693"/>
                </a:xfrm>
                <a:custGeom>
                  <a:avLst/>
                  <a:gdLst>
                    <a:gd name="connsiteX0" fmla="*/ 0 w 12686"/>
                    <a:gd name="connsiteY0" fmla="*/ 0 h 0"/>
                    <a:gd name="connsiteX1" fmla="*/ 14831 w 12686"/>
                    <a:gd name="connsiteY1" fmla="*/ 9139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686">
                      <a:moveTo>
                        <a:pt x="0" y="0"/>
                      </a:moveTo>
                      <a:lnTo>
                        <a:pt x="14831" y="9139"/>
                      </a:lnTo>
                    </a:path>
                  </a:pathLst>
                </a:custGeom>
                <a:noFill/>
                <a:ln w="27403" cap="rnd">
                  <a:solidFill>
                    <a:srgbClr val="FF0000">
                      <a:alpha val="30000"/>
                    </a:srgbClr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186" name="자유형: 도형 3185">
                  <a:extLst>
                    <a:ext uri="{FF2B5EF4-FFF2-40B4-BE49-F238E27FC236}">
                      <a16:creationId xmlns:a16="http://schemas.microsoft.com/office/drawing/2014/main" id="{2F628B18-812A-4625-A2AB-9DE01ABC477E}"/>
                    </a:ext>
                  </a:extLst>
                </p:cNvPr>
                <p:cNvSpPr/>
                <p:nvPr/>
              </p:nvSpPr>
              <p:spPr>
                <a:xfrm flipH="1">
                  <a:off x="9745506" y="4130387"/>
                  <a:ext cx="12687" cy="12693"/>
                </a:xfrm>
                <a:custGeom>
                  <a:avLst/>
                  <a:gdLst>
                    <a:gd name="connsiteX0" fmla="*/ 0 w 0"/>
                    <a:gd name="connsiteY0" fmla="*/ 0 h 0"/>
                    <a:gd name="connsiteX1" fmla="*/ 11963 w 0"/>
                    <a:gd name="connsiteY1" fmla="*/ 3135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>
                      <a:moveTo>
                        <a:pt x="0" y="0"/>
                      </a:moveTo>
                      <a:lnTo>
                        <a:pt x="11963" y="3135"/>
                      </a:lnTo>
                    </a:path>
                  </a:pathLst>
                </a:custGeom>
                <a:noFill/>
                <a:ln w="27403" cap="rnd">
                  <a:solidFill>
                    <a:srgbClr val="FF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187" name="자유형: 도형 3186">
                  <a:extLst>
                    <a:ext uri="{FF2B5EF4-FFF2-40B4-BE49-F238E27FC236}">
                      <a16:creationId xmlns:a16="http://schemas.microsoft.com/office/drawing/2014/main" id="{F8B41F90-B175-441A-A94B-B870A614AB5B}"/>
                    </a:ext>
                  </a:extLst>
                </p:cNvPr>
                <p:cNvSpPr/>
                <p:nvPr/>
              </p:nvSpPr>
              <p:spPr>
                <a:xfrm flipH="1">
                  <a:off x="9745506" y="4130387"/>
                  <a:ext cx="12687" cy="12693"/>
                </a:xfrm>
                <a:custGeom>
                  <a:avLst/>
                  <a:gdLst>
                    <a:gd name="connsiteX0" fmla="*/ 0 w 0"/>
                    <a:gd name="connsiteY0" fmla="*/ 0 h 0"/>
                    <a:gd name="connsiteX1" fmla="*/ 11963 w 0"/>
                    <a:gd name="connsiteY1" fmla="*/ 3135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>
                      <a:moveTo>
                        <a:pt x="0" y="0"/>
                      </a:moveTo>
                      <a:lnTo>
                        <a:pt x="11963" y="3135"/>
                      </a:lnTo>
                    </a:path>
                  </a:pathLst>
                </a:custGeom>
                <a:noFill/>
                <a:ln w="27403" cap="rnd">
                  <a:solidFill>
                    <a:srgbClr val="8C8C8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188" name="자유형: 도형 3187">
                  <a:extLst>
                    <a:ext uri="{FF2B5EF4-FFF2-40B4-BE49-F238E27FC236}">
                      <a16:creationId xmlns:a16="http://schemas.microsoft.com/office/drawing/2014/main" id="{BC49E640-DBEF-480D-9998-D9FFD3CC84E8}"/>
                    </a:ext>
                  </a:extLst>
                </p:cNvPr>
                <p:cNvSpPr/>
                <p:nvPr/>
              </p:nvSpPr>
              <p:spPr>
                <a:xfrm flipH="1">
                  <a:off x="9745506" y="4130387"/>
                  <a:ext cx="12687" cy="12693"/>
                </a:xfrm>
                <a:custGeom>
                  <a:avLst/>
                  <a:gdLst>
                    <a:gd name="connsiteX0" fmla="*/ 0 w 0"/>
                    <a:gd name="connsiteY0" fmla="*/ 0 h 0"/>
                    <a:gd name="connsiteX1" fmla="*/ 11963 w 0"/>
                    <a:gd name="connsiteY1" fmla="*/ 3135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>
                      <a:moveTo>
                        <a:pt x="0" y="0"/>
                      </a:moveTo>
                      <a:lnTo>
                        <a:pt x="11963" y="3135"/>
                      </a:lnTo>
                    </a:path>
                  </a:pathLst>
                </a:custGeom>
                <a:noFill/>
                <a:ln w="27403" cap="rnd">
                  <a:solidFill>
                    <a:srgbClr val="FF0000">
                      <a:alpha val="30000"/>
                    </a:srgbClr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189" name="자유형: 도형 3188">
                  <a:extLst>
                    <a:ext uri="{FF2B5EF4-FFF2-40B4-BE49-F238E27FC236}">
                      <a16:creationId xmlns:a16="http://schemas.microsoft.com/office/drawing/2014/main" id="{22AB5088-C3D4-490B-942C-55FB17E13B12}"/>
                    </a:ext>
                  </a:extLst>
                </p:cNvPr>
                <p:cNvSpPr/>
                <p:nvPr/>
              </p:nvSpPr>
              <p:spPr>
                <a:xfrm flipH="1">
                  <a:off x="9746966" y="4042133"/>
                  <a:ext cx="12687" cy="12693"/>
                </a:xfrm>
                <a:custGeom>
                  <a:avLst/>
                  <a:gdLst>
                    <a:gd name="connsiteX0" fmla="*/ 0 w 12686"/>
                    <a:gd name="connsiteY0" fmla="*/ 2500 h 0"/>
                    <a:gd name="connsiteX1" fmla="*/ 13423 w 12686"/>
                    <a:gd name="connsiteY1" fmla="*/ 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686">
                      <a:moveTo>
                        <a:pt x="0" y="2500"/>
                      </a:moveTo>
                      <a:lnTo>
                        <a:pt x="13423" y="0"/>
                      </a:lnTo>
                    </a:path>
                  </a:pathLst>
                </a:custGeom>
                <a:noFill/>
                <a:ln w="27403" cap="rnd">
                  <a:solidFill>
                    <a:srgbClr val="FFFF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190" name="자유형: 도형 3189">
                  <a:extLst>
                    <a:ext uri="{FF2B5EF4-FFF2-40B4-BE49-F238E27FC236}">
                      <a16:creationId xmlns:a16="http://schemas.microsoft.com/office/drawing/2014/main" id="{546C87D6-6B8F-47F4-8D44-106E28F90652}"/>
                    </a:ext>
                  </a:extLst>
                </p:cNvPr>
                <p:cNvSpPr/>
                <p:nvPr/>
              </p:nvSpPr>
              <p:spPr>
                <a:xfrm flipH="1">
                  <a:off x="9746966" y="4042133"/>
                  <a:ext cx="12687" cy="12693"/>
                </a:xfrm>
                <a:custGeom>
                  <a:avLst/>
                  <a:gdLst>
                    <a:gd name="connsiteX0" fmla="*/ 0 w 12686"/>
                    <a:gd name="connsiteY0" fmla="*/ 2500 h 0"/>
                    <a:gd name="connsiteX1" fmla="*/ 13423 w 12686"/>
                    <a:gd name="connsiteY1" fmla="*/ 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686">
                      <a:moveTo>
                        <a:pt x="0" y="2500"/>
                      </a:moveTo>
                      <a:lnTo>
                        <a:pt x="13423" y="0"/>
                      </a:lnTo>
                    </a:path>
                  </a:pathLst>
                </a:custGeom>
                <a:noFill/>
                <a:ln w="27403" cap="rnd">
                  <a:solidFill>
                    <a:srgbClr val="8C8C8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191" name="자유형: 도형 3190">
                  <a:extLst>
                    <a:ext uri="{FF2B5EF4-FFF2-40B4-BE49-F238E27FC236}">
                      <a16:creationId xmlns:a16="http://schemas.microsoft.com/office/drawing/2014/main" id="{4A185584-1996-4D6C-B9F3-CFB97109A107}"/>
                    </a:ext>
                  </a:extLst>
                </p:cNvPr>
                <p:cNvSpPr/>
                <p:nvPr/>
              </p:nvSpPr>
              <p:spPr>
                <a:xfrm flipH="1">
                  <a:off x="9746966" y="4042133"/>
                  <a:ext cx="12687" cy="12693"/>
                </a:xfrm>
                <a:custGeom>
                  <a:avLst/>
                  <a:gdLst>
                    <a:gd name="connsiteX0" fmla="*/ 0 w 12686"/>
                    <a:gd name="connsiteY0" fmla="*/ 2500 h 0"/>
                    <a:gd name="connsiteX1" fmla="*/ 13423 w 12686"/>
                    <a:gd name="connsiteY1" fmla="*/ 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686">
                      <a:moveTo>
                        <a:pt x="0" y="2500"/>
                      </a:moveTo>
                      <a:lnTo>
                        <a:pt x="13423" y="0"/>
                      </a:lnTo>
                    </a:path>
                  </a:pathLst>
                </a:custGeom>
                <a:noFill/>
                <a:ln w="27403" cap="rnd">
                  <a:solidFill>
                    <a:srgbClr val="FF0000">
                      <a:alpha val="30000"/>
                    </a:srgbClr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983" name="자유형: 도형 1982">
                  <a:extLst>
                    <a:ext uri="{FF2B5EF4-FFF2-40B4-BE49-F238E27FC236}">
                      <a16:creationId xmlns:a16="http://schemas.microsoft.com/office/drawing/2014/main" id="{7002F703-7200-49FD-95A2-1B7F92528461}"/>
                    </a:ext>
                  </a:extLst>
                </p:cNvPr>
                <p:cNvSpPr/>
                <p:nvPr/>
              </p:nvSpPr>
              <p:spPr>
                <a:xfrm flipH="1">
                  <a:off x="9847927" y="5163272"/>
                  <a:ext cx="12687" cy="12693"/>
                </a:xfrm>
                <a:custGeom>
                  <a:avLst/>
                  <a:gdLst>
                    <a:gd name="connsiteX0" fmla="*/ 0 w 0"/>
                    <a:gd name="connsiteY0" fmla="*/ 0 h 0"/>
                    <a:gd name="connsiteX1" fmla="*/ 9134 w 0"/>
                    <a:gd name="connsiteY1" fmla="*/ 0 h 0"/>
                    <a:gd name="connsiteX2" fmla="*/ 9134 w 0"/>
                    <a:gd name="connsiteY2" fmla="*/ 9139 h 0"/>
                    <a:gd name="connsiteX3" fmla="*/ 0 w 0"/>
                    <a:gd name="connsiteY3" fmla="*/ 9139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>
                      <a:moveTo>
                        <a:pt x="0" y="0"/>
                      </a:moveTo>
                      <a:lnTo>
                        <a:pt x="9134" y="0"/>
                      </a:lnTo>
                      <a:lnTo>
                        <a:pt x="9134" y="9139"/>
                      </a:lnTo>
                      <a:lnTo>
                        <a:pt x="0" y="9139"/>
                      </a:lnTo>
                      <a:close/>
                    </a:path>
                  </a:pathLst>
                </a:custGeom>
                <a:noFill/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984" name="자유형: 도형 1983">
                  <a:extLst>
                    <a:ext uri="{FF2B5EF4-FFF2-40B4-BE49-F238E27FC236}">
                      <a16:creationId xmlns:a16="http://schemas.microsoft.com/office/drawing/2014/main" id="{C2992B45-63C5-44DE-AEB4-525A021E850D}"/>
                    </a:ext>
                  </a:extLst>
                </p:cNvPr>
                <p:cNvSpPr/>
                <p:nvPr/>
              </p:nvSpPr>
              <p:spPr>
                <a:xfrm flipH="1">
                  <a:off x="9846932" y="5137474"/>
                  <a:ext cx="12687" cy="12693"/>
                </a:xfrm>
                <a:custGeom>
                  <a:avLst/>
                  <a:gdLst>
                    <a:gd name="connsiteX0" fmla="*/ 0 w 0"/>
                    <a:gd name="connsiteY0" fmla="*/ 0 h 0"/>
                    <a:gd name="connsiteX1" fmla="*/ 9134 w 0"/>
                    <a:gd name="connsiteY1" fmla="*/ 0 h 0"/>
                    <a:gd name="connsiteX2" fmla="*/ 9134 w 0"/>
                    <a:gd name="connsiteY2" fmla="*/ 9139 h 0"/>
                    <a:gd name="connsiteX3" fmla="*/ 0 w 0"/>
                    <a:gd name="connsiteY3" fmla="*/ 9139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>
                      <a:moveTo>
                        <a:pt x="0" y="0"/>
                      </a:moveTo>
                      <a:lnTo>
                        <a:pt x="9134" y="0"/>
                      </a:lnTo>
                      <a:lnTo>
                        <a:pt x="9134" y="9139"/>
                      </a:lnTo>
                      <a:lnTo>
                        <a:pt x="0" y="9139"/>
                      </a:lnTo>
                      <a:close/>
                    </a:path>
                  </a:pathLst>
                </a:custGeom>
                <a:noFill/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985" name="자유형: 도형 1984">
                  <a:extLst>
                    <a:ext uri="{FF2B5EF4-FFF2-40B4-BE49-F238E27FC236}">
                      <a16:creationId xmlns:a16="http://schemas.microsoft.com/office/drawing/2014/main" id="{D4F12EF4-8FAE-4D7F-861D-2015A6EC6F16}"/>
                    </a:ext>
                  </a:extLst>
                </p:cNvPr>
                <p:cNvSpPr/>
                <p:nvPr/>
              </p:nvSpPr>
              <p:spPr>
                <a:xfrm flipH="1">
                  <a:off x="9847927" y="5112039"/>
                  <a:ext cx="12687" cy="12693"/>
                </a:xfrm>
                <a:custGeom>
                  <a:avLst/>
                  <a:gdLst>
                    <a:gd name="connsiteX0" fmla="*/ 0 w 0"/>
                    <a:gd name="connsiteY0" fmla="*/ 0 h 0"/>
                    <a:gd name="connsiteX1" fmla="*/ 9134 w 0"/>
                    <a:gd name="connsiteY1" fmla="*/ 0 h 0"/>
                    <a:gd name="connsiteX2" fmla="*/ 9134 w 0"/>
                    <a:gd name="connsiteY2" fmla="*/ 9139 h 0"/>
                    <a:gd name="connsiteX3" fmla="*/ 0 w 0"/>
                    <a:gd name="connsiteY3" fmla="*/ 9139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>
                      <a:moveTo>
                        <a:pt x="0" y="0"/>
                      </a:moveTo>
                      <a:lnTo>
                        <a:pt x="9134" y="0"/>
                      </a:lnTo>
                      <a:lnTo>
                        <a:pt x="9134" y="9139"/>
                      </a:lnTo>
                      <a:lnTo>
                        <a:pt x="0" y="9139"/>
                      </a:lnTo>
                      <a:close/>
                    </a:path>
                  </a:pathLst>
                </a:custGeom>
                <a:noFill/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986" name="자유형: 도형 1985">
                  <a:extLst>
                    <a:ext uri="{FF2B5EF4-FFF2-40B4-BE49-F238E27FC236}">
                      <a16:creationId xmlns:a16="http://schemas.microsoft.com/office/drawing/2014/main" id="{33D4A299-E1DC-465D-A45A-BCB2DDE9D103}"/>
                    </a:ext>
                  </a:extLst>
                </p:cNvPr>
                <p:cNvSpPr/>
                <p:nvPr/>
              </p:nvSpPr>
              <p:spPr>
                <a:xfrm flipH="1">
                  <a:off x="9771671" y="5162343"/>
                  <a:ext cx="101493" cy="88850"/>
                </a:xfrm>
                <a:custGeom>
                  <a:avLst/>
                  <a:gdLst>
                    <a:gd name="connsiteX0" fmla="*/ 12550 w 101492"/>
                    <a:gd name="connsiteY0" fmla="*/ 929 h 88850"/>
                    <a:gd name="connsiteX1" fmla="*/ 112114 w 101492"/>
                    <a:gd name="connsiteY1" fmla="*/ 96156 h 888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1492" h="88850">
                      <a:moveTo>
                        <a:pt x="12550" y="929"/>
                      </a:moveTo>
                      <a:cubicBezTo>
                        <a:pt x="12550" y="929"/>
                        <a:pt x="-52112" y="-16151"/>
                        <a:pt x="112114" y="96156"/>
                      </a:cubicBezTo>
                    </a:path>
                  </a:pathLst>
                </a:custGeom>
                <a:noFill/>
                <a:ln w="2740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987" name="자유형: 도형 1986">
                  <a:extLst>
                    <a:ext uri="{FF2B5EF4-FFF2-40B4-BE49-F238E27FC236}">
                      <a16:creationId xmlns:a16="http://schemas.microsoft.com/office/drawing/2014/main" id="{9AE27071-5EA4-48B7-BEC1-023B573561D6}"/>
                    </a:ext>
                  </a:extLst>
                </p:cNvPr>
                <p:cNvSpPr/>
                <p:nvPr/>
              </p:nvSpPr>
              <p:spPr>
                <a:xfrm flipH="1">
                  <a:off x="9770813" y="5137474"/>
                  <a:ext cx="88806" cy="25386"/>
                </a:xfrm>
                <a:custGeom>
                  <a:avLst/>
                  <a:gdLst>
                    <a:gd name="connsiteX0" fmla="*/ 0 w 88806"/>
                    <a:gd name="connsiteY0" fmla="*/ 0 h 25385"/>
                    <a:gd name="connsiteX1" fmla="*/ 101437 w 88806"/>
                    <a:gd name="connsiteY1" fmla="*/ 35642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8806" h="25385">
                      <a:moveTo>
                        <a:pt x="0" y="0"/>
                      </a:moveTo>
                      <a:cubicBezTo>
                        <a:pt x="51189" y="0"/>
                        <a:pt x="52111" y="14887"/>
                        <a:pt x="101437" y="35642"/>
                      </a:cubicBezTo>
                    </a:path>
                  </a:pathLst>
                </a:custGeom>
                <a:noFill/>
                <a:ln w="27403" cap="flat">
                  <a:solidFill>
                    <a:srgbClr val="FF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988" name="자유형: 도형 1987">
                  <a:extLst>
                    <a:ext uri="{FF2B5EF4-FFF2-40B4-BE49-F238E27FC236}">
                      <a16:creationId xmlns:a16="http://schemas.microsoft.com/office/drawing/2014/main" id="{46536CC9-B536-4650-99E6-60193913763D}"/>
                    </a:ext>
                  </a:extLst>
                </p:cNvPr>
                <p:cNvSpPr/>
                <p:nvPr/>
              </p:nvSpPr>
              <p:spPr>
                <a:xfrm flipH="1">
                  <a:off x="9771808" y="5090003"/>
                  <a:ext cx="88806" cy="12693"/>
                </a:xfrm>
                <a:custGeom>
                  <a:avLst/>
                  <a:gdLst>
                    <a:gd name="connsiteX0" fmla="*/ 0 w 88806"/>
                    <a:gd name="connsiteY0" fmla="*/ 22037 h 12692"/>
                    <a:gd name="connsiteX1" fmla="*/ 100962 w 88806"/>
                    <a:gd name="connsiteY1" fmla="*/ 10156 h 12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8806" h="12692">
                      <a:moveTo>
                        <a:pt x="0" y="22037"/>
                      </a:moveTo>
                      <a:cubicBezTo>
                        <a:pt x="68279" y="22037"/>
                        <a:pt x="96395" y="-18284"/>
                        <a:pt x="100962" y="10156"/>
                      </a:cubicBezTo>
                    </a:path>
                  </a:pathLst>
                </a:custGeom>
                <a:noFill/>
                <a:ln w="27403" cap="flat">
                  <a:solidFill>
                    <a:srgbClr val="FFC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989" name="자유형: 도형 1988">
                  <a:extLst>
                    <a:ext uri="{FF2B5EF4-FFF2-40B4-BE49-F238E27FC236}">
                      <a16:creationId xmlns:a16="http://schemas.microsoft.com/office/drawing/2014/main" id="{D127ECFB-B731-4E01-82DA-5D0CC5B3BE97}"/>
                    </a:ext>
                  </a:extLst>
                </p:cNvPr>
                <p:cNvSpPr/>
                <p:nvPr/>
              </p:nvSpPr>
              <p:spPr>
                <a:xfrm flipH="1">
                  <a:off x="9741942" y="4821752"/>
                  <a:ext cx="1040299" cy="507717"/>
                </a:xfrm>
                <a:custGeom>
                  <a:avLst/>
                  <a:gdLst>
                    <a:gd name="connsiteX0" fmla="*/ 0 w 1040299"/>
                    <a:gd name="connsiteY0" fmla="*/ 170769 h 507716"/>
                    <a:gd name="connsiteX1" fmla="*/ 153602 w 1040299"/>
                    <a:gd name="connsiteY1" fmla="*/ 170769 h 507716"/>
                    <a:gd name="connsiteX2" fmla="*/ 153602 w 1040299"/>
                    <a:gd name="connsiteY2" fmla="*/ 0 h 507716"/>
                    <a:gd name="connsiteX3" fmla="*/ 887501 w 1040299"/>
                    <a:gd name="connsiteY3" fmla="*/ 0 h 507716"/>
                    <a:gd name="connsiteX4" fmla="*/ 887501 w 1040299"/>
                    <a:gd name="connsiteY4" fmla="*/ 170769 h 507716"/>
                    <a:gd name="connsiteX5" fmla="*/ 1041094 w 1040299"/>
                    <a:gd name="connsiteY5" fmla="*/ 170769 h 507716"/>
                    <a:gd name="connsiteX6" fmla="*/ 1041094 w 1040299"/>
                    <a:gd name="connsiteY6" fmla="*/ 187832 h 507716"/>
                    <a:gd name="connsiteX7" fmla="*/ 887501 w 1040299"/>
                    <a:gd name="connsiteY7" fmla="*/ 187832 h 507716"/>
                    <a:gd name="connsiteX8" fmla="*/ 887501 w 1040299"/>
                    <a:gd name="connsiteY8" fmla="*/ 512263 h 507716"/>
                    <a:gd name="connsiteX9" fmla="*/ 153602 w 1040299"/>
                    <a:gd name="connsiteY9" fmla="*/ 512263 h 507716"/>
                    <a:gd name="connsiteX10" fmla="*/ 153602 w 1040299"/>
                    <a:gd name="connsiteY10" fmla="*/ 187832 h 507716"/>
                    <a:gd name="connsiteX11" fmla="*/ 0 w 1040299"/>
                    <a:gd name="connsiteY11" fmla="*/ 187832 h 507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040299" h="507716">
                      <a:moveTo>
                        <a:pt x="0" y="170769"/>
                      </a:moveTo>
                      <a:lnTo>
                        <a:pt x="153602" y="170769"/>
                      </a:lnTo>
                      <a:lnTo>
                        <a:pt x="153602" y="0"/>
                      </a:lnTo>
                      <a:lnTo>
                        <a:pt x="887501" y="0"/>
                      </a:lnTo>
                      <a:lnTo>
                        <a:pt x="887501" y="170769"/>
                      </a:lnTo>
                      <a:lnTo>
                        <a:pt x="1041094" y="170769"/>
                      </a:lnTo>
                      <a:lnTo>
                        <a:pt x="1041094" y="187832"/>
                      </a:lnTo>
                      <a:lnTo>
                        <a:pt x="887501" y="187832"/>
                      </a:lnTo>
                      <a:lnTo>
                        <a:pt x="887501" y="512263"/>
                      </a:lnTo>
                      <a:lnTo>
                        <a:pt x="153602" y="512263"/>
                      </a:lnTo>
                      <a:lnTo>
                        <a:pt x="153602" y="187832"/>
                      </a:lnTo>
                      <a:lnTo>
                        <a:pt x="0" y="187832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990" name="자유형: 도형 1989">
                  <a:extLst>
                    <a:ext uri="{FF2B5EF4-FFF2-40B4-BE49-F238E27FC236}">
                      <a16:creationId xmlns:a16="http://schemas.microsoft.com/office/drawing/2014/main" id="{DEE9FB7A-29D6-40F7-A788-F44D8C693950}"/>
                    </a:ext>
                  </a:extLst>
                </p:cNvPr>
                <p:cNvSpPr/>
                <p:nvPr/>
              </p:nvSpPr>
              <p:spPr>
                <a:xfrm flipH="1">
                  <a:off x="10629099" y="5009583"/>
                  <a:ext cx="50746" cy="317323"/>
                </a:xfrm>
                <a:custGeom>
                  <a:avLst/>
                  <a:gdLst>
                    <a:gd name="connsiteX0" fmla="*/ 0 w 50746"/>
                    <a:gd name="connsiteY0" fmla="*/ 0 h 317322"/>
                    <a:gd name="connsiteX1" fmla="*/ 51207 w 50746"/>
                    <a:gd name="connsiteY1" fmla="*/ 0 h 317322"/>
                    <a:gd name="connsiteX2" fmla="*/ 51207 w 50746"/>
                    <a:gd name="connsiteY2" fmla="*/ 324431 h 317322"/>
                    <a:gd name="connsiteX3" fmla="*/ 0 w 50746"/>
                    <a:gd name="connsiteY3" fmla="*/ 273216 h 3173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0746" h="317322">
                      <a:moveTo>
                        <a:pt x="0" y="0"/>
                      </a:moveTo>
                      <a:lnTo>
                        <a:pt x="51207" y="0"/>
                      </a:lnTo>
                      <a:lnTo>
                        <a:pt x="51207" y="324431"/>
                      </a:lnTo>
                      <a:lnTo>
                        <a:pt x="0" y="2732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991" name="자유형: 도형 1990">
                  <a:extLst>
                    <a:ext uri="{FF2B5EF4-FFF2-40B4-BE49-F238E27FC236}">
                      <a16:creationId xmlns:a16="http://schemas.microsoft.com/office/drawing/2014/main" id="{BAAE2568-8331-4846-9C93-EF029B47240F}"/>
                    </a:ext>
                  </a:extLst>
                </p:cNvPr>
                <p:cNvSpPr/>
                <p:nvPr/>
              </p:nvSpPr>
              <p:spPr>
                <a:xfrm flipH="1">
                  <a:off x="10630002" y="4907127"/>
                  <a:ext cx="152239" cy="76157"/>
                </a:xfrm>
                <a:custGeom>
                  <a:avLst/>
                  <a:gdLst>
                    <a:gd name="connsiteX0" fmla="*/ 153602 w 152238"/>
                    <a:gd name="connsiteY0" fmla="*/ 85394 h 76157"/>
                    <a:gd name="connsiteX1" fmla="*/ 0 w 152238"/>
                    <a:gd name="connsiteY1" fmla="*/ 85394 h 76157"/>
                    <a:gd name="connsiteX2" fmla="*/ 0 w 152238"/>
                    <a:gd name="connsiteY2" fmla="*/ 0 h 76157"/>
                    <a:gd name="connsiteX3" fmla="*/ 102396 w 152238"/>
                    <a:gd name="connsiteY3" fmla="*/ 0 h 76157"/>
                    <a:gd name="connsiteX4" fmla="*/ 102396 w 152238"/>
                    <a:gd name="connsiteY4" fmla="*/ 34152 h 761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2238" h="76157">
                      <a:moveTo>
                        <a:pt x="153602" y="85394"/>
                      </a:moveTo>
                      <a:lnTo>
                        <a:pt x="0" y="85394"/>
                      </a:lnTo>
                      <a:lnTo>
                        <a:pt x="0" y="0"/>
                      </a:lnTo>
                      <a:lnTo>
                        <a:pt x="102396" y="0"/>
                      </a:lnTo>
                      <a:lnTo>
                        <a:pt x="102396" y="34152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992" name="자유형: 도형 1991">
                  <a:extLst>
                    <a:ext uri="{FF2B5EF4-FFF2-40B4-BE49-F238E27FC236}">
                      <a16:creationId xmlns:a16="http://schemas.microsoft.com/office/drawing/2014/main" id="{042BF8C7-25FF-4D96-985B-795449A1FF16}"/>
                    </a:ext>
                  </a:extLst>
                </p:cNvPr>
                <p:cNvSpPr/>
                <p:nvPr/>
              </p:nvSpPr>
              <p:spPr>
                <a:xfrm flipH="1">
                  <a:off x="9855218" y="4616848"/>
                  <a:ext cx="824627" cy="203087"/>
                </a:xfrm>
                <a:custGeom>
                  <a:avLst/>
                  <a:gdLst>
                    <a:gd name="connsiteX0" fmla="*/ 51207 w 824627"/>
                    <a:gd name="connsiteY0" fmla="*/ 204903 h 203086"/>
                    <a:gd name="connsiteX1" fmla="*/ 0 w 824627"/>
                    <a:gd name="connsiteY1" fmla="*/ 153679 h 203086"/>
                    <a:gd name="connsiteX2" fmla="*/ 0 w 824627"/>
                    <a:gd name="connsiteY2" fmla="*/ 51224 h 203086"/>
                    <a:gd name="connsiteX3" fmla="*/ 51207 w 824627"/>
                    <a:gd name="connsiteY3" fmla="*/ 0 h 203086"/>
                    <a:gd name="connsiteX4" fmla="*/ 785105 w 824627"/>
                    <a:gd name="connsiteY4" fmla="*/ 0 h 203086"/>
                    <a:gd name="connsiteX5" fmla="*/ 836294 w 824627"/>
                    <a:gd name="connsiteY5" fmla="*/ 51224 h 203086"/>
                    <a:gd name="connsiteX6" fmla="*/ 836294 w 824627"/>
                    <a:gd name="connsiteY6" fmla="*/ 153679 h 203086"/>
                    <a:gd name="connsiteX7" fmla="*/ 785105 w 824627"/>
                    <a:gd name="connsiteY7" fmla="*/ 204903 h 2030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24627" h="203086">
                      <a:moveTo>
                        <a:pt x="51207" y="204903"/>
                      </a:moveTo>
                      <a:lnTo>
                        <a:pt x="0" y="153679"/>
                      </a:lnTo>
                      <a:lnTo>
                        <a:pt x="0" y="51224"/>
                      </a:lnTo>
                      <a:lnTo>
                        <a:pt x="51207" y="0"/>
                      </a:lnTo>
                      <a:lnTo>
                        <a:pt x="785105" y="0"/>
                      </a:lnTo>
                      <a:lnTo>
                        <a:pt x="836294" y="51224"/>
                      </a:lnTo>
                      <a:lnTo>
                        <a:pt x="836294" y="153679"/>
                      </a:lnTo>
                      <a:lnTo>
                        <a:pt x="785105" y="204903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993" name="자유형: 도형 1992">
                  <a:extLst>
                    <a:ext uri="{FF2B5EF4-FFF2-40B4-BE49-F238E27FC236}">
                      <a16:creationId xmlns:a16="http://schemas.microsoft.com/office/drawing/2014/main" id="{3CA3B955-7EDE-4768-9A21-6EC0102E056A}"/>
                    </a:ext>
                  </a:extLst>
                </p:cNvPr>
                <p:cNvSpPr/>
                <p:nvPr/>
              </p:nvSpPr>
              <p:spPr>
                <a:xfrm flipH="1">
                  <a:off x="9843994" y="5009583"/>
                  <a:ext cx="50746" cy="317323"/>
                </a:xfrm>
                <a:custGeom>
                  <a:avLst/>
                  <a:gdLst>
                    <a:gd name="connsiteX0" fmla="*/ 51189 w 50746"/>
                    <a:gd name="connsiteY0" fmla="*/ 0 h 317322"/>
                    <a:gd name="connsiteX1" fmla="*/ 0 w 50746"/>
                    <a:gd name="connsiteY1" fmla="*/ 0 h 317322"/>
                    <a:gd name="connsiteX2" fmla="*/ 0 w 50746"/>
                    <a:gd name="connsiteY2" fmla="*/ 324431 h 317322"/>
                    <a:gd name="connsiteX3" fmla="*/ 51189 w 50746"/>
                    <a:gd name="connsiteY3" fmla="*/ 273216 h 3173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0746" h="317322">
                      <a:moveTo>
                        <a:pt x="51189" y="0"/>
                      </a:moveTo>
                      <a:lnTo>
                        <a:pt x="0" y="0"/>
                      </a:lnTo>
                      <a:lnTo>
                        <a:pt x="0" y="324431"/>
                      </a:lnTo>
                      <a:lnTo>
                        <a:pt x="51189" y="273216"/>
                      </a:lnTo>
                      <a:close/>
                    </a:path>
                  </a:pathLst>
                </a:custGeom>
                <a:solidFill>
                  <a:srgbClr val="666666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994" name="자유형: 도형 1993">
                  <a:extLst>
                    <a:ext uri="{FF2B5EF4-FFF2-40B4-BE49-F238E27FC236}">
                      <a16:creationId xmlns:a16="http://schemas.microsoft.com/office/drawing/2014/main" id="{29B7CAF3-47C1-444E-AC4F-31E5B7F93617}"/>
                    </a:ext>
                  </a:extLst>
                </p:cNvPr>
                <p:cNvSpPr/>
                <p:nvPr/>
              </p:nvSpPr>
              <p:spPr>
                <a:xfrm flipH="1">
                  <a:off x="9742501" y="4907127"/>
                  <a:ext cx="152239" cy="76157"/>
                </a:xfrm>
                <a:custGeom>
                  <a:avLst/>
                  <a:gdLst>
                    <a:gd name="connsiteX0" fmla="*/ 0 w 152238"/>
                    <a:gd name="connsiteY0" fmla="*/ 85394 h 76157"/>
                    <a:gd name="connsiteX1" fmla="*/ 153604 w 152238"/>
                    <a:gd name="connsiteY1" fmla="*/ 85394 h 76157"/>
                    <a:gd name="connsiteX2" fmla="*/ 153604 w 152238"/>
                    <a:gd name="connsiteY2" fmla="*/ 0 h 76157"/>
                    <a:gd name="connsiteX3" fmla="*/ 51189 w 152238"/>
                    <a:gd name="connsiteY3" fmla="*/ 0 h 76157"/>
                    <a:gd name="connsiteX4" fmla="*/ 51189 w 152238"/>
                    <a:gd name="connsiteY4" fmla="*/ 34152 h 761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2238" h="76157">
                      <a:moveTo>
                        <a:pt x="0" y="85394"/>
                      </a:moveTo>
                      <a:lnTo>
                        <a:pt x="153604" y="85394"/>
                      </a:lnTo>
                      <a:lnTo>
                        <a:pt x="153604" y="0"/>
                      </a:lnTo>
                      <a:lnTo>
                        <a:pt x="51189" y="0"/>
                      </a:lnTo>
                      <a:lnTo>
                        <a:pt x="51189" y="34152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995" name="자유형: 도형 1994">
                  <a:extLst>
                    <a:ext uri="{FF2B5EF4-FFF2-40B4-BE49-F238E27FC236}">
                      <a16:creationId xmlns:a16="http://schemas.microsoft.com/office/drawing/2014/main" id="{C69976BE-C7EA-49D6-B0BC-8C66C7E02C4B}"/>
                    </a:ext>
                  </a:extLst>
                </p:cNvPr>
                <p:cNvSpPr/>
                <p:nvPr/>
              </p:nvSpPr>
              <p:spPr>
                <a:xfrm flipH="1">
                  <a:off x="10629099" y="4770528"/>
                  <a:ext cx="50746" cy="215780"/>
                </a:xfrm>
                <a:custGeom>
                  <a:avLst/>
                  <a:gdLst>
                    <a:gd name="connsiteX0" fmla="*/ 0 w 50746"/>
                    <a:gd name="connsiteY0" fmla="*/ 0 h 215779"/>
                    <a:gd name="connsiteX1" fmla="*/ 51207 w 50746"/>
                    <a:gd name="connsiteY1" fmla="*/ 51224 h 215779"/>
                    <a:gd name="connsiteX2" fmla="*/ 51207 w 50746"/>
                    <a:gd name="connsiteY2" fmla="*/ 221993 h 215779"/>
                    <a:gd name="connsiteX3" fmla="*/ 0 w 50746"/>
                    <a:gd name="connsiteY3" fmla="*/ 170751 h 2157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0746" h="215779">
                      <a:moveTo>
                        <a:pt x="0" y="0"/>
                      </a:moveTo>
                      <a:lnTo>
                        <a:pt x="51207" y="51224"/>
                      </a:lnTo>
                      <a:lnTo>
                        <a:pt x="51207" y="221993"/>
                      </a:lnTo>
                      <a:lnTo>
                        <a:pt x="0" y="17075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996" name="자유형: 도형 1995">
                  <a:extLst>
                    <a:ext uri="{FF2B5EF4-FFF2-40B4-BE49-F238E27FC236}">
                      <a16:creationId xmlns:a16="http://schemas.microsoft.com/office/drawing/2014/main" id="{0FE8204E-F896-4284-8E6B-69EA144BB86D}"/>
                    </a:ext>
                  </a:extLst>
                </p:cNvPr>
                <p:cNvSpPr/>
                <p:nvPr/>
              </p:nvSpPr>
              <p:spPr>
                <a:xfrm flipH="1">
                  <a:off x="9843994" y="4770528"/>
                  <a:ext cx="50746" cy="215780"/>
                </a:xfrm>
                <a:custGeom>
                  <a:avLst/>
                  <a:gdLst>
                    <a:gd name="connsiteX0" fmla="*/ 51189 w 50746"/>
                    <a:gd name="connsiteY0" fmla="*/ 0 h 215779"/>
                    <a:gd name="connsiteX1" fmla="*/ 0 w 50746"/>
                    <a:gd name="connsiteY1" fmla="*/ 51224 h 215779"/>
                    <a:gd name="connsiteX2" fmla="*/ 0 w 50746"/>
                    <a:gd name="connsiteY2" fmla="*/ 221993 h 215779"/>
                    <a:gd name="connsiteX3" fmla="*/ 51189 w 50746"/>
                    <a:gd name="connsiteY3" fmla="*/ 170751 h 2157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0746" h="215779">
                      <a:moveTo>
                        <a:pt x="51189" y="0"/>
                      </a:moveTo>
                      <a:lnTo>
                        <a:pt x="0" y="51224"/>
                      </a:lnTo>
                      <a:lnTo>
                        <a:pt x="0" y="221993"/>
                      </a:lnTo>
                      <a:lnTo>
                        <a:pt x="51189" y="170751"/>
                      </a:lnTo>
                      <a:close/>
                    </a:path>
                  </a:pathLst>
                </a:custGeom>
                <a:solidFill>
                  <a:srgbClr val="666666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997" name="자유형: 도형 1996">
                  <a:extLst>
                    <a:ext uri="{FF2B5EF4-FFF2-40B4-BE49-F238E27FC236}">
                      <a16:creationId xmlns:a16="http://schemas.microsoft.com/office/drawing/2014/main" id="{F893D958-E430-40E4-B2E5-F37158325071}"/>
                    </a:ext>
                  </a:extLst>
                </p:cNvPr>
                <p:cNvSpPr/>
                <p:nvPr/>
              </p:nvSpPr>
              <p:spPr>
                <a:xfrm flipH="1">
                  <a:off x="10350867" y="4524272"/>
                  <a:ext cx="393284" cy="228472"/>
                </a:xfrm>
                <a:custGeom>
                  <a:avLst/>
                  <a:gdLst>
                    <a:gd name="connsiteX0" fmla="*/ 363044 w 393283"/>
                    <a:gd name="connsiteY0" fmla="*/ 222339 h 228472"/>
                    <a:gd name="connsiteX1" fmla="*/ 211934 w 393283"/>
                    <a:gd name="connsiteY1" fmla="*/ 220859 h 228472"/>
                    <a:gd name="connsiteX2" fmla="*/ 17858 w 393283"/>
                    <a:gd name="connsiteY2" fmla="*/ 65964 h 228472"/>
                    <a:gd name="connsiteX3" fmla="*/ 73 w 393283"/>
                    <a:gd name="connsiteY3" fmla="*/ 9933 h 228472"/>
                    <a:gd name="connsiteX4" fmla="*/ 50458 w 393283"/>
                    <a:gd name="connsiteY4" fmla="*/ 49953 h 228472"/>
                    <a:gd name="connsiteX5" fmla="*/ 394668 w 393283"/>
                    <a:gd name="connsiteY5" fmla="*/ 160625 h 228472"/>
                    <a:gd name="connsiteX6" fmla="*/ 363044 w 393283"/>
                    <a:gd name="connsiteY6" fmla="*/ 222339 h 2284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93283" h="228472">
                      <a:moveTo>
                        <a:pt x="363044" y="222339"/>
                      </a:moveTo>
                      <a:cubicBezTo>
                        <a:pt x="303105" y="255331"/>
                        <a:pt x="237118" y="236422"/>
                        <a:pt x="211934" y="220859"/>
                      </a:cubicBezTo>
                      <a:cubicBezTo>
                        <a:pt x="186742" y="205295"/>
                        <a:pt x="37844" y="78565"/>
                        <a:pt x="17858" y="65964"/>
                      </a:cubicBezTo>
                      <a:cubicBezTo>
                        <a:pt x="-2146" y="53361"/>
                        <a:pt x="73" y="35623"/>
                        <a:pt x="73" y="9933"/>
                      </a:cubicBezTo>
                      <a:cubicBezTo>
                        <a:pt x="73" y="-22757"/>
                        <a:pt x="16369" y="34389"/>
                        <a:pt x="50458" y="49953"/>
                      </a:cubicBezTo>
                      <a:cubicBezTo>
                        <a:pt x="84520" y="65516"/>
                        <a:pt x="394668" y="103808"/>
                        <a:pt x="394668" y="160625"/>
                      </a:cubicBezTo>
                      <a:cubicBezTo>
                        <a:pt x="394649" y="177915"/>
                        <a:pt x="401564" y="201137"/>
                        <a:pt x="363044" y="222339"/>
                      </a:cubicBezTo>
                      <a:close/>
                    </a:path>
                  </a:pathLst>
                </a:custGeom>
                <a:solidFill>
                  <a:srgbClr val="CCCCCC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998" name="자유형: 도형 1997">
                  <a:extLst>
                    <a:ext uri="{FF2B5EF4-FFF2-40B4-BE49-F238E27FC236}">
                      <a16:creationId xmlns:a16="http://schemas.microsoft.com/office/drawing/2014/main" id="{5A99F1E7-3FFF-44C1-BFFC-7D432430D8FF}"/>
                    </a:ext>
                  </a:extLst>
                </p:cNvPr>
                <p:cNvSpPr/>
                <p:nvPr/>
              </p:nvSpPr>
              <p:spPr>
                <a:xfrm flipH="1">
                  <a:off x="10351314" y="4495957"/>
                  <a:ext cx="393284" cy="241165"/>
                </a:xfrm>
                <a:custGeom>
                  <a:avLst/>
                  <a:gdLst>
                    <a:gd name="connsiteX0" fmla="*/ 363491 w 393283"/>
                    <a:gd name="connsiteY0" fmla="*/ 233163 h 241165"/>
                    <a:gd name="connsiteX1" fmla="*/ 212381 w 393283"/>
                    <a:gd name="connsiteY1" fmla="*/ 231673 h 241165"/>
                    <a:gd name="connsiteX2" fmla="*/ 18305 w 393283"/>
                    <a:gd name="connsiteY2" fmla="*/ 76778 h 241165"/>
                    <a:gd name="connsiteX3" fmla="*/ 17565 w 393283"/>
                    <a:gd name="connsiteY3" fmla="*/ 9343 h 241165"/>
                    <a:gd name="connsiteX4" fmla="*/ 116819 w 393283"/>
                    <a:gd name="connsiteY4" fmla="*/ 17494 h 241165"/>
                    <a:gd name="connsiteX5" fmla="*/ 342748 w 393283"/>
                    <a:gd name="connsiteY5" fmla="*/ 121998 h 241165"/>
                    <a:gd name="connsiteX6" fmla="*/ 363491 w 393283"/>
                    <a:gd name="connsiteY6" fmla="*/ 233163 h 241165"/>
                    <a:gd name="connsiteX7" fmla="*/ 63730 w 393283"/>
                    <a:gd name="connsiteY7" fmla="*/ 60968 h 241165"/>
                    <a:gd name="connsiteX8" fmla="*/ 107200 w 393283"/>
                    <a:gd name="connsiteY8" fmla="*/ 39227 h 241165"/>
                    <a:gd name="connsiteX9" fmla="*/ 63730 w 393283"/>
                    <a:gd name="connsiteY9" fmla="*/ 17494 h 241165"/>
                    <a:gd name="connsiteX10" fmla="*/ 20269 w 393283"/>
                    <a:gd name="connsiteY10" fmla="*/ 39227 h 241165"/>
                    <a:gd name="connsiteX11" fmla="*/ 63730 w 393283"/>
                    <a:gd name="connsiteY11" fmla="*/ 60968 h 2411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393283" h="241165">
                      <a:moveTo>
                        <a:pt x="363491" y="233163"/>
                      </a:moveTo>
                      <a:cubicBezTo>
                        <a:pt x="306456" y="270961"/>
                        <a:pt x="237565" y="247246"/>
                        <a:pt x="212381" y="231673"/>
                      </a:cubicBezTo>
                      <a:cubicBezTo>
                        <a:pt x="187190" y="216110"/>
                        <a:pt x="38291" y="89380"/>
                        <a:pt x="18305" y="76778"/>
                      </a:cubicBezTo>
                      <a:cubicBezTo>
                        <a:pt x="-1699" y="64185"/>
                        <a:pt x="-9847" y="27127"/>
                        <a:pt x="17565" y="9343"/>
                      </a:cubicBezTo>
                      <a:cubicBezTo>
                        <a:pt x="44968" y="-8442"/>
                        <a:pt x="82748" y="1922"/>
                        <a:pt x="116819" y="17494"/>
                      </a:cubicBezTo>
                      <a:cubicBezTo>
                        <a:pt x="150890" y="33058"/>
                        <a:pt x="293870" y="93082"/>
                        <a:pt x="342748" y="121998"/>
                      </a:cubicBezTo>
                      <a:cubicBezTo>
                        <a:pt x="391644" y="150895"/>
                        <a:pt x="420544" y="195365"/>
                        <a:pt x="363491" y="233163"/>
                      </a:cubicBezTo>
                      <a:close/>
                      <a:moveTo>
                        <a:pt x="63730" y="60968"/>
                      </a:moveTo>
                      <a:cubicBezTo>
                        <a:pt x="87735" y="60968"/>
                        <a:pt x="107200" y="51235"/>
                        <a:pt x="107200" y="39227"/>
                      </a:cubicBezTo>
                      <a:cubicBezTo>
                        <a:pt x="107200" y="27218"/>
                        <a:pt x="87735" y="17494"/>
                        <a:pt x="63730" y="17494"/>
                      </a:cubicBezTo>
                      <a:cubicBezTo>
                        <a:pt x="39725" y="17494"/>
                        <a:pt x="20269" y="27218"/>
                        <a:pt x="20269" y="39227"/>
                      </a:cubicBezTo>
                      <a:cubicBezTo>
                        <a:pt x="20269" y="51235"/>
                        <a:pt x="39725" y="60968"/>
                        <a:pt x="63730" y="6096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999" name="자유형: 도형 1998">
                  <a:extLst>
                    <a:ext uri="{FF2B5EF4-FFF2-40B4-BE49-F238E27FC236}">
                      <a16:creationId xmlns:a16="http://schemas.microsoft.com/office/drawing/2014/main" id="{6E3ACFD3-84A4-48D2-9CF8-968993A713E4}"/>
                    </a:ext>
                  </a:extLst>
                </p:cNvPr>
                <p:cNvSpPr/>
                <p:nvPr/>
              </p:nvSpPr>
              <p:spPr>
                <a:xfrm flipH="1">
                  <a:off x="10648210" y="4513460"/>
                  <a:ext cx="76119" cy="25386"/>
                </a:xfrm>
                <a:custGeom>
                  <a:avLst/>
                  <a:gdLst>
                    <a:gd name="connsiteX0" fmla="*/ 86356 w 76119"/>
                    <a:gd name="connsiteY0" fmla="*/ 26402 h 25385"/>
                    <a:gd name="connsiteX1" fmla="*/ 43945 w 76119"/>
                    <a:gd name="connsiteY1" fmla="*/ 9386 h 25385"/>
                    <a:gd name="connsiteX2" fmla="*/ 987 w 76119"/>
                    <a:gd name="connsiteY2" fmla="*/ 26393 h 25385"/>
                    <a:gd name="connsiteX3" fmla="*/ 1023 w 76119"/>
                    <a:gd name="connsiteY3" fmla="*/ 26402 h 25385"/>
                    <a:gd name="connsiteX4" fmla="*/ 0 w 76119"/>
                    <a:gd name="connsiteY4" fmla="*/ 21732 h 25385"/>
                    <a:gd name="connsiteX5" fmla="*/ 43461 w 76119"/>
                    <a:gd name="connsiteY5" fmla="*/ 0 h 25385"/>
                    <a:gd name="connsiteX6" fmla="*/ 86931 w 76119"/>
                    <a:gd name="connsiteY6" fmla="*/ 21732 h 25385"/>
                    <a:gd name="connsiteX7" fmla="*/ 86274 w 76119"/>
                    <a:gd name="connsiteY7" fmla="*/ 26494 h 25385"/>
                    <a:gd name="connsiteX8" fmla="*/ 86356 w 76119"/>
                    <a:gd name="connsiteY8" fmla="*/ 26402 h 2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6119" h="25385">
                      <a:moveTo>
                        <a:pt x="86356" y="26402"/>
                      </a:moveTo>
                      <a:cubicBezTo>
                        <a:pt x="82045" y="16669"/>
                        <a:pt x="64717" y="9386"/>
                        <a:pt x="43945" y="9386"/>
                      </a:cubicBezTo>
                      <a:cubicBezTo>
                        <a:pt x="23192" y="9386"/>
                        <a:pt x="5298" y="16660"/>
                        <a:pt x="987" y="26393"/>
                      </a:cubicBezTo>
                      <a:lnTo>
                        <a:pt x="1023" y="26402"/>
                      </a:lnTo>
                      <a:cubicBezTo>
                        <a:pt x="365" y="24894"/>
                        <a:pt x="0" y="23341"/>
                        <a:pt x="0" y="21732"/>
                      </a:cubicBezTo>
                      <a:cubicBezTo>
                        <a:pt x="0" y="9724"/>
                        <a:pt x="19456" y="0"/>
                        <a:pt x="43461" y="0"/>
                      </a:cubicBezTo>
                      <a:cubicBezTo>
                        <a:pt x="67466" y="0"/>
                        <a:pt x="86931" y="9724"/>
                        <a:pt x="86931" y="21732"/>
                      </a:cubicBezTo>
                      <a:cubicBezTo>
                        <a:pt x="86931" y="23341"/>
                        <a:pt x="86931" y="24986"/>
                        <a:pt x="86274" y="26494"/>
                      </a:cubicBezTo>
                      <a:lnTo>
                        <a:pt x="86356" y="26402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001" name="자유형: 도형 2000">
                  <a:extLst>
                    <a:ext uri="{FF2B5EF4-FFF2-40B4-BE49-F238E27FC236}">
                      <a16:creationId xmlns:a16="http://schemas.microsoft.com/office/drawing/2014/main" id="{70151774-8AA7-4D6C-96BC-463F4EF03967}"/>
                    </a:ext>
                  </a:extLst>
                </p:cNvPr>
                <p:cNvSpPr/>
                <p:nvPr/>
              </p:nvSpPr>
              <p:spPr>
                <a:xfrm flipH="1">
                  <a:off x="10391185" y="4634706"/>
                  <a:ext cx="139552" cy="76157"/>
                </a:xfrm>
                <a:custGeom>
                  <a:avLst/>
                  <a:gdLst>
                    <a:gd name="connsiteX0" fmla="*/ 146186 w 139552"/>
                    <a:gd name="connsiteY0" fmla="*/ 40805 h 76157"/>
                    <a:gd name="connsiteX1" fmla="*/ 73093 w 139552"/>
                    <a:gd name="connsiteY1" fmla="*/ 81610 h 76157"/>
                    <a:gd name="connsiteX2" fmla="*/ 0 w 139552"/>
                    <a:gd name="connsiteY2" fmla="*/ 40805 h 76157"/>
                    <a:gd name="connsiteX3" fmla="*/ 73093 w 139552"/>
                    <a:gd name="connsiteY3" fmla="*/ 0 h 76157"/>
                    <a:gd name="connsiteX4" fmla="*/ 146186 w 139552"/>
                    <a:gd name="connsiteY4" fmla="*/ 40805 h 761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9552" h="76157">
                      <a:moveTo>
                        <a:pt x="146186" y="40805"/>
                      </a:moveTo>
                      <a:cubicBezTo>
                        <a:pt x="146186" y="63341"/>
                        <a:pt x="113461" y="81610"/>
                        <a:pt x="73093" y="81610"/>
                      </a:cubicBezTo>
                      <a:cubicBezTo>
                        <a:pt x="32725" y="81610"/>
                        <a:pt x="0" y="63341"/>
                        <a:pt x="0" y="40805"/>
                      </a:cubicBezTo>
                      <a:cubicBezTo>
                        <a:pt x="0" y="18269"/>
                        <a:pt x="32725" y="0"/>
                        <a:pt x="73093" y="0"/>
                      </a:cubicBezTo>
                      <a:cubicBezTo>
                        <a:pt x="113461" y="0"/>
                        <a:pt x="146186" y="18269"/>
                        <a:pt x="146186" y="40805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002" name="자유형: 도형 2001">
                  <a:extLst>
                    <a:ext uri="{FF2B5EF4-FFF2-40B4-BE49-F238E27FC236}">
                      <a16:creationId xmlns:a16="http://schemas.microsoft.com/office/drawing/2014/main" id="{39BA4F97-0CE9-4383-A51D-5CC8272B4C47}"/>
                    </a:ext>
                  </a:extLst>
                </p:cNvPr>
                <p:cNvSpPr/>
                <p:nvPr/>
              </p:nvSpPr>
              <p:spPr>
                <a:xfrm flipH="1">
                  <a:off x="10390828" y="4674953"/>
                  <a:ext cx="139552" cy="38079"/>
                </a:xfrm>
                <a:custGeom>
                  <a:avLst/>
                  <a:gdLst>
                    <a:gd name="connsiteX0" fmla="*/ 959 w 139552"/>
                    <a:gd name="connsiteY0" fmla="*/ 164 h 38078"/>
                    <a:gd name="connsiteX1" fmla="*/ 72271 w 139552"/>
                    <a:gd name="connsiteY1" fmla="*/ 30835 h 38078"/>
                    <a:gd name="connsiteX2" fmla="*/ 144542 w 139552"/>
                    <a:gd name="connsiteY2" fmla="*/ 164 h 38078"/>
                    <a:gd name="connsiteX3" fmla="*/ 144469 w 139552"/>
                    <a:gd name="connsiteY3" fmla="*/ 164 h 38078"/>
                    <a:gd name="connsiteX4" fmla="*/ 146186 w 139552"/>
                    <a:gd name="connsiteY4" fmla="*/ 8572 h 38078"/>
                    <a:gd name="connsiteX5" fmla="*/ 73093 w 139552"/>
                    <a:gd name="connsiteY5" fmla="*/ 47760 h 38078"/>
                    <a:gd name="connsiteX6" fmla="*/ 0 w 139552"/>
                    <a:gd name="connsiteY6" fmla="*/ 8572 h 38078"/>
                    <a:gd name="connsiteX7" fmla="*/ 1096 w 139552"/>
                    <a:gd name="connsiteY7" fmla="*/ 0 h 38078"/>
                    <a:gd name="connsiteX8" fmla="*/ 959 w 139552"/>
                    <a:gd name="connsiteY8" fmla="*/ 164 h 380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39552" h="38078">
                      <a:moveTo>
                        <a:pt x="959" y="164"/>
                      </a:moveTo>
                      <a:cubicBezTo>
                        <a:pt x="8212" y="17702"/>
                        <a:pt x="37359" y="30835"/>
                        <a:pt x="72271" y="30835"/>
                      </a:cubicBezTo>
                      <a:cubicBezTo>
                        <a:pt x="107182" y="30835"/>
                        <a:pt x="137271" y="17711"/>
                        <a:pt x="144542" y="164"/>
                      </a:cubicBezTo>
                      <a:lnTo>
                        <a:pt x="144469" y="164"/>
                      </a:lnTo>
                      <a:cubicBezTo>
                        <a:pt x="145574" y="2870"/>
                        <a:pt x="146186" y="5684"/>
                        <a:pt x="146186" y="8572"/>
                      </a:cubicBezTo>
                      <a:cubicBezTo>
                        <a:pt x="146186" y="30213"/>
                        <a:pt x="113467" y="47760"/>
                        <a:pt x="73093" y="47760"/>
                      </a:cubicBezTo>
                      <a:cubicBezTo>
                        <a:pt x="32719" y="47760"/>
                        <a:pt x="0" y="30213"/>
                        <a:pt x="0" y="8572"/>
                      </a:cubicBezTo>
                      <a:cubicBezTo>
                        <a:pt x="0" y="5684"/>
                        <a:pt x="-9" y="2705"/>
                        <a:pt x="1096" y="0"/>
                      </a:cubicBezTo>
                      <a:lnTo>
                        <a:pt x="959" y="164"/>
                      </a:lnTo>
                      <a:close/>
                    </a:path>
                  </a:pathLst>
                </a:custGeom>
                <a:solidFill>
                  <a:srgbClr val="666666"/>
                </a:solidFill>
                <a:ln w="1268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009" name="자유형: 도형 2008">
                  <a:extLst>
                    <a:ext uri="{FF2B5EF4-FFF2-40B4-BE49-F238E27FC236}">
                      <a16:creationId xmlns:a16="http://schemas.microsoft.com/office/drawing/2014/main" id="{A07AB572-ACD2-456E-B1C4-69261824A9BB}"/>
                    </a:ext>
                  </a:extLst>
                </p:cNvPr>
                <p:cNvSpPr/>
                <p:nvPr/>
              </p:nvSpPr>
              <p:spPr>
                <a:xfrm flipH="1">
                  <a:off x="9748374" y="5258495"/>
                  <a:ext cx="12687" cy="12693"/>
                </a:xfrm>
                <a:custGeom>
                  <a:avLst/>
                  <a:gdLst>
                    <a:gd name="connsiteX0" fmla="*/ 0 w 12686"/>
                    <a:gd name="connsiteY0" fmla="*/ 0 h 0"/>
                    <a:gd name="connsiteX1" fmla="*/ 14831 w 12686"/>
                    <a:gd name="connsiteY1" fmla="*/ 9139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686">
                      <a:moveTo>
                        <a:pt x="0" y="0"/>
                      </a:moveTo>
                      <a:lnTo>
                        <a:pt x="14831" y="9139"/>
                      </a:lnTo>
                    </a:path>
                  </a:pathLst>
                </a:custGeom>
                <a:noFill/>
                <a:ln w="27403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010" name="자유형: 도형 2009">
                  <a:extLst>
                    <a:ext uri="{FF2B5EF4-FFF2-40B4-BE49-F238E27FC236}">
                      <a16:creationId xmlns:a16="http://schemas.microsoft.com/office/drawing/2014/main" id="{D2D2193A-08F1-437D-9624-A9300497E259}"/>
                    </a:ext>
                  </a:extLst>
                </p:cNvPr>
                <p:cNvSpPr/>
                <p:nvPr/>
              </p:nvSpPr>
              <p:spPr>
                <a:xfrm flipH="1">
                  <a:off x="9748374" y="5258495"/>
                  <a:ext cx="12687" cy="12693"/>
                </a:xfrm>
                <a:custGeom>
                  <a:avLst/>
                  <a:gdLst>
                    <a:gd name="connsiteX0" fmla="*/ 0 w 12686"/>
                    <a:gd name="connsiteY0" fmla="*/ 0 h 0"/>
                    <a:gd name="connsiteX1" fmla="*/ 14831 w 12686"/>
                    <a:gd name="connsiteY1" fmla="*/ 9139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686">
                      <a:moveTo>
                        <a:pt x="0" y="0"/>
                      </a:moveTo>
                      <a:lnTo>
                        <a:pt x="14831" y="9139"/>
                      </a:lnTo>
                    </a:path>
                  </a:pathLst>
                </a:custGeom>
                <a:noFill/>
                <a:ln w="27403" cap="rnd">
                  <a:solidFill>
                    <a:srgbClr val="8C8C8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011" name="자유형: 도형 2010">
                  <a:extLst>
                    <a:ext uri="{FF2B5EF4-FFF2-40B4-BE49-F238E27FC236}">
                      <a16:creationId xmlns:a16="http://schemas.microsoft.com/office/drawing/2014/main" id="{5FDC0473-7570-4597-85BF-5B5B138C3160}"/>
                    </a:ext>
                  </a:extLst>
                </p:cNvPr>
                <p:cNvSpPr/>
                <p:nvPr/>
              </p:nvSpPr>
              <p:spPr>
                <a:xfrm flipH="1">
                  <a:off x="9748374" y="5258495"/>
                  <a:ext cx="12687" cy="12693"/>
                </a:xfrm>
                <a:custGeom>
                  <a:avLst/>
                  <a:gdLst>
                    <a:gd name="connsiteX0" fmla="*/ 0 w 12686"/>
                    <a:gd name="connsiteY0" fmla="*/ 0 h 0"/>
                    <a:gd name="connsiteX1" fmla="*/ 14831 w 12686"/>
                    <a:gd name="connsiteY1" fmla="*/ 9139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686">
                      <a:moveTo>
                        <a:pt x="0" y="0"/>
                      </a:moveTo>
                      <a:lnTo>
                        <a:pt x="14831" y="9139"/>
                      </a:lnTo>
                    </a:path>
                  </a:pathLst>
                </a:custGeom>
                <a:noFill/>
                <a:ln w="27403" cap="rnd">
                  <a:solidFill>
                    <a:srgbClr val="FF0000">
                      <a:alpha val="30000"/>
                    </a:srgbClr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012" name="자유형: 도형 2011">
                  <a:extLst>
                    <a:ext uri="{FF2B5EF4-FFF2-40B4-BE49-F238E27FC236}">
                      <a16:creationId xmlns:a16="http://schemas.microsoft.com/office/drawing/2014/main" id="{517C48E1-33D8-4F55-9C68-70552EC40262}"/>
                    </a:ext>
                  </a:extLst>
                </p:cNvPr>
                <p:cNvSpPr/>
                <p:nvPr/>
              </p:nvSpPr>
              <p:spPr>
                <a:xfrm flipH="1">
                  <a:off x="9745506" y="5173110"/>
                  <a:ext cx="12687" cy="12693"/>
                </a:xfrm>
                <a:custGeom>
                  <a:avLst/>
                  <a:gdLst>
                    <a:gd name="connsiteX0" fmla="*/ 0 w 0"/>
                    <a:gd name="connsiteY0" fmla="*/ 0 h 0"/>
                    <a:gd name="connsiteX1" fmla="*/ 11963 w 0"/>
                    <a:gd name="connsiteY1" fmla="*/ 3135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>
                      <a:moveTo>
                        <a:pt x="0" y="0"/>
                      </a:moveTo>
                      <a:lnTo>
                        <a:pt x="11963" y="3135"/>
                      </a:lnTo>
                    </a:path>
                  </a:pathLst>
                </a:custGeom>
                <a:noFill/>
                <a:ln w="27403" cap="rnd">
                  <a:solidFill>
                    <a:srgbClr val="FF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013" name="자유형: 도형 2012">
                  <a:extLst>
                    <a:ext uri="{FF2B5EF4-FFF2-40B4-BE49-F238E27FC236}">
                      <a16:creationId xmlns:a16="http://schemas.microsoft.com/office/drawing/2014/main" id="{03BB23E9-8FB9-4D38-A112-D6339041FD7C}"/>
                    </a:ext>
                  </a:extLst>
                </p:cNvPr>
                <p:cNvSpPr/>
                <p:nvPr/>
              </p:nvSpPr>
              <p:spPr>
                <a:xfrm flipH="1">
                  <a:off x="9745506" y="5173110"/>
                  <a:ext cx="12687" cy="12693"/>
                </a:xfrm>
                <a:custGeom>
                  <a:avLst/>
                  <a:gdLst>
                    <a:gd name="connsiteX0" fmla="*/ 0 w 0"/>
                    <a:gd name="connsiteY0" fmla="*/ 0 h 0"/>
                    <a:gd name="connsiteX1" fmla="*/ 11963 w 0"/>
                    <a:gd name="connsiteY1" fmla="*/ 3135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>
                      <a:moveTo>
                        <a:pt x="0" y="0"/>
                      </a:moveTo>
                      <a:lnTo>
                        <a:pt x="11963" y="3135"/>
                      </a:lnTo>
                    </a:path>
                  </a:pathLst>
                </a:custGeom>
                <a:noFill/>
                <a:ln w="27403" cap="rnd">
                  <a:solidFill>
                    <a:srgbClr val="8C8C8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014" name="자유형: 도형 2013">
                  <a:extLst>
                    <a:ext uri="{FF2B5EF4-FFF2-40B4-BE49-F238E27FC236}">
                      <a16:creationId xmlns:a16="http://schemas.microsoft.com/office/drawing/2014/main" id="{DA4CA166-7372-4D04-8F19-76C13E198B26}"/>
                    </a:ext>
                  </a:extLst>
                </p:cNvPr>
                <p:cNvSpPr/>
                <p:nvPr/>
              </p:nvSpPr>
              <p:spPr>
                <a:xfrm flipH="1">
                  <a:off x="9745506" y="5173110"/>
                  <a:ext cx="12687" cy="12693"/>
                </a:xfrm>
                <a:custGeom>
                  <a:avLst/>
                  <a:gdLst>
                    <a:gd name="connsiteX0" fmla="*/ 0 w 0"/>
                    <a:gd name="connsiteY0" fmla="*/ 0 h 0"/>
                    <a:gd name="connsiteX1" fmla="*/ 11963 w 0"/>
                    <a:gd name="connsiteY1" fmla="*/ 3135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>
                      <a:moveTo>
                        <a:pt x="0" y="0"/>
                      </a:moveTo>
                      <a:lnTo>
                        <a:pt x="11963" y="3135"/>
                      </a:lnTo>
                    </a:path>
                  </a:pathLst>
                </a:custGeom>
                <a:noFill/>
                <a:ln w="27403" cap="rnd">
                  <a:solidFill>
                    <a:srgbClr val="FF0000">
                      <a:alpha val="30000"/>
                    </a:srgbClr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015" name="자유형: 도형 2014">
                  <a:extLst>
                    <a:ext uri="{FF2B5EF4-FFF2-40B4-BE49-F238E27FC236}">
                      <a16:creationId xmlns:a16="http://schemas.microsoft.com/office/drawing/2014/main" id="{5C869F50-7916-4A38-81FD-4D1204E4E5A0}"/>
                    </a:ext>
                  </a:extLst>
                </p:cNvPr>
                <p:cNvSpPr/>
                <p:nvPr/>
              </p:nvSpPr>
              <p:spPr>
                <a:xfrm flipH="1">
                  <a:off x="9746966" y="5084856"/>
                  <a:ext cx="12687" cy="12693"/>
                </a:xfrm>
                <a:custGeom>
                  <a:avLst/>
                  <a:gdLst>
                    <a:gd name="connsiteX0" fmla="*/ 0 w 12686"/>
                    <a:gd name="connsiteY0" fmla="*/ 2500 h 0"/>
                    <a:gd name="connsiteX1" fmla="*/ 13423 w 12686"/>
                    <a:gd name="connsiteY1" fmla="*/ 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686">
                      <a:moveTo>
                        <a:pt x="0" y="2500"/>
                      </a:moveTo>
                      <a:lnTo>
                        <a:pt x="13423" y="0"/>
                      </a:lnTo>
                    </a:path>
                  </a:pathLst>
                </a:custGeom>
                <a:noFill/>
                <a:ln w="27403" cap="rnd">
                  <a:solidFill>
                    <a:srgbClr val="FFFF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016" name="자유형: 도형 2015">
                  <a:extLst>
                    <a:ext uri="{FF2B5EF4-FFF2-40B4-BE49-F238E27FC236}">
                      <a16:creationId xmlns:a16="http://schemas.microsoft.com/office/drawing/2014/main" id="{D16453EC-BD2B-438F-9C49-4C85EA7B1023}"/>
                    </a:ext>
                  </a:extLst>
                </p:cNvPr>
                <p:cNvSpPr/>
                <p:nvPr/>
              </p:nvSpPr>
              <p:spPr>
                <a:xfrm flipH="1">
                  <a:off x="9746966" y="5084856"/>
                  <a:ext cx="12687" cy="12693"/>
                </a:xfrm>
                <a:custGeom>
                  <a:avLst/>
                  <a:gdLst>
                    <a:gd name="connsiteX0" fmla="*/ 0 w 12686"/>
                    <a:gd name="connsiteY0" fmla="*/ 2500 h 0"/>
                    <a:gd name="connsiteX1" fmla="*/ 13423 w 12686"/>
                    <a:gd name="connsiteY1" fmla="*/ 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686">
                      <a:moveTo>
                        <a:pt x="0" y="2500"/>
                      </a:moveTo>
                      <a:lnTo>
                        <a:pt x="13423" y="0"/>
                      </a:lnTo>
                    </a:path>
                  </a:pathLst>
                </a:custGeom>
                <a:noFill/>
                <a:ln w="27403" cap="rnd">
                  <a:solidFill>
                    <a:srgbClr val="8C8C8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017" name="자유형: 도형 2016">
                  <a:extLst>
                    <a:ext uri="{FF2B5EF4-FFF2-40B4-BE49-F238E27FC236}">
                      <a16:creationId xmlns:a16="http://schemas.microsoft.com/office/drawing/2014/main" id="{78B95DE1-98D8-4C81-B772-99A86E08E293}"/>
                    </a:ext>
                  </a:extLst>
                </p:cNvPr>
                <p:cNvSpPr/>
                <p:nvPr/>
              </p:nvSpPr>
              <p:spPr>
                <a:xfrm flipH="1">
                  <a:off x="9746966" y="5084856"/>
                  <a:ext cx="12687" cy="12693"/>
                </a:xfrm>
                <a:custGeom>
                  <a:avLst/>
                  <a:gdLst>
                    <a:gd name="connsiteX0" fmla="*/ 0 w 12686"/>
                    <a:gd name="connsiteY0" fmla="*/ 2500 h 0"/>
                    <a:gd name="connsiteX1" fmla="*/ 13423 w 12686"/>
                    <a:gd name="connsiteY1" fmla="*/ 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686">
                      <a:moveTo>
                        <a:pt x="0" y="2500"/>
                      </a:moveTo>
                      <a:lnTo>
                        <a:pt x="13423" y="0"/>
                      </a:lnTo>
                    </a:path>
                  </a:pathLst>
                </a:custGeom>
                <a:noFill/>
                <a:ln w="27403" cap="rnd">
                  <a:solidFill>
                    <a:srgbClr val="FF0000">
                      <a:alpha val="30000"/>
                    </a:srgbClr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246" name="직사각형 3245">
                  <a:extLst>
                    <a:ext uri="{FF2B5EF4-FFF2-40B4-BE49-F238E27FC236}">
                      <a16:creationId xmlns:a16="http://schemas.microsoft.com/office/drawing/2014/main" id="{1009C9FE-336D-46DD-9067-BA013E06B8D6}"/>
                    </a:ext>
                  </a:extLst>
                </p:cNvPr>
                <p:cNvSpPr/>
                <p:nvPr/>
              </p:nvSpPr>
              <p:spPr>
                <a:xfrm>
                  <a:off x="9898297" y="4932103"/>
                  <a:ext cx="720000" cy="360000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b="1" dirty="0">
                      <a:solidFill>
                        <a:schemeClr val="tx1"/>
                      </a:solidFill>
                    </a:rPr>
                    <a:t>RIGHT</a:t>
                  </a:r>
                </a:p>
              </p:txBody>
            </p:sp>
            <p:sp>
              <p:nvSpPr>
                <p:cNvPr id="3540" name="직사각형 3539">
                  <a:extLst>
                    <a:ext uri="{FF2B5EF4-FFF2-40B4-BE49-F238E27FC236}">
                      <a16:creationId xmlns:a16="http://schemas.microsoft.com/office/drawing/2014/main" id="{1D6E34F7-921B-46FB-8806-F6155D9755A7}"/>
                    </a:ext>
                  </a:extLst>
                </p:cNvPr>
                <p:cNvSpPr/>
                <p:nvPr/>
              </p:nvSpPr>
              <p:spPr>
                <a:xfrm>
                  <a:off x="9898297" y="3884044"/>
                  <a:ext cx="720000" cy="360000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b="1" dirty="0">
                      <a:solidFill>
                        <a:schemeClr val="tx1"/>
                      </a:solidFill>
                    </a:rPr>
                    <a:t>LEFT</a:t>
                  </a:r>
                </a:p>
              </p:txBody>
            </p:sp>
          </p:grpSp>
          <p:sp>
            <p:nvSpPr>
              <p:cNvPr id="2845" name="타원 2844">
                <a:extLst>
                  <a:ext uri="{FF2B5EF4-FFF2-40B4-BE49-F238E27FC236}">
                    <a16:creationId xmlns:a16="http://schemas.microsoft.com/office/drawing/2014/main" id="{244712B8-E386-4C92-A1E8-4884CDDFD700}"/>
                  </a:ext>
                </a:extLst>
              </p:cNvPr>
              <p:cNvSpPr/>
              <p:nvPr/>
            </p:nvSpPr>
            <p:spPr>
              <a:xfrm rot="5400000">
                <a:off x="6080691" y="2213320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46" name="타원 2845">
                <a:extLst>
                  <a:ext uri="{FF2B5EF4-FFF2-40B4-BE49-F238E27FC236}">
                    <a16:creationId xmlns:a16="http://schemas.microsoft.com/office/drawing/2014/main" id="{DC55B750-32EF-448C-8A08-C6EC19EBED89}"/>
                  </a:ext>
                </a:extLst>
              </p:cNvPr>
              <p:cNvSpPr/>
              <p:nvPr/>
            </p:nvSpPr>
            <p:spPr>
              <a:xfrm rot="5400000">
                <a:off x="5961995" y="2214770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49" name="타원 2848">
                <a:extLst>
                  <a:ext uri="{FF2B5EF4-FFF2-40B4-BE49-F238E27FC236}">
                    <a16:creationId xmlns:a16="http://schemas.microsoft.com/office/drawing/2014/main" id="{C612B855-7859-44E1-BFB0-0CF6C946EA28}"/>
                  </a:ext>
                </a:extLst>
              </p:cNvPr>
              <p:cNvSpPr/>
              <p:nvPr/>
            </p:nvSpPr>
            <p:spPr>
              <a:xfrm rot="5400000">
                <a:off x="6202693" y="2213320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3427" name="연결선: 꺾임 3426">
                <a:extLst>
                  <a:ext uri="{FF2B5EF4-FFF2-40B4-BE49-F238E27FC236}">
                    <a16:creationId xmlns:a16="http://schemas.microsoft.com/office/drawing/2014/main" id="{71EE5D7D-DBD4-4D0D-97A4-C0831F150413}"/>
                  </a:ext>
                </a:extLst>
              </p:cNvPr>
              <p:cNvCxnSpPr>
                <a:cxnSpLocks/>
                <a:stCxn id="2847" idx="2"/>
                <a:endCxn id="3421" idx="6"/>
              </p:cNvCxnSpPr>
              <p:nvPr/>
            </p:nvCxnSpPr>
            <p:spPr>
              <a:xfrm rot="16200000" flipH="1" flipV="1">
                <a:off x="5032340" y="1594774"/>
                <a:ext cx="245355" cy="1484563"/>
              </a:xfrm>
              <a:prstGeom prst="bentConnector4">
                <a:avLst>
                  <a:gd name="adj1" fmla="val -100431"/>
                  <a:gd name="adj2" fmla="val 77269"/>
                </a:avLst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47" name="타원 2846">
                <a:extLst>
                  <a:ext uri="{FF2B5EF4-FFF2-40B4-BE49-F238E27FC236}">
                    <a16:creationId xmlns:a16="http://schemas.microsoft.com/office/drawing/2014/main" id="{8E5ED0E0-58CE-49D6-B81D-2762316CC8D4}"/>
                  </a:ext>
                </a:extLst>
              </p:cNvPr>
              <p:cNvSpPr/>
              <p:nvPr/>
            </p:nvSpPr>
            <p:spPr>
              <a:xfrm rot="5400000">
                <a:off x="5843299" y="2214379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31" name="그룹 230">
                <a:extLst>
                  <a:ext uri="{FF2B5EF4-FFF2-40B4-BE49-F238E27FC236}">
                    <a16:creationId xmlns:a16="http://schemas.microsoft.com/office/drawing/2014/main" id="{B09712BA-D0D2-484C-87FA-B343D4C2CF57}"/>
                  </a:ext>
                </a:extLst>
              </p:cNvPr>
              <p:cNvGrpSpPr/>
              <p:nvPr/>
            </p:nvGrpSpPr>
            <p:grpSpPr>
              <a:xfrm>
                <a:off x="6276536" y="5972604"/>
                <a:ext cx="236343" cy="118201"/>
                <a:chOff x="6276536" y="5972604"/>
                <a:chExt cx="236343" cy="118201"/>
              </a:xfrm>
            </p:grpSpPr>
            <p:sp>
              <p:nvSpPr>
                <p:cNvPr id="2483" name="자유형: 도형 2482">
                  <a:extLst>
                    <a:ext uri="{FF2B5EF4-FFF2-40B4-BE49-F238E27FC236}">
                      <a16:creationId xmlns:a16="http://schemas.microsoft.com/office/drawing/2014/main" id="{0573659B-C724-4F2F-9C07-AE3E07B4F6B0}"/>
                    </a:ext>
                  </a:extLst>
                </p:cNvPr>
                <p:cNvSpPr/>
                <p:nvPr/>
              </p:nvSpPr>
              <p:spPr>
                <a:xfrm rot="16200000">
                  <a:off x="6333657" y="6007181"/>
                  <a:ext cx="12687" cy="126929"/>
                </a:xfrm>
                <a:custGeom>
                  <a:avLst/>
                  <a:gdLst>
                    <a:gd name="connsiteX0" fmla="*/ 0 w 0"/>
                    <a:gd name="connsiteY0" fmla="*/ 0 h 126929"/>
                    <a:gd name="connsiteX1" fmla="*/ 0 w 0"/>
                    <a:gd name="connsiteY1" fmla="*/ 131537 h 1269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126929">
                      <a:moveTo>
                        <a:pt x="0" y="0"/>
                      </a:moveTo>
                      <a:lnTo>
                        <a:pt x="0" y="131537"/>
                      </a:lnTo>
                    </a:path>
                  </a:pathLst>
                </a:custGeom>
                <a:noFill/>
                <a:ln w="38060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grpSp>
              <p:nvGrpSpPr>
                <p:cNvPr id="230" name="그룹 229">
                  <a:extLst>
                    <a:ext uri="{FF2B5EF4-FFF2-40B4-BE49-F238E27FC236}">
                      <a16:creationId xmlns:a16="http://schemas.microsoft.com/office/drawing/2014/main" id="{355DC8B5-ECD5-47EF-90DE-9C3F53CF4377}"/>
                    </a:ext>
                  </a:extLst>
                </p:cNvPr>
                <p:cNvGrpSpPr/>
                <p:nvPr/>
              </p:nvGrpSpPr>
              <p:grpSpPr>
                <a:xfrm>
                  <a:off x="6392144" y="5972604"/>
                  <a:ext cx="120735" cy="118201"/>
                  <a:chOff x="6392144" y="5972604"/>
                  <a:chExt cx="120735" cy="118201"/>
                </a:xfrm>
              </p:grpSpPr>
              <p:sp>
                <p:nvSpPr>
                  <p:cNvPr id="2481" name="자유형: 도형 2480">
                    <a:extLst>
                      <a:ext uri="{FF2B5EF4-FFF2-40B4-BE49-F238E27FC236}">
                        <a16:creationId xmlns:a16="http://schemas.microsoft.com/office/drawing/2014/main" id="{B6077886-AC65-40B0-9686-2CBA0AFF4783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392147" y="6078115"/>
                    <a:ext cx="12687" cy="12693"/>
                  </a:xfrm>
                  <a:custGeom>
                    <a:avLst/>
                    <a:gdLst>
                      <a:gd name="connsiteX0" fmla="*/ 0 w 12686"/>
                      <a:gd name="connsiteY0" fmla="*/ 0 h 0"/>
                      <a:gd name="connsiteX1" fmla="*/ 12687 w 12686"/>
                      <a:gd name="connsiteY1" fmla="*/ 0 h 0"/>
                      <a:gd name="connsiteX2" fmla="*/ 12687 w 12686"/>
                      <a:gd name="connsiteY2" fmla="*/ 2539 h 0"/>
                      <a:gd name="connsiteX3" fmla="*/ 0 w 12686"/>
                      <a:gd name="connsiteY3" fmla="*/ 2539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86">
                        <a:moveTo>
                          <a:pt x="0" y="0"/>
                        </a:moveTo>
                        <a:lnTo>
                          <a:pt x="12687" y="0"/>
                        </a:lnTo>
                        <a:lnTo>
                          <a:pt x="12687" y="2539"/>
                        </a:lnTo>
                        <a:lnTo>
                          <a:pt x="0" y="2539"/>
                        </a:lnTo>
                        <a:close/>
                      </a:path>
                    </a:pathLst>
                  </a:custGeom>
                  <a:solidFill>
                    <a:srgbClr val="919191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2482" name="자유형: 도형 2481">
                    <a:extLst>
                      <a:ext uri="{FF2B5EF4-FFF2-40B4-BE49-F238E27FC236}">
                        <a16:creationId xmlns:a16="http://schemas.microsoft.com/office/drawing/2014/main" id="{DE85545B-24A7-479F-B0EB-318F54AD495B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392147" y="5986530"/>
                    <a:ext cx="12687" cy="12693"/>
                  </a:xfrm>
                  <a:custGeom>
                    <a:avLst/>
                    <a:gdLst>
                      <a:gd name="connsiteX0" fmla="*/ 0 w 12686"/>
                      <a:gd name="connsiteY0" fmla="*/ 0 h 0"/>
                      <a:gd name="connsiteX1" fmla="*/ 12687 w 12686"/>
                      <a:gd name="connsiteY1" fmla="*/ 0 h 0"/>
                      <a:gd name="connsiteX2" fmla="*/ 12687 w 12686"/>
                      <a:gd name="connsiteY2" fmla="*/ 2539 h 0"/>
                      <a:gd name="connsiteX3" fmla="*/ 0 w 12686"/>
                      <a:gd name="connsiteY3" fmla="*/ 2539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86">
                        <a:moveTo>
                          <a:pt x="0" y="0"/>
                        </a:moveTo>
                        <a:lnTo>
                          <a:pt x="12687" y="0"/>
                        </a:lnTo>
                        <a:lnTo>
                          <a:pt x="12687" y="2539"/>
                        </a:lnTo>
                        <a:lnTo>
                          <a:pt x="0" y="2539"/>
                        </a:lnTo>
                        <a:close/>
                      </a:path>
                    </a:pathLst>
                  </a:custGeom>
                  <a:solidFill>
                    <a:srgbClr val="919191"/>
                  </a:solidFill>
                  <a:ln w="1268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2485" name="자유형: 도형 2484">
                    <a:extLst>
                      <a:ext uri="{FF2B5EF4-FFF2-40B4-BE49-F238E27FC236}">
                        <a16:creationId xmlns:a16="http://schemas.microsoft.com/office/drawing/2014/main" id="{52233D56-446C-4224-A73B-F2AF9B3C9B65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452501" y="6019874"/>
                    <a:ext cx="12687" cy="101543"/>
                  </a:xfrm>
                  <a:custGeom>
                    <a:avLst/>
                    <a:gdLst>
                      <a:gd name="connsiteX0" fmla="*/ 0 w 0"/>
                      <a:gd name="connsiteY0" fmla="*/ 0 h 101543"/>
                      <a:gd name="connsiteX1" fmla="*/ 0 w 0"/>
                      <a:gd name="connsiteY1" fmla="*/ 104805 h 1015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h="101543">
                        <a:moveTo>
                          <a:pt x="0" y="0"/>
                        </a:moveTo>
                        <a:lnTo>
                          <a:pt x="0" y="104805"/>
                        </a:lnTo>
                      </a:path>
                    </a:pathLst>
                  </a:custGeom>
                  <a:noFill/>
                  <a:ln w="3806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2486" name="자유형: 도형 2485">
                    <a:extLst>
                      <a:ext uri="{FF2B5EF4-FFF2-40B4-BE49-F238E27FC236}">
                        <a16:creationId xmlns:a16="http://schemas.microsoft.com/office/drawing/2014/main" id="{FDD3825F-6ECD-4AAA-8510-CE55D3A83433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481149" y="6045260"/>
                    <a:ext cx="12687" cy="50772"/>
                  </a:xfrm>
                  <a:custGeom>
                    <a:avLst/>
                    <a:gdLst>
                      <a:gd name="connsiteX0" fmla="*/ 0 w 0"/>
                      <a:gd name="connsiteY0" fmla="*/ 0 h 50771"/>
                      <a:gd name="connsiteX1" fmla="*/ 0 w 0"/>
                      <a:gd name="connsiteY1" fmla="*/ 50772 h 507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h="50771">
                        <a:moveTo>
                          <a:pt x="0" y="0"/>
                        </a:moveTo>
                        <a:lnTo>
                          <a:pt x="0" y="50772"/>
                        </a:lnTo>
                      </a:path>
                    </a:pathLst>
                  </a:custGeom>
                  <a:noFill/>
                  <a:ln w="38060" cap="rnd">
                    <a:solidFill>
                      <a:srgbClr val="8C8C8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2487" name="자유형: 도형 2486">
                    <a:extLst>
                      <a:ext uri="{FF2B5EF4-FFF2-40B4-BE49-F238E27FC236}">
                        <a16:creationId xmlns:a16="http://schemas.microsoft.com/office/drawing/2014/main" id="{232DC6F3-2F45-460F-B783-A77614F33748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481149" y="6045260"/>
                    <a:ext cx="12687" cy="50772"/>
                  </a:xfrm>
                  <a:custGeom>
                    <a:avLst/>
                    <a:gdLst>
                      <a:gd name="connsiteX0" fmla="*/ 0 w 0"/>
                      <a:gd name="connsiteY0" fmla="*/ 0 h 50771"/>
                      <a:gd name="connsiteX1" fmla="*/ 0 w 0"/>
                      <a:gd name="connsiteY1" fmla="*/ 50772 h 507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h="50771">
                        <a:moveTo>
                          <a:pt x="0" y="0"/>
                        </a:moveTo>
                        <a:lnTo>
                          <a:pt x="0" y="50772"/>
                        </a:lnTo>
                      </a:path>
                    </a:pathLst>
                  </a:custGeom>
                  <a:noFill/>
                  <a:ln w="38060" cap="rnd">
                    <a:solidFill>
                      <a:srgbClr val="FF0000">
                        <a:alpha val="30000"/>
                      </a:srgbClr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2488" name="자유형: 도형 2487">
                    <a:extLst>
                      <a:ext uri="{FF2B5EF4-FFF2-40B4-BE49-F238E27FC236}">
                        <a16:creationId xmlns:a16="http://schemas.microsoft.com/office/drawing/2014/main" id="{5BC82BAE-1BAE-491D-943B-80B087CCB7C0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452501" y="5928176"/>
                    <a:ext cx="12687" cy="101543"/>
                  </a:xfrm>
                  <a:custGeom>
                    <a:avLst/>
                    <a:gdLst>
                      <a:gd name="connsiteX0" fmla="*/ 0 w 0"/>
                      <a:gd name="connsiteY0" fmla="*/ 0 h 101543"/>
                      <a:gd name="connsiteX1" fmla="*/ 0 w 0"/>
                      <a:gd name="connsiteY1" fmla="*/ 104805 h 1015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h="101543">
                        <a:moveTo>
                          <a:pt x="0" y="0"/>
                        </a:moveTo>
                        <a:lnTo>
                          <a:pt x="0" y="104805"/>
                        </a:lnTo>
                      </a:path>
                    </a:pathLst>
                  </a:custGeom>
                  <a:noFill/>
                  <a:ln w="38060" cap="rnd">
                    <a:solidFill>
                      <a:srgbClr val="FF0000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2489" name="자유형: 도형 2488">
                    <a:extLst>
                      <a:ext uri="{FF2B5EF4-FFF2-40B4-BE49-F238E27FC236}">
                        <a16:creationId xmlns:a16="http://schemas.microsoft.com/office/drawing/2014/main" id="{0F9EA8E6-C223-43B0-AC36-DE763BF96B17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481149" y="5953562"/>
                    <a:ext cx="12687" cy="50772"/>
                  </a:xfrm>
                  <a:custGeom>
                    <a:avLst/>
                    <a:gdLst>
                      <a:gd name="connsiteX0" fmla="*/ 0 w 0"/>
                      <a:gd name="connsiteY0" fmla="*/ 0 h 50771"/>
                      <a:gd name="connsiteX1" fmla="*/ 0 w 0"/>
                      <a:gd name="connsiteY1" fmla="*/ 50772 h 507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h="50771">
                        <a:moveTo>
                          <a:pt x="0" y="0"/>
                        </a:moveTo>
                        <a:lnTo>
                          <a:pt x="0" y="50772"/>
                        </a:lnTo>
                      </a:path>
                    </a:pathLst>
                  </a:custGeom>
                  <a:noFill/>
                  <a:ln w="38060" cap="rnd">
                    <a:solidFill>
                      <a:srgbClr val="8C8C8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2490" name="자유형: 도형 2489">
                    <a:extLst>
                      <a:ext uri="{FF2B5EF4-FFF2-40B4-BE49-F238E27FC236}">
                        <a16:creationId xmlns:a16="http://schemas.microsoft.com/office/drawing/2014/main" id="{2431D688-9361-45DE-BDB6-40D64DF64969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481149" y="5953562"/>
                    <a:ext cx="12687" cy="50772"/>
                  </a:xfrm>
                  <a:custGeom>
                    <a:avLst/>
                    <a:gdLst>
                      <a:gd name="connsiteX0" fmla="*/ 0 w 0"/>
                      <a:gd name="connsiteY0" fmla="*/ 0 h 50771"/>
                      <a:gd name="connsiteX1" fmla="*/ 0 w 0"/>
                      <a:gd name="connsiteY1" fmla="*/ 50772 h 507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h="50771">
                        <a:moveTo>
                          <a:pt x="0" y="0"/>
                        </a:moveTo>
                        <a:lnTo>
                          <a:pt x="0" y="50772"/>
                        </a:lnTo>
                      </a:path>
                    </a:pathLst>
                  </a:custGeom>
                  <a:noFill/>
                  <a:ln w="38060" cap="rnd">
                    <a:solidFill>
                      <a:srgbClr val="FF0000">
                        <a:alpha val="30000"/>
                      </a:srgbClr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ko-KR" altLang="en-US" dirty="0"/>
                  </a:p>
                </p:txBody>
              </p:sp>
            </p:grpSp>
            <p:sp>
              <p:nvSpPr>
                <p:cNvPr id="2484" name="자유형: 도형 2483">
                  <a:extLst>
                    <a:ext uri="{FF2B5EF4-FFF2-40B4-BE49-F238E27FC236}">
                      <a16:creationId xmlns:a16="http://schemas.microsoft.com/office/drawing/2014/main" id="{186EA31D-46F6-4DA1-9705-A1E220836414}"/>
                    </a:ext>
                  </a:extLst>
                </p:cNvPr>
                <p:cNvSpPr/>
                <p:nvPr/>
              </p:nvSpPr>
              <p:spPr>
                <a:xfrm rot="16200000">
                  <a:off x="6333657" y="5915483"/>
                  <a:ext cx="12687" cy="126929"/>
                </a:xfrm>
                <a:custGeom>
                  <a:avLst/>
                  <a:gdLst>
                    <a:gd name="connsiteX0" fmla="*/ 0 w 0"/>
                    <a:gd name="connsiteY0" fmla="*/ 0 h 126929"/>
                    <a:gd name="connsiteX1" fmla="*/ 0 w 0"/>
                    <a:gd name="connsiteY1" fmla="*/ 131537 h 1269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126929">
                      <a:moveTo>
                        <a:pt x="0" y="0"/>
                      </a:moveTo>
                      <a:lnTo>
                        <a:pt x="0" y="131537"/>
                      </a:lnTo>
                    </a:path>
                  </a:pathLst>
                </a:custGeom>
                <a:noFill/>
                <a:ln w="38060" cap="flat">
                  <a:solidFill>
                    <a:srgbClr val="FF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846540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815</TotalTime>
  <Words>15</Words>
  <Application>Microsoft Office PowerPoint</Application>
  <PresentationFormat>와이드스크린</PresentationFormat>
  <Paragraphs>15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영찬 이</dc:creator>
  <cp:lastModifiedBy>영찬 이</cp:lastModifiedBy>
  <cp:revision>46</cp:revision>
  <dcterms:created xsi:type="dcterms:W3CDTF">2025-08-29T12:19:06Z</dcterms:created>
  <dcterms:modified xsi:type="dcterms:W3CDTF">2025-12-15T15:45:33Z</dcterms:modified>
</cp:coreProperties>
</file>